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822" r:id="rId2"/>
    <p:sldId id="833" r:id="rId3"/>
    <p:sldId id="837" r:id="rId4"/>
    <p:sldId id="835" r:id="rId5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ophe JAN" initials="CJ" lastIdx="1" clrIdx="0">
    <p:extLst>
      <p:ext uri="{19B8F6BF-5375-455C-9EA6-DF929625EA0E}">
        <p15:presenceInfo xmlns:p15="http://schemas.microsoft.com/office/powerpoint/2012/main" userId="Christophe J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600"/>
    <a:srgbClr val="2D8A87"/>
    <a:srgbClr val="7E842C"/>
    <a:srgbClr val="F0A010"/>
    <a:srgbClr val="F6A200"/>
    <a:srgbClr val="B3CE4D"/>
    <a:srgbClr val="887E77"/>
    <a:srgbClr val="177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8" autoAdjust="0"/>
    <p:restoredTop sz="94660"/>
  </p:normalViewPr>
  <p:slideViewPr>
    <p:cSldViewPr snapToGrid="0">
      <p:cViewPr varScale="1">
        <p:scale>
          <a:sx n="166" d="100"/>
          <a:sy n="166" d="100"/>
        </p:scale>
        <p:origin x="2472" y="184"/>
      </p:cViewPr>
      <p:guideLst>
        <p:guide orient="horz" pos="2160"/>
        <p:guide pos="3840"/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JAN" userId="dd7653d0-c18c-4206-8680-796afc1b9014" providerId="ADAL" clId="{B65A708E-E80B-4956-84C7-7D6A153D694F}"/>
    <pc:docChg chg="modSld">
      <pc:chgData name="Christophe JAN" userId="dd7653d0-c18c-4206-8680-796afc1b9014" providerId="ADAL" clId="{B65A708E-E80B-4956-84C7-7D6A153D694F}" dt="2023-02-23T13:46:45.276" v="27" actId="113"/>
      <pc:docMkLst>
        <pc:docMk/>
      </pc:docMkLst>
      <pc:sldChg chg="modSp mod">
        <pc:chgData name="Christophe JAN" userId="dd7653d0-c18c-4206-8680-796afc1b9014" providerId="ADAL" clId="{B65A708E-E80B-4956-84C7-7D6A153D694F}" dt="2023-02-23T13:46:45.276" v="27" actId="113"/>
        <pc:sldMkLst>
          <pc:docMk/>
          <pc:sldMk cId="2903573397" sldId="822"/>
        </pc:sldMkLst>
        <pc:spChg chg="mod">
          <ac:chgData name="Christophe JAN" userId="dd7653d0-c18c-4206-8680-796afc1b9014" providerId="ADAL" clId="{B65A708E-E80B-4956-84C7-7D6A153D694F}" dt="2023-02-23T13:45:44.409" v="12" actId="207"/>
          <ac:spMkLst>
            <pc:docMk/>
            <pc:sldMk cId="2903573397" sldId="822"/>
            <ac:spMk id="2" creationId="{69CB7BEC-905A-47A8-9235-60040AE4F0BE}"/>
          </ac:spMkLst>
        </pc:spChg>
        <pc:spChg chg="mod">
          <ac:chgData name="Christophe JAN" userId="dd7653d0-c18c-4206-8680-796afc1b9014" providerId="ADAL" clId="{B65A708E-E80B-4956-84C7-7D6A153D694F}" dt="2023-02-23T13:46:45.276" v="27" actId="113"/>
          <ac:spMkLst>
            <pc:docMk/>
            <pc:sldMk cId="2903573397" sldId="822"/>
            <ac:spMk id="3" creationId="{3C52BAAC-50A4-43CD-BCF3-B17C07169754}"/>
          </ac:spMkLst>
        </pc:spChg>
      </pc:sldChg>
    </pc:docChg>
  </pc:docChgLst>
  <pc:docChgLst>
    <pc:chgData name="Christophe JAN" userId="dd7653d0-c18c-4206-8680-796afc1b9014" providerId="ADAL" clId="{0A046886-60C9-4DBC-BFCF-2DC93A47A4B9}"/>
    <pc:docChg chg="undo custSel modSld">
      <pc:chgData name="Christophe JAN" userId="dd7653d0-c18c-4206-8680-796afc1b9014" providerId="ADAL" clId="{0A046886-60C9-4DBC-BFCF-2DC93A47A4B9}" dt="2023-06-27T09:25:21.432" v="384" actId="20577"/>
      <pc:docMkLst>
        <pc:docMk/>
      </pc:docMkLst>
      <pc:sldChg chg="modSp mod">
        <pc:chgData name="Christophe JAN" userId="dd7653d0-c18c-4206-8680-796afc1b9014" providerId="ADAL" clId="{0A046886-60C9-4DBC-BFCF-2DC93A47A4B9}" dt="2023-06-27T08:19:04.701" v="30" actId="20577"/>
        <pc:sldMkLst>
          <pc:docMk/>
          <pc:sldMk cId="2903573397" sldId="822"/>
        </pc:sldMkLst>
        <pc:spChg chg="mod">
          <ac:chgData name="Christophe JAN" userId="dd7653d0-c18c-4206-8680-796afc1b9014" providerId="ADAL" clId="{0A046886-60C9-4DBC-BFCF-2DC93A47A4B9}" dt="2023-06-27T08:18:53.516" v="4" actId="20577"/>
          <ac:spMkLst>
            <pc:docMk/>
            <pc:sldMk cId="2903573397" sldId="822"/>
            <ac:spMk id="2" creationId="{69CB7BEC-905A-47A8-9235-60040AE4F0BE}"/>
          </ac:spMkLst>
        </pc:spChg>
        <pc:spChg chg="mod">
          <ac:chgData name="Christophe JAN" userId="dd7653d0-c18c-4206-8680-796afc1b9014" providerId="ADAL" clId="{0A046886-60C9-4DBC-BFCF-2DC93A47A4B9}" dt="2023-06-27T08:19:04.701" v="30" actId="20577"/>
          <ac:spMkLst>
            <pc:docMk/>
            <pc:sldMk cId="2903573397" sldId="822"/>
            <ac:spMk id="3" creationId="{3C52BAAC-50A4-43CD-BCF3-B17C07169754}"/>
          </ac:spMkLst>
        </pc:spChg>
      </pc:sldChg>
      <pc:sldChg chg="delSp modSp mod">
        <pc:chgData name="Christophe JAN" userId="dd7653d0-c18c-4206-8680-796afc1b9014" providerId="ADAL" clId="{0A046886-60C9-4DBC-BFCF-2DC93A47A4B9}" dt="2023-06-27T09:25:21.432" v="384" actId="20577"/>
        <pc:sldMkLst>
          <pc:docMk/>
          <pc:sldMk cId="2754511314" sldId="826"/>
        </pc:sldMkLst>
        <pc:spChg chg="mod">
          <ac:chgData name="Christophe JAN" userId="dd7653d0-c18c-4206-8680-796afc1b9014" providerId="ADAL" clId="{0A046886-60C9-4DBC-BFCF-2DC93A47A4B9}" dt="2023-06-27T08:58:12.197" v="84" actId="20577"/>
          <ac:spMkLst>
            <pc:docMk/>
            <pc:sldMk cId="2754511314" sldId="826"/>
            <ac:spMk id="2" creationId="{93F0206B-3F1C-4D61-82A3-6CE5AB40E13E}"/>
          </ac:spMkLst>
        </pc:spChg>
        <pc:spChg chg="mod">
          <ac:chgData name="Christophe JAN" userId="dd7653d0-c18c-4206-8680-796afc1b9014" providerId="ADAL" clId="{0A046886-60C9-4DBC-BFCF-2DC93A47A4B9}" dt="2023-06-27T09:25:21.432" v="384" actId="20577"/>
          <ac:spMkLst>
            <pc:docMk/>
            <pc:sldMk cId="2754511314" sldId="826"/>
            <ac:spMk id="3" creationId="{B3FBEA37-F7EC-4A14-8620-1FD14ACBF575}"/>
          </ac:spMkLst>
        </pc:spChg>
        <pc:spChg chg="del">
          <ac:chgData name="Christophe JAN" userId="dd7653d0-c18c-4206-8680-796afc1b9014" providerId="ADAL" clId="{0A046886-60C9-4DBC-BFCF-2DC93A47A4B9}" dt="2023-06-27T09:08:07.692" v="86" actId="478"/>
          <ac:spMkLst>
            <pc:docMk/>
            <pc:sldMk cId="2754511314" sldId="826"/>
            <ac:spMk id="5" creationId="{3307778A-7DF8-403F-AE96-11A72D1E18BC}"/>
          </ac:spMkLst>
        </pc:spChg>
      </pc:sldChg>
    </pc:docChg>
  </pc:docChgLst>
  <pc:docChgLst>
    <pc:chgData name="Christophe JAN" userId="dd7653d0-c18c-4206-8680-796afc1b9014" providerId="ADAL" clId="{19579431-2DAB-49C1-956A-FEB3C8986840}"/>
    <pc:docChg chg="custSel modSld">
      <pc:chgData name="Christophe JAN" userId="dd7653d0-c18c-4206-8680-796afc1b9014" providerId="ADAL" clId="{19579431-2DAB-49C1-956A-FEB3C8986840}" dt="2024-03-19T16:34:53.862" v="32" actId="20577"/>
      <pc:docMkLst>
        <pc:docMk/>
      </pc:docMkLst>
      <pc:sldChg chg="modSp mod">
        <pc:chgData name="Christophe JAN" userId="dd7653d0-c18c-4206-8680-796afc1b9014" providerId="ADAL" clId="{19579431-2DAB-49C1-956A-FEB3C8986840}" dt="2024-03-19T16:34:15.409" v="15" actId="20577"/>
        <pc:sldMkLst>
          <pc:docMk/>
          <pc:sldMk cId="2903573397" sldId="822"/>
        </pc:sldMkLst>
        <pc:spChg chg="mod">
          <ac:chgData name="Christophe JAN" userId="dd7653d0-c18c-4206-8680-796afc1b9014" providerId="ADAL" clId="{19579431-2DAB-49C1-956A-FEB3C8986840}" dt="2024-03-19T16:34:15.409" v="15" actId="20577"/>
          <ac:spMkLst>
            <pc:docMk/>
            <pc:sldMk cId="2903573397" sldId="822"/>
            <ac:spMk id="2" creationId="{69CB7BEC-905A-47A8-9235-60040AE4F0BE}"/>
          </ac:spMkLst>
        </pc:spChg>
      </pc:sldChg>
      <pc:sldChg chg="modSp mod">
        <pc:chgData name="Christophe JAN" userId="dd7653d0-c18c-4206-8680-796afc1b9014" providerId="ADAL" clId="{19579431-2DAB-49C1-956A-FEB3C8986840}" dt="2024-03-19T16:34:20.822" v="19" actId="20577"/>
        <pc:sldMkLst>
          <pc:docMk/>
          <pc:sldMk cId="246535846" sldId="824"/>
        </pc:sldMkLst>
        <pc:spChg chg="mod">
          <ac:chgData name="Christophe JAN" userId="dd7653d0-c18c-4206-8680-796afc1b9014" providerId="ADAL" clId="{19579431-2DAB-49C1-956A-FEB3C8986840}" dt="2024-03-19T16:34:20.822" v="19" actId="20577"/>
          <ac:spMkLst>
            <pc:docMk/>
            <pc:sldMk cId="246535846" sldId="824"/>
            <ac:spMk id="2" creationId="{5CC404BF-4237-4A55-8C5E-5A0307B3C142}"/>
          </ac:spMkLst>
        </pc:spChg>
      </pc:sldChg>
      <pc:sldChg chg="delSp modSp mod">
        <pc:chgData name="Christophe JAN" userId="dd7653d0-c18c-4206-8680-796afc1b9014" providerId="ADAL" clId="{19579431-2DAB-49C1-956A-FEB3C8986840}" dt="2024-03-19T16:34:53.862" v="32" actId="20577"/>
        <pc:sldMkLst>
          <pc:docMk/>
          <pc:sldMk cId="2754511314" sldId="826"/>
        </pc:sldMkLst>
        <pc:spChg chg="mod">
          <ac:chgData name="Christophe JAN" userId="dd7653d0-c18c-4206-8680-796afc1b9014" providerId="ADAL" clId="{19579431-2DAB-49C1-956A-FEB3C8986840}" dt="2024-03-19T16:34:53.862" v="32" actId="20577"/>
          <ac:spMkLst>
            <pc:docMk/>
            <pc:sldMk cId="2754511314" sldId="826"/>
            <ac:spMk id="7" creationId="{EFAC7315-8336-6D14-FD2D-9DB3670DB0C0}"/>
          </ac:spMkLst>
        </pc:spChg>
        <pc:spChg chg="mod">
          <ac:chgData name="Christophe JAN" userId="dd7653d0-c18c-4206-8680-796afc1b9014" providerId="ADAL" clId="{19579431-2DAB-49C1-956A-FEB3C8986840}" dt="2024-03-19T16:34:46.082" v="22" actId="1076"/>
          <ac:spMkLst>
            <pc:docMk/>
            <pc:sldMk cId="2754511314" sldId="826"/>
            <ac:spMk id="10" creationId="{66F56EDF-8789-586C-036F-F16147EA8E07}"/>
          </ac:spMkLst>
        </pc:spChg>
        <pc:spChg chg="del">
          <ac:chgData name="Christophe JAN" userId="dd7653d0-c18c-4206-8680-796afc1b9014" providerId="ADAL" clId="{19579431-2DAB-49C1-956A-FEB3C8986840}" dt="2024-03-19T16:34:30.287" v="20" actId="478"/>
          <ac:spMkLst>
            <pc:docMk/>
            <pc:sldMk cId="2754511314" sldId="826"/>
            <ac:spMk id="11" creationId="{AD65C4B6-33E2-059D-EA90-D950AB7E3B49}"/>
          </ac:spMkLst>
        </pc:spChg>
      </pc:sldChg>
    </pc:docChg>
  </pc:docChgLst>
  <pc:docChgLst>
    <pc:chgData name="Christophe JAN" userId="dd7653d0-c18c-4206-8680-796afc1b9014" providerId="ADAL" clId="{B544A957-55E3-4344-BD8C-8179966F6FBC}"/>
    <pc:docChg chg="modSld">
      <pc:chgData name="Christophe JAN" userId="dd7653d0-c18c-4206-8680-796afc1b9014" providerId="ADAL" clId="{B544A957-55E3-4344-BD8C-8179966F6FBC}" dt="2023-01-24T16:52:12.590" v="17" actId="20577"/>
      <pc:docMkLst>
        <pc:docMk/>
      </pc:docMkLst>
      <pc:sldChg chg="modSp mod">
        <pc:chgData name="Christophe JAN" userId="dd7653d0-c18c-4206-8680-796afc1b9014" providerId="ADAL" clId="{B544A957-55E3-4344-BD8C-8179966F6FBC}" dt="2023-01-24T16:52:12.590" v="17" actId="20577"/>
        <pc:sldMkLst>
          <pc:docMk/>
          <pc:sldMk cId="2903573397" sldId="822"/>
        </pc:sldMkLst>
        <pc:spChg chg="mod">
          <ac:chgData name="Christophe JAN" userId="dd7653d0-c18c-4206-8680-796afc1b9014" providerId="ADAL" clId="{B544A957-55E3-4344-BD8C-8179966F6FBC}" dt="2023-01-24T16:52:12.590" v="17" actId="20577"/>
          <ac:spMkLst>
            <pc:docMk/>
            <pc:sldMk cId="2903573397" sldId="822"/>
            <ac:spMk id="2" creationId="{69CB7BEC-905A-47A8-9235-60040AE4F0BE}"/>
          </ac:spMkLst>
        </pc:spChg>
        <pc:spChg chg="mod">
          <ac:chgData name="Christophe JAN" userId="dd7653d0-c18c-4206-8680-796afc1b9014" providerId="ADAL" clId="{B544A957-55E3-4344-BD8C-8179966F6FBC}" dt="2023-01-24T16:52:01.935" v="7" actId="20577"/>
          <ac:spMkLst>
            <pc:docMk/>
            <pc:sldMk cId="2903573397" sldId="822"/>
            <ac:spMk id="3" creationId="{3C52BAAC-50A4-43CD-BCF3-B17C07169754}"/>
          </ac:spMkLst>
        </pc:spChg>
      </pc:sldChg>
    </pc:docChg>
  </pc:docChgLst>
  <pc:docChgLst>
    <pc:chgData name="Christophe JAN" userId="dd7653d0-c18c-4206-8680-796afc1b9014" providerId="ADAL" clId="{C3815D50-901D-452B-8C64-89E35376C915}"/>
    <pc:docChg chg="undo custSel addSld delSld modSld">
      <pc:chgData name="Christophe JAN" userId="dd7653d0-c18c-4206-8680-796afc1b9014" providerId="ADAL" clId="{C3815D50-901D-452B-8C64-89E35376C915}" dt="2021-01-08T09:34:07.482" v="468" actId="47"/>
      <pc:docMkLst>
        <pc:docMk/>
      </pc:docMkLst>
      <pc:sldChg chg="add del">
        <pc:chgData name="Christophe JAN" userId="dd7653d0-c18c-4206-8680-796afc1b9014" providerId="ADAL" clId="{C3815D50-901D-452B-8C64-89E35376C915}" dt="2021-01-08T09:33:54.364" v="454" actId="47"/>
        <pc:sldMkLst>
          <pc:docMk/>
          <pc:sldMk cId="2686763526" sldId="773"/>
        </pc:sldMkLst>
      </pc:sldChg>
      <pc:sldChg chg="add del">
        <pc:chgData name="Christophe JAN" userId="dd7653d0-c18c-4206-8680-796afc1b9014" providerId="ADAL" clId="{C3815D50-901D-452B-8C64-89E35376C915}" dt="2021-01-08T09:33:56.273" v="456" actId="47"/>
        <pc:sldMkLst>
          <pc:docMk/>
          <pc:sldMk cId="2384566988" sldId="775"/>
        </pc:sldMkLst>
      </pc:sldChg>
      <pc:sldChg chg="add del">
        <pc:chgData name="Christophe JAN" userId="dd7653d0-c18c-4206-8680-796afc1b9014" providerId="ADAL" clId="{C3815D50-901D-452B-8C64-89E35376C915}" dt="2021-01-08T09:33:55.348" v="455" actId="47"/>
        <pc:sldMkLst>
          <pc:docMk/>
          <pc:sldMk cId="3455418424" sldId="778"/>
        </pc:sldMkLst>
      </pc:sldChg>
      <pc:sldChg chg="add del">
        <pc:chgData name="Christophe JAN" userId="dd7653d0-c18c-4206-8680-796afc1b9014" providerId="ADAL" clId="{C3815D50-901D-452B-8C64-89E35376C915}" dt="2021-01-08T09:33:57.141" v="457" actId="47"/>
        <pc:sldMkLst>
          <pc:docMk/>
          <pc:sldMk cId="1482707001" sldId="779"/>
        </pc:sldMkLst>
      </pc:sldChg>
      <pc:sldChg chg="add del">
        <pc:chgData name="Christophe JAN" userId="dd7653d0-c18c-4206-8680-796afc1b9014" providerId="ADAL" clId="{C3815D50-901D-452B-8C64-89E35376C915}" dt="2021-01-08T09:33:58.696" v="459" actId="47"/>
        <pc:sldMkLst>
          <pc:docMk/>
          <pc:sldMk cId="2279416939" sldId="780"/>
        </pc:sldMkLst>
      </pc:sldChg>
      <pc:sldChg chg="add del">
        <pc:chgData name="Christophe JAN" userId="dd7653d0-c18c-4206-8680-796afc1b9014" providerId="ADAL" clId="{C3815D50-901D-452B-8C64-89E35376C915}" dt="2021-01-08T09:33:57.938" v="458" actId="47"/>
        <pc:sldMkLst>
          <pc:docMk/>
          <pc:sldMk cId="3834225687" sldId="783"/>
        </pc:sldMkLst>
      </pc:sldChg>
      <pc:sldChg chg="add del">
        <pc:chgData name="Christophe JAN" userId="dd7653d0-c18c-4206-8680-796afc1b9014" providerId="ADAL" clId="{C3815D50-901D-452B-8C64-89E35376C915}" dt="2021-01-08T09:34:00.419" v="461" actId="47"/>
        <pc:sldMkLst>
          <pc:docMk/>
          <pc:sldMk cId="3111618258" sldId="798"/>
        </pc:sldMkLst>
      </pc:sldChg>
      <pc:sldChg chg="modSp add del mod">
        <pc:chgData name="Christophe JAN" userId="dd7653d0-c18c-4206-8680-796afc1b9014" providerId="ADAL" clId="{C3815D50-901D-452B-8C64-89E35376C915}" dt="2021-01-08T09:34:01.915" v="463" actId="47"/>
        <pc:sldMkLst>
          <pc:docMk/>
          <pc:sldMk cId="1859144126" sldId="800"/>
        </pc:sldMkLst>
        <pc:spChg chg="mod">
          <ac:chgData name="Christophe JAN" userId="dd7653d0-c18c-4206-8680-796afc1b9014" providerId="ADAL" clId="{C3815D50-901D-452B-8C64-89E35376C915}" dt="2021-01-08T09:32:19.274" v="453" actId="27636"/>
          <ac:spMkLst>
            <pc:docMk/>
            <pc:sldMk cId="1859144126" sldId="800"/>
            <ac:spMk id="5" creationId="{00000000-0000-0000-0000-000000000000}"/>
          </ac:spMkLst>
        </pc:spChg>
      </pc:sldChg>
      <pc:sldChg chg="add del">
        <pc:chgData name="Christophe JAN" userId="dd7653d0-c18c-4206-8680-796afc1b9014" providerId="ADAL" clId="{C3815D50-901D-452B-8C64-89E35376C915}" dt="2021-01-08T09:33:59.570" v="460" actId="47"/>
        <pc:sldMkLst>
          <pc:docMk/>
          <pc:sldMk cId="3155742380" sldId="802"/>
        </pc:sldMkLst>
      </pc:sldChg>
      <pc:sldChg chg="add del">
        <pc:chgData name="Christophe JAN" userId="dd7653d0-c18c-4206-8680-796afc1b9014" providerId="ADAL" clId="{C3815D50-901D-452B-8C64-89E35376C915}" dt="2021-01-08T09:34:01.165" v="462" actId="47"/>
        <pc:sldMkLst>
          <pc:docMk/>
          <pc:sldMk cId="149510924" sldId="803"/>
        </pc:sldMkLst>
      </pc:sldChg>
      <pc:sldChg chg="add del">
        <pc:chgData name="Christophe JAN" userId="dd7653d0-c18c-4206-8680-796afc1b9014" providerId="ADAL" clId="{C3815D50-901D-452B-8C64-89E35376C915}" dt="2021-01-08T09:34:04.295" v="466" actId="47"/>
        <pc:sldMkLst>
          <pc:docMk/>
          <pc:sldMk cId="2357545017" sldId="821"/>
        </pc:sldMkLst>
      </pc:sldChg>
      <pc:sldChg chg="addSp delSp">
        <pc:chgData name="Christophe JAN" userId="dd7653d0-c18c-4206-8680-796afc1b9014" providerId="ADAL" clId="{C3815D50-901D-452B-8C64-89E35376C915}" dt="2021-01-08T09:32:04.286" v="447"/>
        <pc:sldMkLst>
          <pc:docMk/>
          <pc:sldMk cId="246535846" sldId="824"/>
        </pc:sldMkLst>
        <pc:picChg chg="add del">
          <ac:chgData name="Christophe JAN" userId="dd7653d0-c18c-4206-8680-796afc1b9014" providerId="ADAL" clId="{C3815D50-901D-452B-8C64-89E35376C915}" dt="2021-01-08T09:32:04.286" v="447"/>
          <ac:picMkLst>
            <pc:docMk/>
            <pc:sldMk cId="246535846" sldId="824"/>
            <ac:picMk id="5" creationId="{B8248131-D43E-4324-993A-170BD6C654EB}"/>
          </ac:picMkLst>
        </pc:picChg>
      </pc:sldChg>
      <pc:sldChg chg="add del">
        <pc:chgData name="Christophe JAN" userId="dd7653d0-c18c-4206-8680-796afc1b9014" providerId="ADAL" clId="{C3815D50-901D-452B-8C64-89E35376C915}" dt="2021-01-08T09:34:02.826" v="464" actId="47"/>
        <pc:sldMkLst>
          <pc:docMk/>
          <pc:sldMk cId="339359949" sldId="835"/>
        </pc:sldMkLst>
      </pc:sldChg>
      <pc:sldChg chg="addSp modSp add del mod">
        <pc:chgData name="Christophe JAN" userId="dd7653d0-c18c-4206-8680-796afc1b9014" providerId="ADAL" clId="{C3815D50-901D-452B-8C64-89E35376C915}" dt="2021-01-08T09:34:07.482" v="468" actId="47"/>
        <pc:sldMkLst>
          <pc:docMk/>
          <pc:sldMk cId="1477199645" sldId="1150"/>
        </pc:sldMkLst>
        <pc:spChg chg="mod">
          <ac:chgData name="Christophe JAN" userId="dd7653d0-c18c-4206-8680-796afc1b9014" providerId="ADAL" clId="{C3815D50-901D-452B-8C64-89E35376C915}" dt="2021-01-05T17:33:16.016" v="311" actId="20577"/>
          <ac:spMkLst>
            <pc:docMk/>
            <pc:sldMk cId="1477199645" sldId="1150"/>
            <ac:spMk id="2" creationId="{214B23BF-D5F4-43F2-958B-EC904293D6AA}"/>
          </ac:spMkLst>
        </pc:spChg>
        <pc:spChg chg="mod">
          <ac:chgData name="Christophe JAN" userId="dd7653d0-c18c-4206-8680-796afc1b9014" providerId="ADAL" clId="{C3815D50-901D-452B-8C64-89E35376C915}" dt="2021-01-05T17:36:20.981" v="435" actId="1036"/>
          <ac:spMkLst>
            <pc:docMk/>
            <pc:sldMk cId="1477199645" sldId="1150"/>
            <ac:spMk id="3" creationId="{A0CD5D23-11F6-41D4-83DA-82D42A01F8F2}"/>
          </ac:spMkLst>
        </pc:spChg>
        <pc:picChg chg="add mod">
          <ac:chgData name="Christophe JAN" userId="dd7653d0-c18c-4206-8680-796afc1b9014" providerId="ADAL" clId="{C3815D50-901D-452B-8C64-89E35376C915}" dt="2021-01-05T17:33:08.603" v="309" actId="1038"/>
          <ac:picMkLst>
            <pc:docMk/>
            <pc:sldMk cId="1477199645" sldId="1150"/>
            <ac:picMk id="6" creationId="{2C449E87-E173-48E5-9898-64DABE4C0F0F}"/>
          </ac:picMkLst>
        </pc:picChg>
      </pc:sldChg>
      <pc:sldChg chg="add del">
        <pc:chgData name="Christophe JAN" userId="dd7653d0-c18c-4206-8680-796afc1b9014" providerId="ADAL" clId="{C3815D50-901D-452B-8C64-89E35376C915}" dt="2021-01-08T09:34:03.567" v="465" actId="47"/>
        <pc:sldMkLst>
          <pc:docMk/>
          <pc:sldMk cId="295328843" sldId="1151"/>
        </pc:sldMkLst>
      </pc:sldChg>
      <pc:sldChg chg="add del">
        <pc:chgData name="Christophe JAN" userId="dd7653d0-c18c-4206-8680-796afc1b9014" providerId="ADAL" clId="{C3815D50-901D-452B-8C64-89E35376C915}" dt="2021-01-08T09:34:05.251" v="467" actId="47"/>
        <pc:sldMkLst>
          <pc:docMk/>
          <pc:sldMk cId="4129851103" sldId="1152"/>
        </pc:sldMkLst>
      </pc:sldChg>
      <pc:sldMasterChg chg="delSldLayout">
        <pc:chgData name="Christophe JAN" userId="dd7653d0-c18c-4206-8680-796afc1b9014" providerId="ADAL" clId="{C3815D50-901D-452B-8C64-89E35376C915}" dt="2021-01-08T09:34:05.251" v="467" actId="47"/>
        <pc:sldMasterMkLst>
          <pc:docMk/>
          <pc:sldMasterMk cId="2555835750" sldId="2147483648"/>
        </pc:sldMasterMkLst>
        <pc:sldLayoutChg chg="del">
          <pc:chgData name="Christophe JAN" userId="dd7653d0-c18c-4206-8680-796afc1b9014" providerId="ADAL" clId="{C3815D50-901D-452B-8C64-89E35376C915}" dt="2021-01-08T09:33:54.364" v="454" actId="47"/>
          <pc:sldLayoutMkLst>
            <pc:docMk/>
            <pc:sldMasterMk cId="2555835750" sldId="2147483648"/>
            <pc:sldLayoutMk cId="3763790844" sldId="2147483667"/>
          </pc:sldLayoutMkLst>
        </pc:sldLayoutChg>
        <pc:sldLayoutChg chg="del">
          <pc:chgData name="Christophe JAN" userId="dd7653d0-c18c-4206-8680-796afc1b9014" providerId="ADAL" clId="{C3815D50-901D-452B-8C64-89E35376C915}" dt="2021-01-08T09:34:04.295" v="466" actId="47"/>
          <pc:sldLayoutMkLst>
            <pc:docMk/>
            <pc:sldMasterMk cId="2555835750" sldId="2147483648"/>
            <pc:sldLayoutMk cId="3084301374" sldId="2147483668"/>
          </pc:sldLayoutMkLst>
        </pc:sldLayoutChg>
        <pc:sldLayoutChg chg="del">
          <pc:chgData name="Christophe JAN" userId="dd7653d0-c18c-4206-8680-796afc1b9014" providerId="ADAL" clId="{C3815D50-901D-452B-8C64-89E35376C915}" dt="2021-01-08T09:34:05.251" v="467" actId="47"/>
          <pc:sldLayoutMkLst>
            <pc:docMk/>
            <pc:sldMasterMk cId="2555835750" sldId="2147483648"/>
            <pc:sldLayoutMk cId="3383090660" sldId="2147483669"/>
          </pc:sldLayoutMkLst>
        </pc:sldLayoutChg>
        <pc:sldLayoutChg chg="del">
          <pc:chgData name="Christophe JAN" userId="dd7653d0-c18c-4206-8680-796afc1b9014" providerId="ADAL" clId="{C3815D50-901D-452B-8C64-89E35376C915}" dt="2021-01-08T09:34:03.567" v="465" actId="47"/>
          <pc:sldLayoutMkLst>
            <pc:docMk/>
            <pc:sldMasterMk cId="2555835750" sldId="2147483648"/>
            <pc:sldLayoutMk cId="3213780566" sldId="2147483670"/>
          </pc:sldLayoutMkLst>
        </pc:sldLayoutChg>
      </pc:sldMasterChg>
    </pc:docChg>
  </pc:docChgLst>
  <pc:docChgLst>
    <pc:chgData name="Christophe JAN" userId="dd7653d0-c18c-4206-8680-796afc1b9014" providerId="ADAL" clId="{DEE3BC69-6852-46D0-A809-109D25E18BC3}"/>
    <pc:docChg chg="addSld delSld modSld">
      <pc:chgData name="Christophe JAN" userId="dd7653d0-c18c-4206-8680-796afc1b9014" providerId="ADAL" clId="{DEE3BC69-6852-46D0-A809-109D25E18BC3}" dt="2023-09-27T13:46:49.310" v="1"/>
      <pc:docMkLst>
        <pc:docMk/>
      </pc:docMkLst>
      <pc:sldChg chg="add del">
        <pc:chgData name="Christophe JAN" userId="dd7653d0-c18c-4206-8680-796afc1b9014" providerId="ADAL" clId="{DEE3BC69-6852-46D0-A809-109D25E18BC3}" dt="2023-09-27T13:46:49.310" v="1"/>
        <pc:sldMkLst>
          <pc:docMk/>
          <pc:sldMk cId="2754511314" sldId="826"/>
        </pc:sldMkLst>
      </pc:sldChg>
    </pc:docChg>
  </pc:docChgLst>
  <pc:docChgLst>
    <pc:chgData name="Christophe JAN" userId="dd7653d0-c18c-4206-8680-796afc1b9014" providerId="ADAL" clId="{191408FE-6F4A-4AA5-A342-B2D133BF394C}"/>
    <pc:docChg chg="modSld">
      <pc:chgData name="Christophe JAN" userId="dd7653d0-c18c-4206-8680-796afc1b9014" providerId="ADAL" clId="{191408FE-6F4A-4AA5-A342-B2D133BF394C}" dt="2021-04-15T08:54:27.887" v="0" actId="207"/>
      <pc:docMkLst>
        <pc:docMk/>
      </pc:docMkLst>
      <pc:sldChg chg="modSp mod">
        <pc:chgData name="Christophe JAN" userId="dd7653d0-c18c-4206-8680-796afc1b9014" providerId="ADAL" clId="{191408FE-6F4A-4AA5-A342-B2D133BF394C}" dt="2021-04-15T08:54:27.887" v="0" actId="207"/>
        <pc:sldMkLst>
          <pc:docMk/>
          <pc:sldMk cId="2903573397" sldId="822"/>
        </pc:sldMkLst>
        <pc:spChg chg="mod">
          <ac:chgData name="Christophe JAN" userId="dd7653d0-c18c-4206-8680-796afc1b9014" providerId="ADAL" clId="{191408FE-6F4A-4AA5-A342-B2D133BF394C}" dt="2021-04-15T08:54:27.887" v="0" actId="207"/>
          <ac:spMkLst>
            <pc:docMk/>
            <pc:sldMk cId="2903573397" sldId="822"/>
            <ac:spMk id="2" creationId="{69CB7BEC-905A-47A8-9235-60040AE4F0BE}"/>
          </ac:spMkLst>
        </pc:spChg>
      </pc:sldChg>
    </pc:docChg>
  </pc:docChgLst>
  <pc:docChgLst>
    <pc:chgData name="Christophe JAN" userId="dd7653d0-c18c-4206-8680-796afc1b9014" providerId="ADAL" clId="{01180866-E29E-4258-B13D-525CBBBAC8E5}"/>
    <pc:docChg chg="undo custSel addSld delSld modSld modMainMaster">
      <pc:chgData name="Christophe JAN" userId="dd7653d0-c18c-4206-8680-796afc1b9014" providerId="ADAL" clId="{01180866-E29E-4258-B13D-525CBBBAC8E5}" dt="2020-09-17T16:02:35.708" v="173" actId="680"/>
      <pc:docMkLst>
        <pc:docMk/>
      </pc:docMkLst>
      <pc:sldChg chg="modSp mod">
        <pc:chgData name="Christophe JAN" userId="dd7653d0-c18c-4206-8680-796afc1b9014" providerId="ADAL" clId="{01180866-E29E-4258-B13D-525CBBBAC8E5}" dt="2020-09-17T09:53:07.897" v="137"/>
        <pc:sldMkLst>
          <pc:docMk/>
          <pc:sldMk cId="3464277310" sldId="816"/>
        </pc:sldMkLst>
        <pc:spChg chg="mod">
          <ac:chgData name="Christophe JAN" userId="dd7653d0-c18c-4206-8680-796afc1b9014" providerId="ADAL" clId="{01180866-E29E-4258-B13D-525CBBBAC8E5}" dt="2020-09-17T09:53:07.897" v="137"/>
          <ac:spMkLst>
            <pc:docMk/>
            <pc:sldMk cId="3464277310" sldId="816"/>
            <ac:spMk id="2" creationId="{00000000-0000-0000-0000-000000000000}"/>
          </ac:spMkLst>
        </pc:spChg>
      </pc:sldChg>
      <pc:sldChg chg="modSp mod">
        <pc:chgData name="Christophe JAN" userId="dd7653d0-c18c-4206-8680-796afc1b9014" providerId="ADAL" clId="{01180866-E29E-4258-B13D-525CBBBAC8E5}" dt="2020-09-17T09:48:21.863" v="62" actId="1035"/>
        <pc:sldMkLst>
          <pc:docMk/>
          <pc:sldMk cId="2754511314" sldId="826"/>
        </pc:sldMkLst>
        <pc:spChg chg="mod">
          <ac:chgData name="Christophe JAN" userId="dd7653d0-c18c-4206-8680-796afc1b9014" providerId="ADAL" clId="{01180866-E29E-4258-B13D-525CBBBAC8E5}" dt="2020-09-17T09:48:21.863" v="62" actId="1035"/>
          <ac:spMkLst>
            <pc:docMk/>
            <pc:sldMk cId="2754511314" sldId="826"/>
            <ac:spMk id="5" creationId="{3307778A-7DF8-403F-AE96-11A72D1E18BC}"/>
          </ac:spMkLst>
        </pc:spChg>
      </pc:sldChg>
      <pc:sldChg chg="addSp delSp modSp mod">
        <pc:chgData name="Christophe JAN" userId="dd7653d0-c18c-4206-8680-796afc1b9014" providerId="ADAL" clId="{01180866-E29E-4258-B13D-525CBBBAC8E5}" dt="2020-09-17T14:16:52.203" v="171" actId="20577"/>
        <pc:sldMkLst>
          <pc:docMk/>
          <pc:sldMk cId="3369747713" sldId="827"/>
        </pc:sldMkLst>
        <pc:spChg chg="add mod">
          <ac:chgData name="Christophe JAN" userId="dd7653d0-c18c-4206-8680-796afc1b9014" providerId="ADAL" clId="{01180866-E29E-4258-B13D-525CBBBAC8E5}" dt="2020-09-17T14:16:52.203" v="171" actId="20577"/>
          <ac:spMkLst>
            <pc:docMk/>
            <pc:sldMk cId="3369747713" sldId="827"/>
            <ac:spMk id="3" creationId="{0ABA264D-9321-4BF9-93BC-3EF70687F654}"/>
          </ac:spMkLst>
        </pc:spChg>
        <pc:spChg chg="del mod">
          <ac:chgData name="Christophe JAN" userId="dd7653d0-c18c-4206-8680-796afc1b9014" providerId="ADAL" clId="{01180866-E29E-4258-B13D-525CBBBAC8E5}" dt="2020-09-17T09:48:58.715" v="67" actId="478"/>
          <ac:spMkLst>
            <pc:docMk/>
            <pc:sldMk cId="3369747713" sldId="827"/>
            <ac:spMk id="9" creationId="{40E3BFB4-F8A7-469A-B1EC-B0306EC6E464}"/>
          </ac:spMkLst>
        </pc:spChg>
      </pc:sldChg>
      <pc:sldChg chg="addSp modSp mod">
        <pc:chgData name="Christophe JAN" userId="dd7653d0-c18c-4206-8680-796afc1b9014" providerId="ADAL" clId="{01180866-E29E-4258-B13D-525CBBBAC8E5}" dt="2020-09-17T09:51:10.293" v="135" actId="20577"/>
        <pc:sldMkLst>
          <pc:docMk/>
          <pc:sldMk cId="1182028016" sldId="828"/>
        </pc:sldMkLst>
        <pc:spChg chg="mod">
          <ac:chgData name="Christophe JAN" userId="dd7653d0-c18c-4206-8680-796afc1b9014" providerId="ADAL" clId="{01180866-E29E-4258-B13D-525CBBBAC8E5}" dt="2020-09-17T09:51:10.293" v="135" actId="20577"/>
          <ac:spMkLst>
            <pc:docMk/>
            <pc:sldMk cId="1182028016" sldId="828"/>
            <ac:spMk id="27" creationId="{59EF9BDD-CCA1-4E6F-9056-1D76E68BDDE5}"/>
          </ac:spMkLst>
        </pc:spChg>
        <pc:picChg chg="add mod">
          <ac:chgData name="Christophe JAN" userId="dd7653d0-c18c-4206-8680-796afc1b9014" providerId="ADAL" clId="{01180866-E29E-4258-B13D-525CBBBAC8E5}" dt="2020-09-17T09:51:05.127" v="134" actId="1038"/>
          <ac:picMkLst>
            <pc:docMk/>
            <pc:sldMk cId="1182028016" sldId="828"/>
            <ac:picMk id="3" creationId="{2967F11C-BF1D-4E23-A965-E4392BB9E600}"/>
          </ac:picMkLst>
        </pc:picChg>
        <pc:picChg chg="mod">
          <ac:chgData name="Christophe JAN" userId="dd7653d0-c18c-4206-8680-796afc1b9014" providerId="ADAL" clId="{01180866-E29E-4258-B13D-525CBBBAC8E5}" dt="2020-09-17T09:49:45.042" v="108" actId="1076"/>
          <ac:picMkLst>
            <pc:docMk/>
            <pc:sldMk cId="1182028016" sldId="828"/>
            <ac:picMk id="7" creationId="{FED773AA-5CB6-426F-AB09-783094754FF8}"/>
          </ac:picMkLst>
        </pc:picChg>
        <pc:picChg chg="mod">
          <ac:chgData name="Christophe JAN" userId="dd7653d0-c18c-4206-8680-796afc1b9014" providerId="ADAL" clId="{01180866-E29E-4258-B13D-525CBBBAC8E5}" dt="2020-09-17T09:49:27.423" v="106" actId="1076"/>
          <ac:picMkLst>
            <pc:docMk/>
            <pc:sldMk cId="1182028016" sldId="828"/>
            <ac:picMk id="9" creationId="{4361D78A-4E2E-40BE-B471-A959598C63CD}"/>
          </ac:picMkLst>
        </pc:picChg>
        <pc:picChg chg="mod">
          <ac:chgData name="Christophe JAN" userId="dd7653d0-c18c-4206-8680-796afc1b9014" providerId="ADAL" clId="{01180866-E29E-4258-B13D-525CBBBAC8E5}" dt="2020-09-17T09:49:31.171" v="107" actId="1076"/>
          <ac:picMkLst>
            <pc:docMk/>
            <pc:sldMk cId="1182028016" sldId="828"/>
            <ac:picMk id="11" creationId="{6EFC3C6A-D30E-4E7B-BFFA-D215BF767332}"/>
          </ac:picMkLst>
        </pc:picChg>
        <pc:picChg chg="mod">
          <ac:chgData name="Christophe JAN" userId="dd7653d0-c18c-4206-8680-796afc1b9014" providerId="ADAL" clId="{01180866-E29E-4258-B13D-525CBBBAC8E5}" dt="2020-09-17T09:47:34.634" v="12" actId="1076"/>
          <ac:picMkLst>
            <pc:docMk/>
            <pc:sldMk cId="1182028016" sldId="828"/>
            <ac:picMk id="13" creationId="{5E4558F8-A0DC-4140-ADD6-A35F6DA512FB}"/>
          </ac:picMkLst>
        </pc:picChg>
        <pc:picChg chg="mod">
          <ac:chgData name="Christophe JAN" userId="dd7653d0-c18c-4206-8680-796afc1b9014" providerId="ADAL" clId="{01180866-E29E-4258-B13D-525CBBBAC8E5}" dt="2020-09-17T09:49:21.079" v="85" actId="1038"/>
          <ac:picMkLst>
            <pc:docMk/>
            <pc:sldMk cId="1182028016" sldId="828"/>
            <ac:picMk id="15" creationId="{EABA9B86-8A30-4321-B4B1-816CB307B547}"/>
          </ac:picMkLst>
        </pc:picChg>
        <pc:picChg chg="mod">
          <ac:chgData name="Christophe JAN" userId="dd7653d0-c18c-4206-8680-796afc1b9014" providerId="ADAL" clId="{01180866-E29E-4258-B13D-525CBBBAC8E5}" dt="2020-09-17T09:49:19.032" v="77" actId="1038"/>
          <ac:picMkLst>
            <pc:docMk/>
            <pc:sldMk cId="1182028016" sldId="828"/>
            <ac:picMk id="17" creationId="{CBE16192-2C5E-4721-A95E-EE3910CF6B68}"/>
          </ac:picMkLst>
        </pc:picChg>
        <pc:picChg chg="mod">
          <ac:chgData name="Christophe JAN" userId="dd7653d0-c18c-4206-8680-796afc1b9014" providerId="ADAL" clId="{01180866-E29E-4258-B13D-525CBBBAC8E5}" dt="2020-09-17T09:50:35.417" v="124" actId="1076"/>
          <ac:picMkLst>
            <pc:docMk/>
            <pc:sldMk cId="1182028016" sldId="828"/>
            <ac:picMk id="19" creationId="{8EC75EDD-EF5E-4814-95A1-D02B9317B556}"/>
          </ac:picMkLst>
        </pc:picChg>
      </pc:sldChg>
      <pc:sldChg chg="new del">
        <pc:chgData name="Christophe JAN" userId="dd7653d0-c18c-4206-8680-796afc1b9014" providerId="ADAL" clId="{01180866-E29E-4258-B13D-525CBBBAC8E5}" dt="2020-09-17T10:01:05.700" v="165" actId="47"/>
        <pc:sldMkLst>
          <pc:docMk/>
          <pc:sldMk cId="3628578118" sldId="831"/>
        </pc:sldMkLst>
      </pc:sldChg>
      <pc:sldChg chg="new">
        <pc:chgData name="Christophe JAN" userId="dd7653d0-c18c-4206-8680-796afc1b9014" providerId="ADAL" clId="{01180866-E29E-4258-B13D-525CBBBAC8E5}" dt="2020-09-17T16:02:31.702" v="172" actId="680"/>
        <pc:sldMkLst>
          <pc:docMk/>
          <pc:sldMk cId="4230141254" sldId="831"/>
        </pc:sldMkLst>
      </pc:sldChg>
      <pc:sldChg chg="new del">
        <pc:chgData name="Christophe JAN" userId="dd7653d0-c18c-4206-8680-796afc1b9014" providerId="ADAL" clId="{01180866-E29E-4258-B13D-525CBBBAC8E5}" dt="2020-09-17T10:01:07.776" v="166" actId="47"/>
        <pc:sldMkLst>
          <pc:docMk/>
          <pc:sldMk cId="878704266" sldId="832"/>
        </pc:sldMkLst>
      </pc:sldChg>
      <pc:sldChg chg="new">
        <pc:chgData name="Christophe JAN" userId="dd7653d0-c18c-4206-8680-796afc1b9014" providerId="ADAL" clId="{01180866-E29E-4258-B13D-525CBBBAC8E5}" dt="2020-09-17T16:02:35.708" v="173" actId="680"/>
        <pc:sldMkLst>
          <pc:docMk/>
          <pc:sldMk cId="3148157977" sldId="832"/>
        </pc:sldMkLst>
      </pc:sldChg>
      <pc:sldMasterChg chg="modSldLayout">
        <pc:chgData name="Christophe JAN" userId="dd7653d0-c18c-4206-8680-796afc1b9014" providerId="ADAL" clId="{01180866-E29E-4258-B13D-525CBBBAC8E5}" dt="2020-09-17T10:00:09.428" v="162" actId="22"/>
        <pc:sldMasterMkLst>
          <pc:docMk/>
          <pc:sldMasterMk cId="2555835750" sldId="2147483648"/>
        </pc:sldMasterMkLst>
        <pc:sldLayoutChg chg="delSp modSp mod">
          <pc:chgData name="Christophe JAN" userId="dd7653d0-c18c-4206-8680-796afc1b9014" providerId="ADAL" clId="{01180866-E29E-4258-B13D-525CBBBAC8E5}" dt="2020-09-17T09:59:28.547" v="156" actId="1037"/>
          <pc:sldLayoutMkLst>
            <pc:docMk/>
            <pc:sldMasterMk cId="2555835750" sldId="2147483648"/>
            <pc:sldLayoutMk cId="4240777538" sldId="2147483651"/>
          </pc:sldLayoutMkLst>
          <pc:picChg chg="mod">
            <ac:chgData name="Christophe JAN" userId="dd7653d0-c18c-4206-8680-796afc1b9014" providerId="ADAL" clId="{01180866-E29E-4258-B13D-525CBBBAC8E5}" dt="2020-09-17T09:59:28.547" v="156" actId="1037"/>
            <ac:picMkLst>
              <pc:docMk/>
              <pc:sldMasterMk cId="2555835750" sldId="2147483648"/>
              <pc:sldLayoutMk cId="4240777538" sldId="2147483651"/>
              <ac:picMk id="9" creationId="{2E20256C-C7C0-4F4C-B208-34CE85FDBBD6}"/>
            </ac:picMkLst>
          </pc:picChg>
          <pc:picChg chg="del">
            <ac:chgData name="Christophe JAN" userId="dd7653d0-c18c-4206-8680-796afc1b9014" providerId="ADAL" clId="{01180866-E29E-4258-B13D-525CBBBAC8E5}" dt="2020-09-17T09:58:06.089" v="138" actId="478"/>
            <ac:picMkLst>
              <pc:docMk/>
              <pc:sldMasterMk cId="2555835750" sldId="2147483648"/>
              <pc:sldLayoutMk cId="4240777538" sldId="2147483651"/>
              <ac:picMk id="10" creationId="{1C103CCA-9F3D-43D5-BF4C-9DC98A2C3BBD}"/>
            </ac:picMkLst>
          </pc:picChg>
        </pc:sldLayoutChg>
        <pc:sldLayoutChg chg="addSp delSp mod">
          <pc:chgData name="Christophe JAN" userId="dd7653d0-c18c-4206-8680-796afc1b9014" providerId="ADAL" clId="{01180866-E29E-4258-B13D-525CBBBAC8E5}" dt="2020-09-17T10:00:07.578" v="161" actId="22"/>
          <pc:sldLayoutMkLst>
            <pc:docMk/>
            <pc:sldMasterMk cId="2555835750" sldId="2147483648"/>
            <pc:sldLayoutMk cId="1236712234" sldId="2147483661"/>
          </pc:sldLayoutMkLst>
          <pc:picChg chg="del">
            <ac:chgData name="Christophe JAN" userId="dd7653d0-c18c-4206-8680-796afc1b9014" providerId="ADAL" clId="{01180866-E29E-4258-B13D-525CBBBAC8E5}" dt="2020-09-17T09:58:12.084" v="140" actId="478"/>
            <ac:picMkLst>
              <pc:docMk/>
              <pc:sldMasterMk cId="2555835750" sldId="2147483648"/>
              <pc:sldLayoutMk cId="1236712234" sldId="2147483661"/>
              <ac:picMk id="3" creationId="{9E15806F-528F-40E8-94D9-8A36AACBB4EB}"/>
            </ac:picMkLst>
          </pc:picChg>
          <pc:picChg chg="del">
            <ac:chgData name="Christophe JAN" userId="dd7653d0-c18c-4206-8680-796afc1b9014" providerId="ADAL" clId="{01180866-E29E-4258-B13D-525CBBBAC8E5}" dt="2020-09-17T09:59:55.665" v="158" actId="478"/>
            <ac:picMkLst>
              <pc:docMk/>
              <pc:sldMasterMk cId="2555835750" sldId="2147483648"/>
              <pc:sldLayoutMk cId="1236712234" sldId="2147483661"/>
              <ac:picMk id="4" creationId="{879AA5E6-E31C-4D04-BB46-FAAD4C5217FF}"/>
            </ac:picMkLst>
          </pc:picChg>
          <pc:picChg chg="add">
            <ac:chgData name="Christophe JAN" userId="dd7653d0-c18c-4206-8680-796afc1b9014" providerId="ADAL" clId="{01180866-E29E-4258-B13D-525CBBBAC8E5}" dt="2020-09-17T10:00:07.578" v="161" actId="22"/>
            <ac:picMkLst>
              <pc:docMk/>
              <pc:sldMasterMk cId="2555835750" sldId="2147483648"/>
              <pc:sldLayoutMk cId="1236712234" sldId="2147483661"/>
              <ac:picMk id="5" creationId="{6CB53FC2-6C1F-48C0-AC80-34A0D950BB51}"/>
            </ac:picMkLst>
          </pc:picChg>
        </pc:sldLayoutChg>
        <pc:sldLayoutChg chg="addSp delSp mod">
          <pc:chgData name="Christophe JAN" userId="dd7653d0-c18c-4206-8680-796afc1b9014" providerId="ADAL" clId="{01180866-E29E-4258-B13D-525CBBBAC8E5}" dt="2020-09-17T10:00:09.428" v="162" actId="22"/>
          <pc:sldLayoutMkLst>
            <pc:docMk/>
            <pc:sldMasterMk cId="2555835750" sldId="2147483648"/>
            <pc:sldLayoutMk cId="3731706690" sldId="2147483662"/>
          </pc:sldLayoutMkLst>
          <pc:picChg chg="del">
            <ac:chgData name="Christophe JAN" userId="dd7653d0-c18c-4206-8680-796afc1b9014" providerId="ADAL" clId="{01180866-E29E-4258-B13D-525CBBBAC8E5}" dt="2020-09-17T09:58:14.829" v="141" actId="478"/>
            <ac:picMkLst>
              <pc:docMk/>
              <pc:sldMasterMk cId="2555835750" sldId="2147483648"/>
              <pc:sldLayoutMk cId="3731706690" sldId="2147483662"/>
              <ac:picMk id="3" creationId="{B043D8F6-5E8A-4EC1-84B1-6B741153F3EF}"/>
            </ac:picMkLst>
          </pc:picChg>
          <pc:picChg chg="del">
            <ac:chgData name="Christophe JAN" userId="dd7653d0-c18c-4206-8680-796afc1b9014" providerId="ADAL" clId="{01180866-E29E-4258-B13D-525CBBBAC8E5}" dt="2020-09-17T09:59:58.329" v="159" actId="478"/>
            <ac:picMkLst>
              <pc:docMk/>
              <pc:sldMasterMk cId="2555835750" sldId="2147483648"/>
              <pc:sldLayoutMk cId="3731706690" sldId="2147483662"/>
              <ac:picMk id="4" creationId="{20940A8C-0046-4D3B-88C5-5EAC1381A692}"/>
            </ac:picMkLst>
          </pc:picChg>
          <pc:picChg chg="add">
            <ac:chgData name="Christophe JAN" userId="dd7653d0-c18c-4206-8680-796afc1b9014" providerId="ADAL" clId="{01180866-E29E-4258-B13D-525CBBBAC8E5}" dt="2020-09-17T10:00:09.428" v="162" actId="22"/>
            <ac:picMkLst>
              <pc:docMk/>
              <pc:sldMasterMk cId="2555835750" sldId="2147483648"/>
              <pc:sldLayoutMk cId="3731706690" sldId="2147483662"/>
              <ac:picMk id="6" creationId="{EFBEF140-E0A0-45DF-BA2E-19BBE6E37F8C}"/>
            </ac:picMkLst>
          </pc:picChg>
        </pc:sldLayoutChg>
        <pc:sldLayoutChg chg="addSp delSp mod">
          <pc:chgData name="Christophe JAN" userId="dd7653d0-c18c-4206-8680-796afc1b9014" providerId="ADAL" clId="{01180866-E29E-4258-B13D-525CBBBAC8E5}" dt="2020-09-17T10:00:05.456" v="160" actId="22"/>
          <pc:sldLayoutMkLst>
            <pc:docMk/>
            <pc:sldMasterMk cId="2555835750" sldId="2147483648"/>
            <pc:sldLayoutMk cId="3538771866" sldId="2147483663"/>
          </pc:sldLayoutMkLst>
          <pc:picChg chg="del">
            <ac:chgData name="Christophe JAN" userId="dd7653d0-c18c-4206-8680-796afc1b9014" providerId="ADAL" clId="{01180866-E29E-4258-B13D-525CBBBAC8E5}" dt="2020-09-17T09:59:52.553" v="157" actId="478"/>
            <ac:picMkLst>
              <pc:docMk/>
              <pc:sldMasterMk cId="2555835750" sldId="2147483648"/>
              <pc:sldLayoutMk cId="3538771866" sldId="2147483663"/>
              <ac:picMk id="3" creationId="{E33898B2-9009-450D-8B2B-91436D235204}"/>
            </ac:picMkLst>
          </pc:picChg>
          <pc:picChg chg="del">
            <ac:chgData name="Christophe JAN" userId="dd7653d0-c18c-4206-8680-796afc1b9014" providerId="ADAL" clId="{01180866-E29E-4258-B13D-525CBBBAC8E5}" dt="2020-09-17T09:58:09.454" v="139" actId="478"/>
            <ac:picMkLst>
              <pc:docMk/>
              <pc:sldMasterMk cId="2555835750" sldId="2147483648"/>
              <pc:sldLayoutMk cId="3538771866" sldId="2147483663"/>
              <ac:picMk id="4" creationId="{C74FD140-18A8-43F7-8B57-89501523079E}"/>
            </ac:picMkLst>
          </pc:picChg>
          <pc:picChg chg="add">
            <ac:chgData name="Christophe JAN" userId="dd7653d0-c18c-4206-8680-796afc1b9014" providerId="ADAL" clId="{01180866-E29E-4258-B13D-525CBBBAC8E5}" dt="2020-09-17T10:00:05.456" v="160" actId="22"/>
            <ac:picMkLst>
              <pc:docMk/>
              <pc:sldMasterMk cId="2555835750" sldId="2147483648"/>
              <pc:sldLayoutMk cId="3538771866" sldId="2147483663"/>
              <ac:picMk id="5" creationId="{759B7464-57AE-49C9-A029-FAC73069BBB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FC654-27C3-4BE0-8017-4084F847D33A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3E40A-55E7-451D-A8CD-EEB3D6CB3F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889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1EF187D-BE36-8183-EB3D-8653CC612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1F64CB5-5DF9-63D2-4C6D-8A8AE1E9DB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902005"/>
            <a:ext cx="1383030" cy="823484"/>
          </a:xfrm>
          <a:prstGeom prst="rect">
            <a:avLst/>
          </a:prstGeom>
        </p:spPr>
      </p:pic>
      <p:sp>
        <p:nvSpPr>
          <p:cNvPr id="11" name="Espace réservé du titre 1">
            <a:extLst>
              <a:ext uri="{FF2B5EF4-FFF2-40B4-BE49-F238E27FC236}">
                <a16:creationId xmlns:a16="http://schemas.microsoft.com/office/drawing/2014/main" id="{630A901B-ED5C-6466-A3A8-F45D75F53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7267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présentation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8F6266B-B976-5819-7444-77169CF13C5E}"/>
              </a:ext>
            </a:extLst>
          </p:cNvPr>
          <p:cNvSpPr txBox="1"/>
          <p:nvPr userDrawn="1"/>
        </p:nvSpPr>
        <p:spPr>
          <a:xfrm>
            <a:off x="6297931" y="4472829"/>
            <a:ext cx="2288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i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L’économie de demain est là</a:t>
            </a:r>
            <a:endParaRPr lang="fr-FR" sz="140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57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D03E8A4-99FC-4DC1-B4EF-2A6CB827C7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41010" y="2301375"/>
            <a:ext cx="4571999" cy="484043"/>
          </a:xfrm>
        </p:spPr>
        <p:txBody>
          <a:bodyPr>
            <a:normAutofit/>
          </a:bodyPr>
          <a:lstStyle>
            <a:lvl1pPr marL="0" indent="0" algn="l">
              <a:buNone/>
              <a:defRPr sz="30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fr-FR" dirty="0"/>
              <a:t>Titre du chapitre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1407E6C-FA5F-4B16-8FD1-85882FE64E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41011" y="2847807"/>
            <a:ext cx="4572000" cy="398846"/>
          </a:xfrm>
        </p:spPr>
        <p:txBody>
          <a:bodyPr>
            <a:normAutofit/>
          </a:bodyPr>
          <a:lstStyle>
            <a:lvl1pPr marL="0" indent="0" algn="l">
              <a:buNone/>
              <a:defRPr sz="13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fr-FR" dirty="0"/>
              <a:t>Sous-titre du chapitre</a:t>
            </a:r>
          </a:p>
        </p:txBody>
      </p:sp>
      <p:sp>
        <p:nvSpPr>
          <p:cNvPr id="2" name="Espace réservé du numéro de diapositive 14">
            <a:extLst>
              <a:ext uri="{FF2B5EF4-FFF2-40B4-BE49-F238E27FC236}">
                <a16:creationId xmlns:a16="http://schemas.microsoft.com/office/drawing/2014/main" id="{111EB350-2F8F-7E69-DAAD-09023BA0E95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13011" y="4767263"/>
            <a:ext cx="485814" cy="273844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  <a:latin typeface="Be Vietnam Pro" pitchFamily="2" charset="77"/>
              </a:defRPr>
            </a:lvl1pPr>
          </a:lstStyle>
          <a:p>
            <a:fld id="{81DC54EC-DD77-44A3-BD49-597046A02B8B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590DB3-15F1-79E6-1061-63A0566C8E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010" y="1612095"/>
            <a:ext cx="1101253" cy="44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0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EDD37682-B57C-4E11-8C33-D7483895CB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08" y="473569"/>
            <a:ext cx="3943775" cy="568578"/>
          </a:xfrm>
        </p:spPr>
        <p:txBody>
          <a:bodyPr anchor="t">
            <a:noAutofit/>
          </a:bodyPr>
          <a:lstStyle>
            <a:lvl1pPr>
              <a:defRPr sz="3000" b="1" i="0">
                <a:solidFill>
                  <a:srgbClr val="2D8A8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B16806-0472-470F-BA04-06D269FB3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2508" y="1259075"/>
            <a:ext cx="5521308" cy="2976749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F0A010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F0A010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</a:lstStyle>
          <a:p>
            <a:pPr lvl="0"/>
            <a:r>
              <a:rPr lang="fr-FR" dirty="0"/>
              <a:t>Sous-titre 1</a:t>
            </a:r>
          </a:p>
          <a:p>
            <a:pPr lvl="1"/>
            <a:r>
              <a:rPr lang="fr-FR" dirty="0"/>
              <a:t>Texte courant</a:t>
            </a:r>
          </a:p>
          <a:p>
            <a:pPr lvl="2"/>
            <a:r>
              <a:rPr lang="fr-FR" dirty="0"/>
              <a:t>Texte courant 2e niveau</a:t>
            </a:r>
          </a:p>
        </p:txBody>
      </p:sp>
      <p:sp>
        <p:nvSpPr>
          <p:cNvPr id="12" name="Espace réservé du numéro de diapositive 14">
            <a:extLst>
              <a:ext uri="{FF2B5EF4-FFF2-40B4-BE49-F238E27FC236}">
                <a16:creationId xmlns:a16="http://schemas.microsoft.com/office/drawing/2014/main" id="{242566A9-BC44-4174-8F89-49CD2A6BA4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13011" y="4767263"/>
            <a:ext cx="485814" cy="273844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  <a:latin typeface="Be Vietnam Pro" pitchFamily="2" charset="77"/>
              </a:defRPr>
            </a:lvl1pPr>
          </a:lstStyle>
          <a:p>
            <a:fld id="{81DC54EC-DD77-44A3-BD49-597046A02B8B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9E14509-027A-9B3F-25BD-219402966A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384" y="1042147"/>
            <a:ext cx="850354" cy="45092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85853E7-679A-0349-890E-BE9A7BE488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1" y="4767263"/>
            <a:ext cx="443907" cy="264311"/>
          </a:xfrm>
          <a:prstGeom prst="rect">
            <a:avLst/>
          </a:prstGeom>
        </p:spPr>
      </p:pic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FD422010-E168-65EA-0137-0542B52D3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4382" y="1614994"/>
            <a:ext cx="1738629" cy="2220686"/>
          </a:xfrm>
        </p:spPr>
        <p:txBody>
          <a:bodyPr>
            <a:normAutofit/>
          </a:bodyPr>
          <a:lstStyle>
            <a:lvl1pPr marL="0" indent="0" algn="l">
              <a:buNone/>
              <a:defRPr sz="1300" i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fr-FR" dirty="0"/>
              <a:t>Verbatim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7D7A77B-4D1E-2121-5878-ECC3581D6C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62657" y="3945560"/>
            <a:ext cx="850354" cy="45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7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ntenu-BandeauOc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1BB2679B-8C80-44A3-BAA6-779385D5F0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468" y="0"/>
            <a:ext cx="2673531" cy="514350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42DBE034-EA38-4671-7D72-EE728CD52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08" y="473569"/>
            <a:ext cx="3943775" cy="568578"/>
          </a:xfrm>
        </p:spPr>
        <p:txBody>
          <a:bodyPr anchor="t">
            <a:noAutofit/>
          </a:bodyPr>
          <a:lstStyle>
            <a:lvl1pPr algn="l">
              <a:defRPr sz="3000" b="1" i="0">
                <a:solidFill>
                  <a:srgbClr val="2D8A8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AB6EAA7F-9E3D-26D0-2FF8-8F234BB08C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2508" y="1259075"/>
            <a:ext cx="5521308" cy="2976749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F0A010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F0A010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</a:lstStyle>
          <a:p>
            <a:pPr lvl="0"/>
            <a:r>
              <a:rPr lang="fr-FR" dirty="0"/>
              <a:t>Sous-titre 1</a:t>
            </a:r>
          </a:p>
          <a:p>
            <a:pPr lvl="1"/>
            <a:r>
              <a:rPr lang="fr-FR" dirty="0"/>
              <a:t>Texte courant</a:t>
            </a:r>
          </a:p>
          <a:p>
            <a:pPr lvl="2"/>
            <a:r>
              <a:rPr lang="fr-FR" dirty="0"/>
              <a:t>Texte courant 2e niveau</a:t>
            </a:r>
          </a:p>
        </p:txBody>
      </p:sp>
      <p:sp>
        <p:nvSpPr>
          <p:cNvPr id="9" name="Espace réservé du numéro de diapositive 14">
            <a:extLst>
              <a:ext uri="{FF2B5EF4-FFF2-40B4-BE49-F238E27FC236}">
                <a16:creationId xmlns:a16="http://schemas.microsoft.com/office/drawing/2014/main" id="{9A92076A-67C1-B805-7971-E19D94089A8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13011" y="4767263"/>
            <a:ext cx="485814" cy="273844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Be Vietnam Pro" pitchFamily="2" charset="77"/>
              </a:defRPr>
            </a:lvl1pPr>
          </a:lstStyle>
          <a:p>
            <a:fld id="{81DC54EC-DD77-44A3-BD49-597046A02B8B}" type="slidenum">
              <a:rPr lang="fr-FR" smtClean="0"/>
              <a:pPr/>
              <a:t>‹N°›</a:t>
            </a:fld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CF686C5-FC67-0546-2205-9D096BAE49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1" y="4767263"/>
            <a:ext cx="443907" cy="264311"/>
          </a:xfrm>
          <a:prstGeom prst="rect">
            <a:avLst/>
          </a:prstGeom>
        </p:spPr>
      </p:pic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A45960CD-0373-952E-5677-FD4D80244D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70175" y="948579"/>
            <a:ext cx="1738629" cy="410435"/>
          </a:xfr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600" b="1" i="0">
                <a:solidFill>
                  <a:srgbClr val="F7A6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0"/>
            </a:lvl2pPr>
            <a:lvl3pPr marL="685800" indent="0">
              <a:buNone/>
              <a:defRPr sz="25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300" dirty="0">
                <a:effectLst/>
                <a:latin typeface="Verdana" panose="020B0604030504040204" pitchFamily="34" charset="0"/>
              </a:rPr>
              <a:t>1000</a:t>
            </a:r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385FB480-4707-17BF-2F24-C793347612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70176" y="1461407"/>
            <a:ext cx="1738629" cy="646308"/>
          </a:xfr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300" dirty="0">
                <a:effectLst/>
                <a:latin typeface="Verdana" panose="020B0604030504040204" pitchFamily="34" charset="0"/>
              </a:rPr>
              <a:t>chiffre clé</a:t>
            </a:r>
          </a:p>
        </p:txBody>
      </p:sp>
    </p:spTree>
    <p:extLst>
      <p:ext uri="{BB962C8B-B14F-4D97-AF65-F5344CB8AC3E}">
        <p14:creationId xmlns:p14="http://schemas.microsoft.com/office/powerpoint/2010/main" val="38845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DernièreCouvParten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45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DernièreCou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53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DernièreCouvPortrait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10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005D9F-BA3F-416C-B220-858788FC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829571-A20D-4E8B-989E-53F4E5CCC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CE550B-5017-4D1E-B93C-3EA957B9D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29CF21-CA5E-4804-8C75-CFE1D8E56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BF4448-FC63-416C-8775-1818805AD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C54EC-DD77-44A3-BD49-597046A02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83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51" r:id="rId3"/>
    <p:sldLayoutId id="2147483670" r:id="rId4"/>
    <p:sldLayoutId id="2147483652" r:id="rId5"/>
    <p:sldLayoutId id="2147483671" r:id="rId6"/>
    <p:sldLayoutId id="2147483672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38AAE5-A31E-41FA-0500-2DED03ED826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8268" y="648741"/>
            <a:ext cx="8079321" cy="25631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4800" b="1" dirty="0">
                <a:solidFill>
                  <a:schemeClr val="bg1"/>
                </a:solidFill>
              </a:rPr>
              <a:t>Titre de</a:t>
            </a:r>
          </a:p>
          <a:p>
            <a:pPr marL="0" indent="0">
              <a:buNone/>
            </a:pPr>
            <a:r>
              <a:rPr lang="fr-FR" sz="4800" b="1" dirty="0">
                <a:solidFill>
                  <a:schemeClr val="bg1"/>
                </a:solidFill>
              </a:rPr>
              <a:t>la présentation</a:t>
            </a:r>
            <a:endParaRPr lang="fr-FR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57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8AEA52B-6427-AF4C-A897-D4EAB46355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62B3DF-659B-C632-22B0-36BB188C34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27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68EA1A-03B3-634E-B2AB-DEC3399C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B1E1DB-B067-44DF-D9CB-20552019DF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1DC54EC-DD77-44A3-BD49-597046A02B8B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3D2FA01-B7B0-4D32-21BA-BC51B1150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2519530F-6F3E-18D8-8B71-A88925382D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508" y="1259075"/>
            <a:ext cx="5521308" cy="2976749"/>
          </a:xfrm>
        </p:spPr>
        <p:txBody>
          <a:bodyPr/>
          <a:lstStyle/>
          <a:p>
            <a:r>
              <a:rPr lang="fr-FR" dirty="0"/>
              <a:t>Sous-titre</a:t>
            </a:r>
          </a:p>
          <a:p>
            <a:pPr marL="285750" indent="-285750">
              <a:buClr>
                <a:srgbClr val="F7A600"/>
              </a:buClr>
              <a:buFont typeface="Arial" panose="020B0604020202020204" pitchFamily="34" charset="0"/>
              <a:buChar char="•"/>
            </a:pPr>
            <a:r>
              <a:rPr lang="fr-FR" sz="1400" b="0" dirty="0" err="1"/>
              <a:t>Rorrovide</a:t>
            </a:r>
            <a:r>
              <a:rPr lang="fr-FR" sz="1400" b="0" dirty="0"/>
              <a:t> </a:t>
            </a:r>
            <a:r>
              <a:rPr lang="fr-FR" sz="1400" b="0" dirty="0" err="1"/>
              <a:t>landem</a:t>
            </a:r>
            <a:r>
              <a:rPr lang="fr-FR" sz="1400" b="0" dirty="0"/>
              <a:t> que </a:t>
            </a:r>
            <a:r>
              <a:rPr lang="fr-FR" sz="1400" b="0" dirty="0" err="1"/>
              <a:t>dolupta</a:t>
            </a:r>
            <a:r>
              <a:rPr lang="fr-FR" sz="1400" b="0" dirty="0"/>
              <a:t>,</a:t>
            </a:r>
          </a:p>
          <a:p>
            <a:pPr marL="285750" indent="-285750">
              <a:buClr>
                <a:srgbClr val="F7A600"/>
              </a:buClr>
              <a:buFont typeface="Arial" panose="020B0604020202020204" pitchFamily="34" charset="0"/>
              <a:buChar char="•"/>
            </a:pPr>
            <a:r>
              <a:rPr lang="fr-FR" sz="1400" b="0" dirty="0"/>
              <a:t>Mem </a:t>
            </a:r>
            <a:r>
              <a:rPr lang="fr-FR" sz="1400" b="0" dirty="0" err="1"/>
              <a:t>debisci</a:t>
            </a:r>
            <a:r>
              <a:rPr lang="fr-FR" sz="1400" b="0" dirty="0"/>
              <a:t> </a:t>
            </a:r>
            <a:r>
              <a:rPr lang="fr-FR" sz="1400" b="0" dirty="0" err="1"/>
              <a:t>minvend</a:t>
            </a:r>
            <a:r>
              <a:rPr lang="fr-FR" sz="1400" b="0" dirty="0"/>
              <a:t> </a:t>
            </a:r>
            <a:r>
              <a:rPr lang="fr-FR" sz="1400" b="0" dirty="0" err="1"/>
              <a:t>estiosa</a:t>
            </a:r>
            <a:r>
              <a:rPr lang="fr-FR" sz="1400" b="0" dirty="0"/>
              <a:t> </a:t>
            </a:r>
            <a:br>
              <a:rPr lang="fr-FR" sz="1400" b="0" dirty="0"/>
            </a:br>
            <a:r>
              <a:rPr lang="fr-FR" sz="1400" b="0" dirty="0" err="1"/>
              <a:t>ndebis</a:t>
            </a:r>
            <a:r>
              <a:rPr lang="fr-FR" sz="1400" b="0" dirty="0"/>
              <a:t> </a:t>
            </a:r>
            <a:r>
              <a:rPr lang="fr-FR" sz="1400" b="0" dirty="0" err="1"/>
              <a:t>iderrovid</a:t>
            </a:r>
            <a:r>
              <a:rPr lang="fr-FR" sz="1400" b="0" dirty="0"/>
              <a:t> </a:t>
            </a:r>
            <a:r>
              <a:rPr lang="fr-FR" sz="1400" b="0" dirty="0" err="1"/>
              <a:t>moluptiosam</a:t>
            </a:r>
            <a:r>
              <a:rPr lang="fr-FR" sz="1400" b="0" dirty="0"/>
              <a:t> </a:t>
            </a:r>
            <a:r>
              <a:rPr lang="fr-FR" sz="1400" b="0" dirty="0" err="1"/>
              <a:t>untinciendio</a:t>
            </a:r>
            <a:r>
              <a:rPr lang="fr-FR" sz="1400" b="0" dirty="0"/>
              <a:t>,</a:t>
            </a:r>
          </a:p>
          <a:p>
            <a:pPr marL="285750" indent="-285750">
              <a:buClr>
                <a:srgbClr val="F7A600"/>
              </a:buClr>
              <a:buFont typeface="Arial" panose="020B0604020202020204" pitchFamily="34" charset="0"/>
              <a:buChar char="•"/>
            </a:pPr>
            <a:r>
              <a:rPr lang="fr-FR" sz="1400" b="0" dirty="0" err="1"/>
              <a:t>Lab</a:t>
            </a:r>
            <a:r>
              <a:rPr lang="fr-FR" sz="1400" b="0" dirty="0"/>
              <a:t> </a:t>
            </a:r>
            <a:r>
              <a:rPr lang="fr-FR" sz="1400" b="0" dirty="0" err="1"/>
              <a:t>illabor</a:t>
            </a:r>
            <a:r>
              <a:rPr lang="fr-FR" sz="1400" b="0" dirty="0"/>
              <a:t> </a:t>
            </a:r>
            <a:r>
              <a:rPr lang="fr-FR" sz="1400" b="0" dirty="0" err="1"/>
              <a:t>endelliquas</a:t>
            </a:r>
            <a:r>
              <a:rPr lang="fr-FR" sz="1400" b="0" dirty="0"/>
              <a:t> </a:t>
            </a:r>
            <a:r>
              <a:rPr lang="fr-FR" sz="1400" b="0" dirty="0" err="1"/>
              <a:t>eumqui</a:t>
            </a:r>
            <a:r>
              <a:rPr lang="fr-FR" sz="1400" b="0" dirty="0"/>
              <a:t> </a:t>
            </a:r>
            <a:r>
              <a:rPr lang="fr-FR" sz="1400" b="0" dirty="0" err="1"/>
              <a:t>res</a:t>
            </a:r>
            <a:r>
              <a:rPr lang="fr-FR" sz="1400" b="0" dirty="0"/>
              <a:t> </a:t>
            </a:r>
            <a:r>
              <a:rPr lang="fr-FR" sz="1400" b="0" dirty="0" err="1"/>
              <a:t>endit</a:t>
            </a:r>
            <a:r>
              <a:rPr lang="fr-FR" sz="1400" b="0" dirty="0"/>
              <a:t> </a:t>
            </a:r>
            <a:br>
              <a:rPr lang="fr-FR" sz="1400" b="0" dirty="0"/>
            </a:br>
            <a:r>
              <a:rPr lang="fr-FR" sz="1400" b="0" dirty="0" err="1"/>
              <a:t>quaspid</a:t>
            </a:r>
            <a:r>
              <a:rPr lang="fr-FR" sz="1400" b="0" dirty="0"/>
              <a:t> qui de non </a:t>
            </a:r>
            <a:r>
              <a:rPr lang="fr-FR" sz="1400" b="0" dirty="0" err="1"/>
              <a:t>eum</a:t>
            </a:r>
            <a:r>
              <a:rPr lang="fr-FR" sz="1400" b="0" dirty="0"/>
              <a:t> </a:t>
            </a:r>
            <a:r>
              <a:rPr lang="fr-FR" sz="1400" b="0" dirty="0" err="1"/>
              <a:t>eius</a:t>
            </a:r>
            <a:r>
              <a:rPr lang="fr-FR" sz="1400" b="0" dirty="0"/>
              <a:t> qui re.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1876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A9995-7F2B-2AC1-13F8-8DA7729F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BE3533-CFD3-1E21-AD49-5E5FAF19A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Sous-titre</a:t>
            </a:r>
          </a:p>
          <a:p>
            <a:pPr marL="285750" indent="-285750">
              <a:buClr>
                <a:srgbClr val="F7A600"/>
              </a:buClr>
              <a:buFont typeface="Arial" panose="020B0604020202020204" pitchFamily="34" charset="0"/>
              <a:buChar char="•"/>
            </a:pPr>
            <a:r>
              <a:rPr lang="fr-FR" sz="1400" b="0" dirty="0" err="1"/>
              <a:t>Rorrovide</a:t>
            </a:r>
            <a:r>
              <a:rPr lang="fr-FR" sz="1400" b="0" dirty="0"/>
              <a:t> </a:t>
            </a:r>
            <a:r>
              <a:rPr lang="fr-FR" sz="1400" b="0" dirty="0" err="1"/>
              <a:t>landem</a:t>
            </a:r>
            <a:r>
              <a:rPr lang="fr-FR" sz="1400" b="0" dirty="0"/>
              <a:t> que </a:t>
            </a:r>
            <a:r>
              <a:rPr lang="fr-FR" sz="1400" b="0" dirty="0" err="1"/>
              <a:t>dolupta</a:t>
            </a:r>
            <a:r>
              <a:rPr lang="fr-FR" sz="1400" b="0" dirty="0"/>
              <a:t>,</a:t>
            </a:r>
          </a:p>
          <a:p>
            <a:pPr marL="285750" indent="-285750">
              <a:buClr>
                <a:srgbClr val="F7A600"/>
              </a:buClr>
              <a:buFont typeface="Arial" panose="020B0604020202020204" pitchFamily="34" charset="0"/>
              <a:buChar char="•"/>
            </a:pPr>
            <a:r>
              <a:rPr lang="fr-FR" sz="1400" b="0" dirty="0"/>
              <a:t>Mem </a:t>
            </a:r>
            <a:r>
              <a:rPr lang="fr-FR" sz="1400" b="0" dirty="0" err="1"/>
              <a:t>debisci</a:t>
            </a:r>
            <a:r>
              <a:rPr lang="fr-FR" sz="1400" b="0" dirty="0"/>
              <a:t> </a:t>
            </a:r>
            <a:r>
              <a:rPr lang="fr-FR" sz="1400" b="0" dirty="0" err="1"/>
              <a:t>minvend</a:t>
            </a:r>
            <a:r>
              <a:rPr lang="fr-FR" sz="1400" b="0" dirty="0"/>
              <a:t> </a:t>
            </a:r>
            <a:r>
              <a:rPr lang="fr-FR" sz="1400" b="0" dirty="0" err="1"/>
              <a:t>estiosa</a:t>
            </a:r>
            <a:r>
              <a:rPr lang="fr-FR" sz="1400" b="0" dirty="0"/>
              <a:t> </a:t>
            </a:r>
            <a:br>
              <a:rPr lang="fr-FR" sz="1400" b="0" dirty="0"/>
            </a:br>
            <a:r>
              <a:rPr lang="fr-FR" sz="1400" b="0" dirty="0" err="1"/>
              <a:t>ndebis</a:t>
            </a:r>
            <a:r>
              <a:rPr lang="fr-FR" sz="1400" b="0" dirty="0"/>
              <a:t> </a:t>
            </a:r>
            <a:r>
              <a:rPr lang="fr-FR" sz="1400" b="0" dirty="0" err="1"/>
              <a:t>iderrovid</a:t>
            </a:r>
            <a:r>
              <a:rPr lang="fr-FR" sz="1400" b="0" dirty="0"/>
              <a:t> </a:t>
            </a:r>
            <a:r>
              <a:rPr lang="fr-FR" sz="1400" b="0" dirty="0" err="1"/>
              <a:t>moluptiosam</a:t>
            </a:r>
            <a:r>
              <a:rPr lang="fr-FR" sz="1400" b="0" dirty="0"/>
              <a:t> </a:t>
            </a:r>
            <a:r>
              <a:rPr lang="fr-FR" sz="1400" b="0" dirty="0" err="1"/>
              <a:t>untinciendio</a:t>
            </a:r>
            <a:r>
              <a:rPr lang="fr-FR" sz="1400" b="0" dirty="0"/>
              <a:t>,</a:t>
            </a:r>
          </a:p>
          <a:p>
            <a:pPr marL="285750" indent="-285750">
              <a:buClr>
                <a:srgbClr val="F7A600"/>
              </a:buClr>
              <a:buFont typeface="Arial" panose="020B0604020202020204" pitchFamily="34" charset="0"/>
              <a:buChar char="•"/>
            </a:pPr>
            <a:r>
              <a:rPr lang="fr-FR" sz="1400" b="0" dirty="0" err="1"/>
              <a:t>Lab</a:t>
            </a:r>
            <a:r>
              <a:rPr lang="fr-FR" sz="1400" b="0" dirty="0"/>
              <a:t> </a:t>
            </a:r>
            <a:r>
              <a:rPr lang="fr-FR" sz="1400" b="0" dirty="0" err="1"/>
              <a:t>illabor</a:t>
            </a:r>
            <a:r>
              <a:rPr lang="fr-FR" sz="1400" b="0" dirty="0"/>
              <a:t> </a:t>
            </a:r>
            <a:r>
              <a:rPr lang="fr-FR" sz="1400" b="0" dirty="0" err="1"/>
              <a:t>endelliquas</a:t>
            </a:r>
            <a:r>
              <a:rPr lang="fr-FR" sz="1400" b="0" dirty="0"/>
              <a:t> </a:t>
            </a:r>
            <a:r>
              <a:rPr lang="fr-FR" sz="1400" b="0" dirty="0" err="1"/>
              <a:t>eumqui</a:t>
            </a:r>
            <a:r>
              <a:rPr lang="fr-FR" sz="1400" b="0" dirty="0"/>
              <a:t> </a:t>
            </a:r>
            <a:r>
              <a:rPr lang="fr-FR" sz="1400" b="0" dirty="0" err="1"/>
              <a:t>res</a:t>
            </a:r>
            <a:r>
              <a:rPr lang="fr-FR" sz="1400" b="0" dirty="0"/>
              <a:t> </a:t>
            </a:r>
            <a:r>
              <a:rPr lang="fr-FR" sz="1400" b="0" dirty="0" err="1"/>
              <a:t>endit</a:t>
            </a:r>
            <a:r>
              <a:rPr lang="fr-FR" sz="1400" b="0" dirty="0"/>
              <a:t> </a:t>
            </a:r>
            <a:br>
              <a:rPr lang="fr-FR" sz="1400" b="0" dirty="0"/>
            </a:br>
            <a:r>
              <a:rPr lang="fr-FR" sz="1400" b="0" dirty="0" err="1"/>
              <a:t>quaspid</a:t>
            </a:r>
            <a:r>
              <a:rPr lang="fr-FR" sz="1400" b="0" dirty="0"/>
              <a:t> qui de non </a:t>
            </a:r>
            <a:r>
              <a:rPr lang="fr-FR" sz="1400" b="0" dirty="0" err="1"/>
              <a:t>eum</a:t>
            </a:r>
            <a:r>
              <a:rPr lang="fr-FR" sz="1400" b="0" dirty="0"/>
              <a:t> </a:t>
            </a:r>
            <a:r>
              <a:rPr lang="fr-FR" sz="1400" b="0" dirty="0" err="1"/>
              <a:t>eius</a:t>
            </a:r>
            <a:r>
              <a:rPr lang="fr-FR" sz="1400" b="0" dirty="0"/>
              <a:t> qui re.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FA8864-3A68-596F-289C-CDDE5570FF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1DC54EC-DD77-44A3-BD49-597046A02B8B}" type="slidenum">
              <a:rPr lang="fr-FR" smtClean="0"/>
              <a:pPr/>
              <a:t>4</a:t>
            </a:fld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EF3EFB1-5BC4-AB52-89BE-7E6304D331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32500" lnSpcReduction="20000"/>
          </a:bodyPr>
          <a:lstStyle/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A5DCB59-A443-5D65-C8AD-97D0E044E4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98193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4000</TotalTime>
  <Words>70</Words>
  <Application>Microsoft Macintosh PowerPoint</Application>
  <PresentationFormat>Affichage à l'écran (16:9)</PresentationFormat>
  <Paragraphs>12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Be Vietnam Pro</vt:lpstr>
      <vt:lpstr>Calibri</vt:lpstr>
      <vt:lpstr>Verdana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Christophe JAN</dc:creator>
  <cp:lastModifiedBy>Agence Hippocampe</cp:lastModifiedBy>
  <cp:revision>90</cp:revision>
  <dcterms:created xsi:type="dcterms:W3CDTF">2020-08-19T15:34:34Z</dcterms:created>
  <dcterms:modified xsi:type="dcterms:W3CDTF">2026-09-14T12:57:14Z</dcterms:modified>
</cp:coreProperties>
</file>