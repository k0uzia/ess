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3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09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6" r:id="rId25"/>
    <p:sldId id="314" r:id="rId26"/>
    <p:sldId id="307" r:id="rId27"/>
    <p:sldId id="315" r:id="rId28"/>
    <p:sldId id="317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938"/>
    <a:srgbClr val="5FB9C8"/>
    <a:srgbClr val="0071B9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19/01/2017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5043902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" b="5907"/>
          <a:stretch/>
        </p:blipFill>
        <p:spPr>
          <a:xfrm>
            <a:off x="0" y="0"/>
            <a:ext cx="9164320" cy="686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0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67" y="2047775"/>
            <a:ext cx="1748585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des Côtes-d’Armor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TAg22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21"/>
          <a:stretch/>
        </p:blipFill>
        <p:spPr>
          <a:xfrm>
            <a:off x="419813" y="369152"/>
            <a:ext cx="6160170" cy="5936974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13" y="724621"/>
            <a:ext cx="3160699" cy="12204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1" t="192"/>
          <a:stretch/>
        </p:blipFill>
        <p:spPr>
          <a:xfrm>
            <a:off x="-26504" y="-13252"/>
            <a:ext cx="3378799" cy="69045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ST-BRIEUC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39" y="1517377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6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91" y="1049469"/>
            <a:ext cx="3685623" cy="50112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 flipH="1">
            <a:off x="5652261" y="-16097"/>
            <a:ext cx="3491737" cy="689985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43416" y="2491328"/>
            <a:ext cx="3108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Patrice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HENAFF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Directeur 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RICH’ESS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direction@TAg22.fr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06 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08 70 25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991946"/>
            <a:ext cx="1344560" cy="10044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99" y="3860111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3" y="3860111"/>
            <a:ext cx="752436" cy="756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43" y="3013624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3" y="3013624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1" y="3013624"/>
            <a:ext cx="752436" cy="7560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70" y="2150325"/>
            <a:ext cx="752436" cy="756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7" y="2167137"/>
            <a:ext cx="752436" cy="7560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78" y="2167137"/>
            <a:ext cx="752436" cy="756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660" y="2164265"/>
            <a:ext cx="752436" cy="756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70" y="3574745"/>
            <a:ext cx="3075870" cy="24552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51" y="1317051"/>
            <a:ext cx="752436" cy="7560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78" y="1317051"/>
            <a:ext cx="752436" cy="756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1317051"/>
            <a:ext cx="752436" cy="756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91" y="2495976"/>
            <a:ext cx="304221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 flipH="1">
            <a:off x="5652261" y="-16097"/>
            <a:ext cx="3491737" cy="689985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>
            <a:off x="-51515" y="-16098"/>
            <a:ext cx="3403924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39" y="1517377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4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" b="5907"/>
          <a:stretch/>
        </p:blipFill>
        <p:spPr>
          <a:xfrm>
            <a:off x="0" y="0"/>
            <a:ext cx="9164320" cy="686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51334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4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21"/>
          <a:stretch/>
        </p:blipFill>
        <p:spPr>
          <a:xfrm>
            <a:off x="419813" y="369152"/>
            <a:ext cx="6160170" cy="5936974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5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</TotalTime>
  <Words>118</Words>
  <Application>Microsoft Office PowerPoint</Application>
  <PresentationFormat>Affichage à l'écran (4:3)</PresentationFormat>
  <Paragraphs>70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90</cp:revision>
  <dcterms:created xsi:type="dcterms:W3CDTF">2017-01-06T14:27:23Z</dcterms:created>
  <dcterms:modified xsi:type="dcterms:W3CDTF">2017-01-19T15:58:35Z</dcterms:modified>
</cp:coreProperties>
</file>