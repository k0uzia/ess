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2" r:id="rId3"/>
    <p:sldId id="257" r:id="rId4"/>
    <p:sldId id="259" r:id="rId5"/>
    <p:sldId id="291" r:id="rId6"/>
    <p:sldId id="301" r:id="rId7"/>
    <p:sldId id="260" r:id="rId8"/>
    <p:sldId id="261" r:id="rId9"/>
    <p:sldId id="274" r:id="rId10"/>
    <p:sldId id="303" r:id="rId11"/>
    <p:sldId id="263" r:id="rId12"/>
    <p:sldId id="311" r:id="rId13"/>
    <p:sldId id="304" r:id="rId14"/>
    <p:sldId id="265" r:id="rId15"/>
    <p:sldId id="281" r:id="rId16"/>
    <p:sldId id="305" r:id="rId17"/>
    <p:sldId id="286" r:id="rId18"/>
    <p:sldId id="282" r:id="rId19"/>
    <p:sldId id="287" r:id="rId20"/>
    <p:sldId id="283" r:id="rId21"/>
    <p:sldId id="288" r:id="rId22"/>
    <p:sldId id="285" r:id="rId23"/>
    <p:sldId id="290" r:id="rId24"/>
    <p:sldId id="310" r:id="rId25"/>
    <p:sldId id="306" r:id="rId26"/>
    <p:sldId id="307" r:id="rId27"/>
    <p:sldId id="308" r:id="rId28"/>
    <p:sldId id="298" r:id="rId2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938"/>
    <a:srgbClr val="000000"/>
    <a:srgbClr val="A42423"/>
    <a:srgbClr val="EB5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8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20/01/2017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091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20/01/2017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128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20/01/2017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3448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20/01/2017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1202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20/01/2017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61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20/01/2017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4126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20/01/2017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7778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20/01/2017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3959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20/01/2017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4841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20/01/2017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946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20/01/2017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8439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0AD0E-39A3-4012-B1D3-C6ACEAD1D0EE}" type="datetimeFigureOut">
              <a:rPr lang="fr-FR" smtClean="0"/>
              <a:t>20/01/2017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2429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273" y="0"/>
            <a:ext cx="4638398" cy="6858000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116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234152" cy="724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84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910625" y="1885437"/>
            <a:ext cx="641367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600" dirty="0">
                <a:solidFill>
                  <a:schemeClr val="bg1"/>
                </a:solidFill>
                <a:latin typeface="Quicksand Book" panose="02070303000000060000" pitchFamily="18" charset="0"/>
              </a:rPr>
              <a:t>L</a:t>
            </a:r>
            <a:r>
              <a:rPr lang="fr-FR" sz="46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 propulseur d’entrepreneuriat </a:t>
            </a:r>
          </a:p>
          <a:p>
            <a:r>
              <a:rPr lang="fr-FR" sz="46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collectif </a:t>
            </a:r>
          </a:p>
          <a:p>
            <a:r>
              <a:rPr lang="fr-FR" sz="46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d’Ille-et-Vilaine</a:t>
            </a:r>
            <a:endParaRPr lang="fr-FR" sz="4600" dirty="0">
              <a:solidFill>
                <a:srgbClr val="222938"/>
              </a:solidFill>
              <a:latin typeface="Quicksand Book" panose="02070303000000060000" pitchFamily="18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31" y="2073500"/>
            <a:ext cx="1749221" cy="259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76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277" y="5322636"/>
            <a:ext cx="863745" cy="1283489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1123407" y="2334432"/>
            <a:ext cx="802059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DIAPORAMA TYPE</a:t>
            </a:r>
          </a:p>
          <a:p>
            <a:r>
              <a:rPr lang="fr-FR" sz="36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10.01.2017</a:t>
            </a:r>
          </a:p>
          <a:p>
            <a:r>
              <a:rPr lang="fr-FR" sz="3600" dirty="0">
                <a:solidFill>
                  <a:srgbClr val="222938"/>
                </a:solidFill>
                <a:latin typeface="Quicksand Dash" panose="02070303000000060000" pitchFamily="18" charset="0"/>
              </a:rPr>
              <a:t>TAg35</a:t>
            </a:r>
          </a:p>
          <a:p>
            <a:endParaRPr lang="fr-FR" sz="3600" dirty="0">
              <a:latin typeface="Quicksand Dash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492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31" b="42995"/>
          <a:stretch/>
        </p:blipFill>
        <p:spPr>
          <a:xfrm>
            <a:off x="432692" y="400326"/>
            <a:ext cx="5900719" cy="59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1136623" y="2315976"/>
            <a:ext cx="396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professionnalisme</a:t>
            </a:r>
            <a:endParaRPr lang="fr-FR" sz="2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015583" y="3965323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entrepreneuriat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292336" y="4316972"/>
            <a:ext cx="2536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laboratoire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796488" y="2208704"/>
            <a:ext cx="2536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ld" pitchFamily="50" charset="0"/>
              </a:rPr>
              <a:t>territoire</a:t>
            </a:r>
            <a:endParaRPr lang="fr-FR" sz="32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031257" y="4509386"/>
            <a:ext cx="2424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accompagnateur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238389" y="4321130"/>
            <a:ext cx="204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autonomisation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244692" y="2000730"/>
            <a:ext cx="2711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collaboratif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 rot="16200000">
            <a:off x="3100457" y="3146061"/>
            <a:ext cx="2210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proximité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 rot="16200000">
            <a:off x="1229749" y="3124705"/>
            <a:ext cx="1627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innovation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 rot="16200000">
            <a:off x="3134764" y="1293684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déclencheur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 rot="16200000">
            <a:off x="1610835" y="3230875"/>
            <a:ext cx="1519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dynamisme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 rot="16200000">
            <a:off x="2955103" y="3021218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continuum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 rot="16200000">
            <a:off x="3129561" y="2927546"/>
            <a:ext cx="2711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communauté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277" y="5322636"/>
            <a:ext cx="863745" cy="128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25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277" y="5322636"/>
            <a:ext cx="863745" cy="1283489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061702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« Peu de texte par diapo. 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 lecture ne doit pas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empêcher votre auditoire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de vous écouter.»</a:t>
            </a:r>
            <a:endParaRPr lang="fr-FR" sz="28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64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37"/>
          <a:stretch/>
        </p:blipFill>
        <p:spPr>
          <a:xfrm>
            <a:off x="7987104" y="5253844"/>
            <a:ext cx="1156896" cy="1378039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148469" y="1659844"/>
            <a:ext cx="7096259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smtClean="0">
                <a:solidFill>
                  <a:srgbClr val="EB5B25"/>
                </a:solidFill>
                <a:latin typeface="Quicksand Book" panose="02070303000000060000" pitchFamily="18" charset="0"/>
              </a:rPr>
              <a:t>TITRE DIAPORAMA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1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2</a:t>
            </a:r>
            <a:endParaRPr lang="fr-FR" sz="40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3</a:t>
            </a:r>
            <a:endParaRPr lang="fr-FR" sz="40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4</a:t>
            </a:r>
            <a:endParaRPr lang="fr-FR" sz="40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endParaRPr lang="fr-FR" sz="2800" dirty="0">
              <a:latin typeface="Quicksand Dash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969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37"/>
          <a:stretch/>
        </p:blipFill>
        <p:spPr>
          <a:xfrm>
            <a:off x="7987104" y="5253844"/>
            <a:ext cx="1156896" cy="1378039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017838" y="1803838"/>
            <a:ext cx="709625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rgbClr val="EB5B25"/>
                </a:solidFill>
                <a:latin typeface="Quicksand Book" panose="02070303000000060000" pitchFamily="18" charset="0"/>
              </a:rPr>
              <a:t>Thème numéro 1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Première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Deuxième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Troisième information à véhiculer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420" y="724621"/>
            <a:ext cx="3157992" cy="1219355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4217826" y="881344"/>
            <a:ext cx="2779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priorité 2017</a:t>
            </a:r>
            <a:endParaRPr lang="fr-FR" sz="3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67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63" r="10900"/>
          <a:stretch/>
        </p:blipFill>
        <p:spPr>
          <a:xfrm>
            <a:off x="-29028" y="0"/>
            <a:ext cx="9173028" cy="6858000"/>
          </a:xfrm>
          <a:prstGeom prst="rect">
            <a:avLst/>
          </a:prstGeom>
        </p:spPr>
      </p:pic>
      <p:pic>
        <p:nvPicPr>
          <p:cNvPr id="7" name="Espace réservé du contenu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97" t="2015"/>
          <a:stretch/>
        </p:blipFill>
        <p:spPr>
          <a:xfrm>
            <a:off x="-55418" y="-16098"/>
            <a:ext cx="3407827" cy="689019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37"/>
          <a:stretch/>
        </p:blipFill>
        <p:spPr>
          <a:xfrm>
            <a:off x="7987104" y="5253844"/>
            <a:ext cx="1156896" cy="1378039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580573" y="1887633"/>
            <a:ext cx="246742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Matinale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incubateur</a:t>
            </a:r>
          </a:p>
          <a:p>
            <a:r>
              <a:rPr lang="fr-FR" sz="28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09.01.2017</a:t>
            </a:r>
          </a:p>
          <a:p>
            <a:r>
              <a:rPr lang="fr-FR" sz="28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RENNES</a:t>
            </a:r>
          </a:p>
          <a:p>
            <a:r>
              <a:rPr lang="fr-FR" sz="6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26 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participants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53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37"/>
          <a:stretch/>
        </p:blipFill>
        <p:spPr>
          <a:xfrm>
            <a:off x="7987104" y="5253844"/>
            <a:ext cx="1156896" cy="1378039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017838" y="1778080"/>
            <a:ext cx="709625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rgbClr val="EB5B25"/>
                </a:solidFill>
                <a:latin typeface="Quicksand Book" panose="02070303000000060000" pitchFamily="18" charset="0"/>
              </a:rPr>
              <a:t>Thème numéro 2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Première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Deuxième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Troisième information à véhiculer</a:t>
            </a:r>
          </a:p>
        </p:txBody>
      </p:sp>
    </p:spTree>
    <p:extLst>
      <p:ext uri="{BB962C8B-B14F-4D97-AF65-F5344CB8AC3E}">
        <p14:creationId xmlns:p14="http://schemas.microsoft.com/office/powerpoint/2010/main" val="2585032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277" y="5322636"/>
            <a:ext cx="863745" cy="1283489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535981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« Message clé à retenir. 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125 projets soutenus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en 2020. »</a:t>
            </a:r>
            <a:endParaRPr lang="fr-FR" sz="28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23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051" y="2034032"/>
            <a:ext cx="6065949" cy="502720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44" y="1600845"/>
            <a:ext cx="2816468" cy="416422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728" y="366159"/>
            <a:ext cx="1097165" cy="159059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737" y="800394"/>
            <a:ext cx="1105419" cy="160256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670" y="5118854"/>
            <a:ext cx="1112124" cy="161228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929" y="722077"/>
            <a:ext cx="1097165" cy="15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60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589"/>
            <a:ext cx="9234152" cy="724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145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du contenu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97" t="2015"/>
          <a:stretch/>
        </p:blipFill>
        <p:spPr>
          <a:xfrm flipH="1">
            <a:off x="5652263" y="0"/>
            <a:ext cx="3491737" cy="6890195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6343416" y="2542844"/>
            <a:ext cx="31086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222938"/>
                </a:solidFill>
                <a:latin typeface="Quicksand Bold" pitchFamily="50" charset="0"/>
              </a:rPr>
              <a:t>Propulsé par</a:t>
            </a: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Laurent PRIEUR</a:t>
            </a: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Directeur TAg35</a:t>
            </a: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contact@TAg35.fr</a:t>
            </a: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06 88 89 69 04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091" y="1051199"/>
            <a:ext cx="3388147" cy="500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284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277" y="5322636"/>
            <a:ext cx="863745" cy="1283489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078781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Fonds et objets à utiliser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pour la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mise en forme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d’un diaporama.</a:t>
            </a:r>
          </a:p>
          <a:p>
            <a:pPr algn="ctr"/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Diapos suivantes.</a:t>
            </a:r>
            <a:endParaRPr lang="fr-FR" sz="2800" dirty="0" smtClean="0">
              <a:solidFill>
                <a:srgbClr val="222938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25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9470" y="2521734"/>
            <a:ext cx="3042210" cy="243000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892" y="1317051"/>
            <a:ext cx="752882" cy="756448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458" y="3559675"/>
            <a:ext cx="3077045" cy="245613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411" y="1317052"/>
            <a:ext cx="752436" cy="7560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978" y="2167137"/>
            <a:ext cx="752436" cy="756000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402" y="993894"/>
            <a:ext cx="1341952" cy="1002452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397" y="1317051"/>
            <a:ext cx="752436" cy="756000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499" y="3860111"/>
            <a:ext cx="752436" cy="7560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411" y="2167137"/>
            <a:ext cx="752436" cy="756000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238" y="2151386"/>
            <a:ext cx="752435" cy="75600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064" y="2158078"/>
            <a:ext cx="752436" cy="756000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58" y="3013624"/>
            <a:ext cx="752435" cy="756000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39" y="3013624"/>
            <a:ext cx="752436" cy="756000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411" y="3013624"/>
            <a:ext cx="752436" cy="756000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39" y="3860111"/>
            <a:ext cx="752436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474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82" y="386321"/>
            <a:ext cx="5620523" cy="217018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981" y="2556501"/>
            <a:ext cx="5715012" cy="185014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884" y="4726681"/>
            <a:ext cx="6114300" cy="184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9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33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902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space réservé du contenu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97" t="2015"/>
          <a:stretch/>
        </p:blipFill>
        <p:spPr>
          <a:xfrm flipH="1">
            <a:off x="5652263" y="0"/>
            <a:ext cx="3491737" cy="6890195"/>
          </a:xfrm>
          <a:prstGeom prst="rect">
            <a:avLst/>
          </a:prstGeom>
        </p:spPr>
      </p:pic>
      <p:pic>
        <p:nvPicPr>
          <p:cNvPr id="5" name="Espace réservé du contenu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97" t="2015"/>
          <a:stretch/>
        </p:blipFill>
        <p:spPr>
          <a:xfrm>
            <a:off x="-55418" y="-16098"/>
            <a:ext cx="3407827" cy="689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82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33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76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19"/>
          <a:stretch/>
        </p:blipFill>
        <p:spPr>
          <a:xfrm>
            <a:off x="-55419" y="-16098"/>
            <a:ext cx="3407827" cy="688570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19"/>
          <a:stretch/>
        </p:blipFill>
        <p:spPr>
          <a:xfrm flipH="1">
            <a:off x="5652261" y="1"/>
            <a:ext cx="3493047" cy="688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00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33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285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76"/>
          <a:stretch/>
        </p:blipFill>
        <p:spPr>
          <a:xfrm>
            <a:off x="-62345" y="4684"/>
            <a:ext cx="3414752" cy="68580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76"/>
          <a:stretch/>
        </p:blipFill>
        <p:spPr>
          <a:xfrm flipH="1">
            <a:off x="5729248" y="4684"/>
            <a:ext cx="3414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24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051" y="2034032"/>
            <a:ext cx="6065949" cy="502720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44" y="1600845"/>
            <a:ext cx="2816468" cy="416422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728" y="366159"/>
            <a:ext cx="1097165" cy="159059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737" y="800394"/>
            <a:ext cx="1105419" cy="160256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670" y="5118854"/>
            <a:ext cx="1112124" cy="161228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929" y="722077"/>
            <a:ext cx="1097165" cy="15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250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234152" cy="724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147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589"/>
            <a:ext cx="9234152" cy="724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73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722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968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31" b="42995"/>
          <a:stretch/>
        </p:blipFill>
        <p:spPr>
          <a:xfrm>
            <a:off x="432692" y="400326"/>
            <a:ext cx="5900719" cy="59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1136623" y="2315976"/>
            <a:ext cx="396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professionnalisme</a:t>
            </a:r>
            <a:endParaRPr lang="fr-FR" sz="2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015583" y="3965323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entrepreneuriat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292336" y="4316972"/>
            <a:ext cx="2536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laboratoire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796488" y="2208704"/>
            <a:ext cx="2536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ld" pitchFamily="50" charset="0"/>
              </a:rPr>
              <a:t>territoire</a:t>
            </a:r>
            <a:endParaRPr lang="fr-FR" sz="32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031257" y="4509386"/>
            <a:ext cx="2424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accompagnateur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238389" y="4321130"/>
            <a:ext cx="204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autonomisation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244692" y="2000730"/>
            <a:ext cx="2711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collaboratif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 rot="16200000">
            <a:off x="3100457" y="3146061"/>
            <a:ext cx="2210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proximité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 rot="16200000">
            <a:off x="1229749" y="3124705"/>
            <a:ext cx="1627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innovation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 rot="16200000">
            <a:off x="3134764" y="1293684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déclencheur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 rot="16200000">
            <a:off x="1610835" y="3230875"/>
            <a:ext cx="1519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dynamisme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 rot="16200000">
            <a:off x="2955103" y="3021218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continuum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 rot="16200000">
            <a:off x="3129561" y="2927546"/>
            <a:ext cx="2711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communauté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458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412</TotalTime>
  <Words>117</Words>
  <Application>Microsoft Office PowerPoint</Application>
  <PresentationFormat>Affichage à l'écran (4:3)</PresentationFormat>
  <Paragraphs>70</Paragraphs>
  <Slides>28</Slides>
  <Notes>0</Notes>
  <HiddenSlides>0</HiddenSlides>
  <MMClips>3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Calibri Light</vt:lpstr>
      <vt:lpstr>Quicksand Bold</vt:lpstr>
      <vt:lpstr>Quicksand Book</vt:lpstr>
      <vt:lpstr>Quicksand Dash</vt:lpstr>
      <vt:lpstr>Quicksand Light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Emmanuelle FOURNIL</dc:creator>
  <cp:lastModifiedBy>Emmanuelle FOURNIL</cp:lastModifiedBy>
  <cp:revision>82</cp:revision>
  <dcterms:created xsi:type="dcterms:W3CDTF">2017-01-06T14:27:23Z</dcterms:created>
  <dcterms:modified xsi:type="dcterms:W3CDTF">2017-01-20T07:23:50Z</dcterms:modified>
</cp:coreProperties>
</file>