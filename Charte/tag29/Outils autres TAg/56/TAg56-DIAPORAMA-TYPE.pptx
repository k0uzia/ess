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2" r:id="rId3"/>
    <p:sldId id="257" r:id="rId4"/>
    <p:sldId id="259" r:id="rId5"/>
    <p:sldId id="291" r:id="rId6"/>
    <p:sldId id="301" r:id="rId7"/>
    <p:sldId id="260" r:id="rId8"/>
    <p:sldId id="261" r:id="rId9"/>
    <p:sldId id="274" r:id="rId10"/>
    <p:sldId id="303" r:id="rId11"/>
    <p:sldId id="263" r:id="rId12"/>
    <p:sldId id="311" r:id="rId13"/>
    <p:sldId id="304" r:id="rId14"/>
    <p:sldId id="265" r:id="rId15"/>
    <p:sldId id="281" r:id="rId16"/>
    <p:sldId id="305" r:id="rId17"/>
    <p:sldId id="286" r:id="rId18"/>
    <p:sldId id="282" r:id="rId19"/>
    <p:sldId id="287" r:id="rId20"/>
    <p:sldId id="283" r:id="rId21"/>
    <p:sldId id="288" r:id="rId22"/>
    <p:sldId id="285" r:id="rId23"/>
    <p:sldId id="290" r:id="rId24"/>
    <p:sldId id="310" r:id="rId25"/>
    <p:sldId id="312" r:id="rId26"/>
    <p:sldId id="307" r:id="rId27"/>
    <p:sldId id="308" r:id="rId28"/>
    <p:sldId id="313" r:id="rId2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B9"/>
    <a:srgbClr val="222938"/>
    <a:srgbClr val="000000"/>
    <a:srgbClr val="A42423"/>
    <a:srgbClr val="EB5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47" d="100"/>
          <a:sy n="47" d="100"/>
        </p:scale>
        <p:origin x="119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91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12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344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2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14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412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777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395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484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294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8439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0AD0E-39A3-4012-B1D3-C6ACEAD1D0EE}" type="datetimeFigureOut">
              <a:rPr lang="fr-FR" smtClean="0"/>
              <a:t>20/01/2017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6BB88-AD23-4BAA-86B4-7540F54FCAC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2429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273" y="0"/>
            <a:ext cx="4638398" cy="6858000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16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" b="5151"/>
          <a:stretch/>
        </p:blipFill>
        <p:spPr>
          <a:xfrm>
            <a:off x="0" y="0"/>
            <a:ext cx="9156879" cy="68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48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540" y="2047775"/>
            <a:ext cx="1749812" cy="2599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2910625" y="1885437"/>
            <a:ext cx="641367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600" dirty="0">
                <a:solidFill>
                  <a:schemeClr val="bg1"/>
                </a:solidFill>
                <a:latin typeface="Quicksand Book" panose="02070303000000060000" pitchFamily="18" charset="0"/>
              </a:rPr>
              <a:t>L</a:t>
            </a:r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 propulseur d’entrepreneuriat </a:t>
            </a:r>
          </a:p>
          <a:p>
            <a:r>
              <a:rPr lang="fr-FR" sz="4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collectif </a:t>
            </a:r>
          </a:p>
          <a:p>
            <a:r>
              <a:rPr lang="fr-FR" sz="46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du Morbihan</a:t>
            </a:r>
            <a:endParaRPr lang="fr-FR" sz="4600" dirty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6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23407" y="2334432"/>
            <a:ext cx="80205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DIAPORAMA TYPE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19.01.2017</a:t>
            </a:r>
          </a:p>
          <a:p>
            <a:r>
              <a:rPr lang="fr-FR" sz="36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TAg56</a:t>
            </a:r>
            <a:endParaRPr lang="fr-FR" sz="3600" dirty="0">
              <a:solidFill>
                <a:srgbClr val="222938"/>
              </a:solidFill>
              <a:latin typeface="Quicksand Dash" panose="02070303000000060000" pitchFamily="18" charset="0"/>
            </a:endParaRPr>
          </a:p>
          <a:p>
            <a:endParaRPr lang="fr-FR" sz="36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2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10" b="43818"/>
          <a:stretch/>
        </p:blipFill>
        <p:spPr>
          <a:xfrm>
            <a:off x="442288" y="400326"/>
            <a:ext cx="5558556" cy="5815908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25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61702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Peu de texte par diapo. 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 lecture ne doit pas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empêcher votre auditoire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de vous écouter.»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4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844"/>
            <a:ext cx="1015228" cy="147181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148469" y="1659844"/>
            <a:ext cx="7096259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TITRE DIAPORAMA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2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3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4000" dirty="0">
                <a:solidFill>
                  <a:srgbClr val="222938"/>
                </a:solidFill>
                <a:latin typeface="Quicksand Book" panose="02070303000000060000" pitchFamily="18" charset="0"/>
              </a:rPr>
              <a:t>Thème numéro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4</a:t>
            </a:r>
            <a:endParaRPr lang="fr-FR" sz="40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endParaRPr lang="fr-FR" sz="2800" dirty="0">
              <a:latin typeface="Quicksand Dash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96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713" y="723576"/>
            <a:ext cx="3160699" cy="12204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844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803838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Thème numéro 1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217826" y="881344"/>
            <a:ext cx="2779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priorité 2017</a:t>
            </a:r>
            <a:endParaRPr lang="fr-FR" sz="3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67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63" r="10900"/>
          <a:stretch/>
        </p:blipFill>
        <p:spPr>
          <a:xfrm>
            <a:off x="-29028" y="0"/>
            <a:ext cx="9173028" cy="68580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>
            <a:off x="-42539" y="0"/>
            <a:ext cx="3374639" cy="687629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580573" y="1887633"/>
            <a:ext cx="246742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Matinale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incubateur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09.01.2017</a:t>
            </a:r>
          </a:p>
          <a:p>
            <a:r>
              <a:rPr lang="fr-FR" sz="2800" dirty="0" smtClean="0">
                <a:solidFill>
                  <a:srgbClr val="222938"/>
                </a:solidFill>
                <a:latin typeface="Quicksand Dash" panose="02070303000000060000" pitchFamily="18" charset="0"/>
              </a:rPr>
              <a:t>LORIENT</a:t>
            </a:r>
          </a:p>
          <a:p>
            <a:r>
              <a:rPr lang="fr-FR" sz="6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26 </a:t>
            </a:r>
          </a:p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participants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53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104" y="5253844"/>
            <a:ext cx="1015228" cy="1471812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017838" y="1778080"/>
            <a:ext cx="709625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rgbClr val="0071B9"/>
                </a:solidFill>
                <a:latin typeface="Quicksand Book" panose="02070303000000060000" pitchFamily="18" charset="0"/>
              </a:rPr>
              <a:t>Thème numéro 2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fr-FR" sz="2800" dirty="0">
              <a:solidFill>
                <a:srgbClr val="222938"/>
              </a:solidFill>
              <a:latin typeface="Quicksand Book" panose="02070303000000060000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Première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Deuxième information à véhiculer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fr-FR" sz="28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Troisième information à véhiculer</a:t>
            </a:r>
          </a:p>
        </p:txBody>
      </p:sp>
    </p:spTree>
    <p:extLst>
      <p:ext uri="{BB962C8B-B14F-4D97-AF65-F5344CB8AC3E}">
        <p14:creationId xmlns:p14="http://schemas.microsoft.com/office/powerpoint/2010/main" val="258503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535981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« Message clé à retenir. 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125 projets soutenus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en 2020. »</a:t>
            </a:r>
            <a:endParaRPr lang="fr-FR" sz="28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23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4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 flipH="1">
            <a:off x="5782614" y="13901"/>
            <a:ext cx="3361386" cy="6876294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920" y="1049469"/>
            <a:ext cx="3389318" cy="5011200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5898524" y="2491328"/>
            <a:ext cx="355355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rgbClr val="222938"/>
                </a:solidFill>
                <a:latin typeface="Quicksand Bold" pitchFamily="50" charset="0"/>
              </a:rPr>
              <a:t>Propulsé par</a:t>
            </a: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François VILARS</a:t>
            </a:r>
          </a:p>
          <a:p>
            <a:r>
              <a:rPr lang="fr-FR" sz="1600" dirty="0">
                <a:solidFill>
                  <a:schemeClr val="bg1"/>
                </a:solidFill>
                <a:latin typeface="Quicksand Book" panose="02070303000000060000" pitchFamily="18" charset="0"/>
              </a:rPr>
              <a:t>Chargé de développement </a:t>
            </a:r>
            <a:endParaRPr lang="fr-FR" sz="16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sz="1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&amp;</a:t>
            </a:r>
            <a:endParaRPr lang="fr-FR" sz="1600" dirty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sz="1600" dirty="0">
                <a:solidFill>
                  <a:schemeClr val="bg1"/>
                </a:solidFill>
                <a:latin typeface="Quicksand Book" panose="02070303000000060000" pitchFamily="18" charset="0"/>
              </a:rPr>
              <a:t>Coordinateur de </a:t>
            </a:r>
            <a:r>
              <a:rPr lang="fr-FR" sz="16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l’Incubateur</a:t>
            </a:r>
          </a:p>
          <a:p>
            <a:r>
              <a:rPr lang="fr-FR" sz="1600" dirty="0">
                <a:solidFill>
                  <a:schemeClr val="bg1"/>
                </a:solidFill>
                <a:latin typeface="Quicksand Book" panose="02070303000000060000" pitchFamily="18" charset="0"/>
              </a:rPr>
              <a:t>Association C2Sol</a:t>
            </a:r>
            <a:endParaRPr lang="fr-FR" sz="1600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francois.vilars@TAg56.bzh</a:t>
            </a:r>
          </a:p>
          <a:p>
            <a:r>
              <a:rPr lang="fr-FR" dirty="0">
                <a:solidFill>
                  <a:schemeClr val="bg1"/>
                </a:solidFill>
                <a:latin typeface="Quicksand Book" panose="02070303000000060000" pitchFamily="18" charset="0"/>
              </a:rPr>
              <a:t>06 73 66 65 21</a:t>
            </a:r>
            <a:endParaRPr lang="fr-FR" dirty="0" smtClean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284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0" y="2078781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Fonds et objets à utiliser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pour la </a:t>
            </a:r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mise en forme</a:t>
            </a:r>
          </a:p>
          <a:p>
            <a:pPr algn="ctr"/>
            <a:r>
              <a:rPr lang="fr-FR" sz="4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d’un diaporama.</a:t>
            </a:r>
          </a:p>
          <a:p>
            <a:pPr algn="ctr"/>
            <a:r>
              <a:rPr lang="fr-FR" sz="4000" dirty="0" smtClean="0">
                <a:solidFill>
                  <a:srgbClr val="222938"/>
                </a:solidFill>
                <a:latin typeface="Quicksand Book" panose="02070303000000060000" pitchFamily="18" charset="0"/>
              </a:rPr>
              <a:t>Diapos suivantes.</a:t>
            </a:r>
            <a:endParaRPr lang="fr-FR" sz="2800" dirty="0" smtClean="0">
              <a:solidFill>
                <a:srgbClr val="222938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5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3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634" y="3853822"/>
            <a:ext cx="752436" cy="756000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860111"/>
            <a:ext cx="752436" cy="756000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3013624"/>
            <a:ext cx="752436" cy="756000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625" y="3013624"/>
            <a:ext cx="752436" cy="756000"/>
          </a:xfrm>
          <a:prstGeom prst="rect">
            <a:avLst/>
          </a:prstGeom>
        </p:spPr>
      </p:pic>
      <p:pic>
        <p:nvPicPr>
          <p:cNvPr id="27" name="Image 2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1" y="3013624"/>
            <a:ext cx="752436" cy="756000"/>
          </a:xfrm>
          <a:prstGeom prst="rect">
            <a:avLst/>
          </a:prstGeom>
        </p:spPr>
      </p:pic>
      <p:pic>
        <p:nvPicPr>
          <p:cNvPr id="26" name="Imag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1842" y="2158078"/>
            <a:ext cx="752436" cy="756000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2116" y="2167137"/>
            <a:ext cx="752436" cy="756000"/>
          </a:xfrm>
          <a:prstGeom prst="rect">
            <a:avLst/>
          </a:prstGeom>
        </p:spPr>
      </p:pic>
      <p:pic>
        <p:nvPicPr>
          <p:cNvPr id="24" name="Image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257" y="2167137"/>
            <a:ext cx="752436" cy="756000"/>
          </a:xfrm>
          <a:prstGeom prst="rect">
            <a:avLst/>
          </a:prstGeom>
        </p:spPr>
      </p:pic>
      <p:pic>
        <p:nvPicPr>
          <p:cNvPr id="23" name="Imag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2167137"/>
            <a:ext cx="752436" cy="756000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996" y="1317051"/>
            <a:ext cx="752436" cy="7560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468" y="1317051"/>
            <a:ext cx="752436" cy="756000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539" y="1317051"/>
            <a:ext cx="752436" cy="7560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98" y="980983"/>
            <a:ext cx="1344560" cy="100440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370" y="3566367"/>
            <a:ext cx="3075870" cy="245520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470" y="2521734"/>
            <a:ext cx="3042210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47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884" y="4726681"/>
            <a:ext cx="6114300" cy="184709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981" y="2556501"/>
            <a:ext cx="5715012" cy="185014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81" y="386321"/>
            <a:ext cx="5620523" cy="217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" y="0"/>
            <a:ext cx="8925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0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>
            <a:off x="-13253" y="-2197"/>
            <a:ext cx="3374639" cy="687629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91"/>
          <a:stretch/>
        </p:blipFill>
        <p:spPr>
          <a:xfrm flipH="1">
            <a:off x="5782614" y="13901"/>
            <a:ext cx="3361386" cy="687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8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76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>
            <a:off x="-55419" y="-16098"/>
            <a:ext cx="3407827" cy="68857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19"/>
          <a:stretch/>
        </p:blipFill>
        <p:spPr>
          <a:xfrm flipH="1">
            <a:off x="5652261" y="1"/>
            <a:ext cx="3493047" cy="688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0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33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28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>
            <a:off x="-62345" y="4684"/>
            <a:ext cx="3414752" cy="68580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76"/>
          <a:stretch/>
        </p:blipFill>
        <p:spPr>
          <a:xfrm flipH="1">
            <a:off x="5729248" y="4684"/>
            <a:ext cx="3414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42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051" y="2034032"/>
            <a:ext cx="6065949" cy="5027201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44" y="1600845"/>
            <a:ext cx="2816468" cy="416422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8" y="366159"/>
            <a:ext cx="1097165" cy="15905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737" y="800394"/>
            <a:ext cx="1105419" cy="160256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70" y="5118854"/>
            <a:ext cx="1112124" cy="1612286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929" y="722077"/>
            <a:ext cx="1097165" cy="15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250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6" b="5151"/>
          <a:stretch/>
        </p:blipFill>
        <p:spPr>
          <a:xfrm>
            <a:off x="0" y="0"/>
            <a:ext cx="9156879" cy="68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2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589"/>
            <a:ext cx="9234152" cy="724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34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71"/>
          <a:stretch/>
        </p:blipFill>
        <p:spPr>
          <a:xfrm>
            <a:off x="0" y="-1"/>
            <a:ext cx="9151334" cy="6877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6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9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810" y="5322636"/>
            <a:ext cx="865212" cy="1285200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610" b="43818"/>
          <a:stretch/>
        </p:blipFill>
        <p:spPr>
          <a:xfrm>
            <a:off x="442288" y="400326"/>
            <a:ext cx="5558556" cy="5815908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1136623" y="2315976"/>
            <a:ext cx="3962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professionnalisme</a:t>
            </a:r>
            <a:endParaRPr lang="fr-FR" sz="22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015583" y="3965323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entrepreneuriat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3292336" y="4316972"/>
            <a:ext cx="25369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laboratoire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796488" y="2208704"/>
            <a:ext cx="25369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Quicksand Bold" pitchFamily="50" charset="0"/>
              </a:rPr>
              <a:t>territoire</a:t>
            </a:r>
            <a:endParaRPr lang="fr-FR" sz="32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031257" y="4509386"/>
            <a:ext cx="24245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accompagnateur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1238389" y="4321130"/>
            <a:ext cx="2047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autonomisation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244692" y="2000730"/>
            <a:ext cx="27117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ld" pitchFamily="50" charset="0"/>
              </a:rPr>
              <a:t>collaboratif</a:t>
            </a:r>
            <a:endParaRPr lang="fr-FR" sz="2800" dirty="0">
              <a:solidFill>
                <a:schemeClr val="bg1"/>
              </a:solidFill>
              <a:latin typeface="Quicksand Bold" pitchFamily="50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 rot="16200000">
            <a:off x="3100457" y="3146061"/>
            <a:ext cx="2210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proximité</a:t>
            </a:r>
            <a:endParaRPr lang="fr-FR" sz="28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 rot="16200000">
            <a:off x="1229749" y="3124705"/>
            <a:ext cx="1627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innovation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 rot="16200000">
            <a:off x="3134764" y="1293684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déclencheur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 rot="16200000">
            <a:off x="1610835" y="3230875"/>
            <a:ext cx="1519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dynamisme</a:t>
            </a:r>
            <a:endParaRPr lang="fr-FR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 rot="16200000">
            <a:off x="2955103" y="3021218"/>
            <a:ext cx="197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Quicksand Light" panose="02070303000000060000" pitchFamily="18" charset="0"/>
              </a:rPr>
              <a:t>continuum</a:t>
            </a:r>
            <a:endParaRPr lang="fr-FR" dirty="0">
              <a:solidFill>
                <a:schemeClr val="bg1"/>
              </a:solidFill>
              <a:latin typeface="Quicksand Light" panose="02070303000000060000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 rot="16200000">
            <a:off x="3129561" y="2927546"/>
            <a:ext cx="2711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Quicksand Book" panose="02070303000000060000" pitchFamily="18" charset="0"/>
              </a:rPr>
              <a:t>communauté</a:t>
            </a:r>
            <a:endParaRPr lang="fr-FR" sz="2000" dirty="0">
              <a:solidFill>
                <a:schemeClr val="bg1"/>
              </a:solidFill>
              <a:latin typeface="Quicksand Book" panose="02070303000000060000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85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593"/>
    </mc:Choice>
    <mc:Fallback xmlns="">
      <p:transition spd="slow" advTm="345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437</TotalTime>
  <Words>125</Words>
  <Application>Microsoft Office PowerPoint</Application>
  <PresentationFormat>Affichage à l'écran (4:3)</PresentationFormat>
  <Paragraphs>73</Paragraphs>
  <Slides>28</Slides>
  <Notes>0</Notes>
  <HiddenSlides>0</HiddenSlides>
  <MMClips>3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Quicksand Bold</vt:lpstr>
      <vt:lpstr>Quicksand Book</vt:lpstr>
      <vt:lpstr>Quicksand Dash</vt:lpstr>
      <vt:lpstr>Quicksand Light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Emmanuelle FOURNIL</dc:creator>
  <cp:lastModifiedBy>Emmanuelle FOURNIL</cp:lastModifiedBy>
  <cp:revision>86</cp:revision>
  <dcterms:created xsi:type="dcterms:W3CDTF">2017-01-06T14:27:23Z</dcterms:created>
  <dcterms:modified xsi:type="dcterms:W3CDTF">2017-01-20T07:22:27Z</dcterms:modified>
</cp:coreProperties>
</file>