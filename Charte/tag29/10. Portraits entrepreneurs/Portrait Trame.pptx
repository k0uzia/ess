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jpeg" ContentType="image/jpe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77640" y="1768680"/>
            <a:ext cx="6803280" cy="4384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680328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3319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863880" y="1768680"/>
            <a:ext cx="3319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67000" y="1237320"/>
            <a:ext cx="6425280" cy="12199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863880" y="1768680"/>
            <a:ext cx="3319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77640" y="405864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3319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863880" y="176868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3863880" y="405864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863880" y="176868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77640" y="4058640"/>
            <a:ext cx="6803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6803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77640" y="4058640"/>
            <a:ext cx="6803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863880" y="176868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77640" y="405864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3863880" y="4058640"/>
            <a:ext cx="3319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77640" y="1768680"/>
            <a:ext cx="21902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2677680" y="1768680"/>
            <a:ext cx="21902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978080" y="1768680"/>
            <a:ext cx="21902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377640" y="4058640"/>
            <a:ext cx="21902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2677680" y="4058640"/>
            <a:ext cx="21902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4978080" y="4058640"/>
            <a:ext cx="21902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67000" y="1237320"/>
            <a:ext cx="6425280" cy="263160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4960" spc="-1" strike="noStrike">
                <a:solidFill>
                  <a:srgbClr val="000000"/>
                </a:solidFill>
                <a:latin typeface="Calibri Light"/>
              </a:rPr>
              <a:t>Modifiez le style du titre</a:t>
            </a:r>
            <a:endParaRPr b="0" lang="en-US" sz="496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519840" y="7006680"/>
            <a:ext cx="1700640" cy="40212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8E932BF0-4841-4626-B3F0-B12239F59C31}" type="datetime">
              <a:rPr b="0" lang="fr-FR" sz="989" spc="-1" strike="noStrike">
                <a:solidFill>
                  <a:srgbClr val="8b8b8b"/>
                </a:solidFill>
                <a:latin typeface="Calibri"/>
              </a:rPr>
              <a:t>20/02/2023</a:t>
            </a:fld>
            <a:endParaRPr b="0" lang="fr-FR" sz="989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2504160" y="7006680"/>
            <a:ext cx="2550960" cy="40212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5339160" y="7006680"/>
            <a:ext cx="1700640" cy="40212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F11D774-4924-4A97-8AE4-B02ED512784F}" type="slidenum">
              <a:rPr b="0" lang="fr-FR" sz="989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fr-FR" sz="989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77640" y="1768680"/>
            <a:ext cx="680328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32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en-US" sz="232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6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en-US" sz="166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9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en-US" sz="149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9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en-US" sz="149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mailto:anneleblan@hotmail.fr" TargetMode="External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19" descr=""/>
          <p:cNvPicPr/>
          <p:nvPr/>
        </p:nvPicPr>
        <p:blipFill>
          <a:blip r:embed="rId1">
            <a:alphaModFix amt="46000"/>
          </a:blip>
          <a:srcRect l="0" t="0" r="0" b="49683"/>
          <a:stretch/>
        </p:blipFill>
        <p:spPr>
          <a:xfrm rot="16200000">
            <a:off x="4140360" y="4317840"/>
            <a:ext cx="3956760" cy="2880720"/>
          </a:xfrm>
          <a:prstGeom prst="rect">
            <a:avLst/>
          </a:prstGeom>
          <a:ln w="0">
            <a:noFill/>
          </a:ln>
        </p:spPr>
      </p:pic>
      <p:sp>
        <p:nvSpPr>
          <p:cNvPr id="42" name="Rectangle 20"/>
          <p:cNvSpPr/>
          <p:nvPr/>
        </p:nvSpPr>
        <p:spPr>
          <a:xfrm rot="20953800">
            <a:off x="-699840" y="-1083240"/>
            <a:ext cx="8772480" cy="3219840"/>
          </a:xfrm>
          <a:prstGeom prst="rect">
            <a:avLst/>
          </a:prstGeom>
          <a:solidFill>
            <a:srgbClr val="f8af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Rectangle : coins arrondis 11"/>
          <p:cNvSpPr/>
          <p:nvPr/>
        </p:nvSpPr>
        <p:spPr>
          <a:xfrm rot="21011400">
            <a:off x="3560400" y="1905120"/>
            <a:ext cx="1905120" cy="607680"/>
          </a:xfrm>
          <a:prstGeom prst="roundRect">
            <a:avLst>
              <a:gd name="adj" fmla="val 16667"/>
            </a:avLst>
          </a:prstGeom>
          <a:solidFill>
            <a:srgbClr val="f8af3b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</p:sp>
      <p:sp>
        <p:nvSpPr>
          <p:cNvPr id="44" name="ZoneTexte 12"/>
          <p:cNvSpPr/>
          <p:nvPr/>
        </p:nvSpPr>
        <p:spPr>
          <a:xfrm rot="20972400">
            <a:off x="3572280" y="2035440"/>
            <a:ext cx="1687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ffffff"/>
                </a:solidFill>
                <a:latin typeface="Quicksand Book"/>
              </a:rPr>
              <a:t>Education, environnement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" name="ZoneTexte 15"/>
          <p:cNvSpPr/>
          <p:nvPr/>
        </p:nvSpPr>
        <p:spPr>
          <a:xfrm>
            <a:off x="3686400" y="2665800"/>
            <a:ext cx="353340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df4113"/>
                </a:solidFill>
                <a:latin typeface="Quicksand"/>
              </a:rPr>
              <a:t>PROJET 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Quicksand"/>
              </a:rPr>
              <a:t>Sorties et explorations de la nature avec les enfants en milieu urbain 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Quicksand Light"/>
              </a:rPr>
              <a:t>Donner aux enfants qui évoluent en milieu urbain, l’occasion de se connecter à la nature à travers différentes approches pédagogiques : naturaliste, manuelles, artistiques.  </a:t>
            </a:r>
            <a:r>
              <a:rPr b="0" lang="fr-FR" sz="1200" spc="-1" strike="noStrike">
                <a:solidFill>
                  <a:srgbClr val="000000"/>
                </a:solidFill>
                <a:latin typeface="Quicksand Bold"/>
              </a:rPr>
              <a:t> 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latin typeface="Arial"/>
            </a:endParaRPr>
          </a:p>
        </p:txBody>
      </p:sp>
      <p:sp>
        <p:nvSpPr>
          <p:cNvPr id="46" name="ZoneTexte 16"/>
          <p:cNvSpPr/>
          <p:nvPr/>
        </p:nvSpPr>
        <p:spPr>
          <a:xfrm>
            <a:off x="608760" y="4517280"/>
            <a:ext cx="2078640" cy="24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Quicksand Light"/>
              </a:rPr>
              <a:t> 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fr-FR" sz="1200" spc="-1" strike="noStrike">
                <a:solidFill>
                  <a:srgbClr val="000000"/>
                </a:solidFill>
                <a:latin typeface="Quicksand Light"/>
              </a:rPr>
              <a:t>Le + de l’accompagnement TAg </a:t>
            </a:r>
            <a:r>
              <a:rPr b="0" lang="fr-FR" sz="1200" spc="-1" strike="noStrike">
                <a:solidFill>
                  <a:srgbClr val="000000"/>
                </a:solidFill>
                <a:latin typeface="Quicksand Light"/>
              </a:rPr>
              <a:t>TAg29 m’a apporté un espace et un lieu pour structurer ma pensée et mon projet. C’est rassurant d’être entourée d’autres personnes et de confronter nos idées.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Quicksand Light"/>
              </a:rPr>
              <a:t>Tu repars de là, tu as des billes et tu crois en toi !</a:t>
            </a:r>
            <a:r>
              <a:rPr b="0" lang="fr-FR" sz="1200" spc="-1" strike="noStrike">
                <a:solidFill>
                  <a:srgbClr val="000000"/>
                </a:solidFill>
                <a:latin typeface="Quicksand Bold"/>
              </a:rPr>
              <a:t> </a:t>
            </a:r>
            <a:r>
              <a:rPr b="0" lang="fr-FR" sz="1200" spc="-1" strike="noStrike">
                <a:solidFill>
                  <a:srgbClr val="000000"/>
                </a:solidFill>
                <a:latin typeface="Aller Light"/>
              </a:rPr>
              <a:t>»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7" name="ZoneTexte 18"/>
          <p:cNvSpPr/>
          <p:nvPr/>
        </p:nvSpPr>
        <p:spPr>
          <a:xfrm rot="21016200">
            <a:off x="3508920" y="560880"/>
            <a:ext cx="30232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3200" spc="-1" strike="noStrike">
                <a:solidFill>
                  <a:srgbClr val="df4113"/>
                </a:solidFill>
                <a:latin typeface="Quicksand Bold"/>
              </a:rPr>
              <a:t>La vie, </a:t>
            </a:r>
            <a:endParaRPr b="0" lang="fr-FR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3200" spc="-1" strike="noStrike">
                <a:solidFill>
                  <a:srgbClr val="df4113"/>
                </a:solidFill>
                <a:latin typeface="Quicksand Bold"/>
              </a:rPr>
              <a:t>c’est dehors !  </a:t>
            </a:r>
            <a:endParaRPr b="0" lang="fr-FR" sz="3200" spc="-1" strike="noStrike">
              <a:latin typeface="Arial"/>
            </a:endParaRPr>
          </a:p>
        </p:txBody>
      </p:sp>
      <p:pic>
        <p:nvPicPr>
          <p:cNvPr id="48" name="Image 7" descr="Une image contenant extérieur, herbe, personne, ciel&#10;&#10;Description générée automatiquement"/>
          <p:cNvPicPr/>
          <p:nvPr/>
        </p:nvPicPr>
        <p:blipFill>
          <a:blip r:embed="rId2"/>
          <a:stretch/>
        </p:blipFill>
        <p:spPr>
          <a:xfrm>
            <a:off x="592200" y="663840"/>
            <a:ext cx="2475360" cy="3300480"/>
          </a:xfrm>
          <a:prstGeom prst="rect">
            <a:avLst/>
          </a:prstGeom>
          <a:ln w="0">
            <a:noFill/>
          </a:ln>
          <a:effectLst>
            <a:outerShdw algn="ctr" blurRad="50760" dir="5400000" dist="50760" rotWithShape="0" sx="1000" sy="1000">
              <a:srgbClr val="000000">
                <a:alpha val="43000"/>
              </a:srgbClr>
            </a:outerShdw>
          </a:effectLst>
        </p:spPr>
      </p:pic>
      <p:pic>
        <p:nvPicPr>
          <p:cNvPr id="49" name="Image 23" descr=""/>
          <p:cNvPicPr/>
          <p:nvPr/>
        </p:nvPicPr>
        <p:blipFill>
          <a:blip r:embed="rId3"/>
          <a:stretch/>
        </p:blipFill>
        <p:spPr>
          <a:xfrm>
            <a:off x="2389680" y="3348720"/>
            <a:ext cx="1037160" cy="1036440"/>
          </a:xfrm>
          <a:prstGeom prst="rect">
            <a:avLst/>
          </a:prstGeom>
          <a:ln w="0">
            <a:noFill/>
          </a:ln>
        </p:spPr>
      </p:pic>
      <p:sp>
        <p:nvSpPr>
          <p:cNvPr id="50" name="ZoneTexte 14"/>
          <p:cNvSpPr/>
          <p:nvPr/>
        </p:nvSpPr>
        <p:spPr>
          <a:xfrm>
            <a:off x="-357480" y="4179240"/>
            <a:ext cx="31788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fr-FR" sz="2000" spc="-1" strike="noStrike">
                <a:solidFill>
                  <a:srgbClr val="df4113"/>
                </a:solidFill>
                <a:latin typeface="Quicksand Bold"/>
              </a:rPr>
              <a:t>Anne Fry</a:t>
            </a:r>
            <a:endParaRPr b="0" lang="fr-FR" sz="2000" spc="-1" strike="noStrike">
              <a:latin typeface="Arial"/>
            </a:endParaRPr>
          </a:p>
        </p:txBody>
      </p:sp>
      <p:pic>
        <p:nvPicPr>
          <p:cNvPr id="51" name="Graphique 26" descr="Crayon avec un remplissage uni"/>
          <p:cNvPicPr/>
          <p:nvPr/>
        </p:nvPicPr>
        <p:blipFill>
          <a:blip r:embed="rId4"/>
          <a:stretch/>
        </p:blipFill>
        <p:spPr>
          <a:xfrm>
            <a:off x="5022000" y="1935720"/>
            <a:ext cx="212760" cy="212760"/>
          </a:xfrm>
          <a:prstGeom prst="rect">
            <a:avLst/>
          </a:prstGeom>
          <a:ln w="0">
            <a:noFill/>
          </a:ln>
        </p:spPr>
      </p:pic>
      <p:sp>
        <p:nvSpPr>
          <p:cNvPr id="52" name="ZoneTexte 32"/>
          <p:cNvSpPr/>
          <p:nvPr/>
        </p:nvSpPr>
        <p:spPr>
          <a:xfrm>
            <a:off x="2373480" y="7185240"/>
            <a:ext cx="460980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000000"/>
                </a:solidFill>
                <a:latin typeface="Quicksand Light"/>
                <a:hlinkClick r:id="rId5"/>
              </a:rPr>
              <a:t>anneleblan@hotmail.fr</a:t>
            </a:r>
            <a:r>
              <a:rPr b="0" lang="fr-FR" sz="1100" spc="-1" strike="noStrike">
                <a:solidFill>
                  <a:srgbClr val="000000"/>
                </a:solidFill>
                <a:latin typeface="Quicksand Light"/>
              </a:rPr>
              <a:t>   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3" name="ZoneTexte 33"/>
          <p:cNvSpPr/>
          <p:nvPr/>
        </p:nvSpPr>
        <p:spPr>
          <a:xfrm>
            <a:off x="3686400" y="7185240"/>
            <a:ext cx="460980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000000"/>
                </a:solidFill>
                <a:latin typeface="Quicksand Light"/>
              </a:rPr>
              <a:t>        </a:t>
            </a:r>
            <a:r>
              <a:rPr b="0" lang="fr-FR" sz="1100" spc="-1" strike="noStrike">
                <a:solidFill>
                  <a:srgbClr val="000000"/>
                </a:solidFill>
                <a:latin typeface="Quicksand Light"/>
              </a:rPr>
              <a:t>0695151754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4" name="ZoneTexte 35"/>
          <p:cNvSpPr/>
          <p:nvPr/>
        </p:nvSpPr>
        <p:spPr>
          <a:xfrm rot="20954400">
            <a:off x="5422320" y="1459800"/>
            <a:ext cx="4609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900" spc="-1" strike="noStrike">
                <a:solidFill>
                  <a:srgbClr val="808080"/>
                </a:solidFill>
                <a:latin typeface="Quicksand Book"/>
              </a:rPr>
              <a:t>Session d’idéation 2022 à Châteaulin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55" name="ZoneTexte 36"/>
          <p:cNvSpPr/>
          <p:nvPr/>
        </p:nvSpPr>
        <p:spPr>
          <a:xfrm>
            <a:off x="3648600" y="4578840"/>
            <a:ext cx="3533400" cy="19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df4113"/>
                </a:solidFill>
                <a:latin typeface="Quicksand"/>
              </a:rPr>
              <a:t>PARCOURS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Quicksand"/>
              </a:rPr>
              <a:t>Sorties et explorations de la nature avec les enfants en milieu urbain 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Quicksand Light"/>
              </a:rPr>
              <a:t>Après des études en sciences politique, Anne a travaillé à l’étranger, dans l’insertion. Elle a imaginé son projet en alliant deux souhaits : travailler en extérieur, et toucher des publics éloignés de l’environnement et de la nature.</a:t>
            </a:r>
            <a:r>
              <a:rPr b="0" lang="fr-FR" sz="1200" spc="-1" strike="noStrike">
                <a:solidFill>
                  <a:srgbClr val="000000"/>
                </a:solidFill>
                <a:latin typeface="Quicksand Bold"/>
              </a:rPr>
              <a:t> 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latin typeface="Arial"/>
            </a:endParaRPr>
          </a:p>
        </p:txBody>
      </p:sp>
      <p:pic>
        <p:nvPicPr>
          <p:cNvPr id="56" name="Image 43" descr=""/>
          <p:cNvPicPr/>
          <p:nvPr/>
        </p:nvPicPr>
        <p:blipFill>
          <a:blip r:embed="rId6"/>
          <a:stretch/>
        </p:blipFill>
        <p:spPr>
          <a:xfrm>
            <a:off x="6118560" y="-81720"/>
            <a:ext cx="1608840" cy="11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501</TotalTime>
  <Application>LibreOffice/7.1.5.2$Windows_X86_64 LibreOffice_project/85f04e9f809797b8199d13c421bd8a2b025d52b5</Application>
  <AppVersion>15.0000</AppVersion>
  <Words>132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2023-02-06T08:00:01Z</dcterms:created>
  <dc:creator>Marjorie HERVE</dc:creator>
  <dc:description/>
  <dc:language>fr-FR</dc:language>
  <cp:lastModifiedBy/>
  <dcterms:modified xsi:type="dcterms:W3CDTF">2023-02-20T12:52:28Z</dcterms:modified>
  <cp:revision>5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Personnalisé</vt:lpwstr>
  </property>
  <property fmtid="{D5CDD505-2E9C-101B-9397-08002B2CF9AE}" pid="3" name="Slides">
    <vt:i4>1</vt:i4>
  </property>
</Properties>
</file>