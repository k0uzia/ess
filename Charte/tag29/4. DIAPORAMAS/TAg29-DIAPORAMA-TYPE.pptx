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11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10" r:id="rId25"/>
    <p:sldId id="313" r:id="rId26"/>
    <p:sldId id="307" r:id="rId27"/>
    <p:sldId id="308" r:id="rId28"/>
    <p:sldId id="312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F3C"/>
    <a:srgbClr val="222938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439203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7" b="5131"/>
          <a:stretch/>
        </p:blipFill>
        <p:spPr>
          <a:xfrm>
            <a:off x="6648" y="0"/>
            <a:ext cx="9137352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4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83" y="2073568"/>
            <a:ext cx="1752969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du Finistère</a:t>
            </a:r>
            <a:endParaRPr lang="fr-FR" sz="46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TAg29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2" r="9557" b="35077"/>
          <a:stretch/>
        </p:blipFill>
        <p:spPr>
          <a:xfrm>
            <a:off x="458451" y="759854"/>
            <a:ext cx="5491590" cy="537049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20" y="723576"/>
            <a:ext cx="3160699" cy="12204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0" y="0"/>
            <a:ext cx="9173028" cy="685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25758" y="0"/>
            <a:ext cx="3365288" cy="689019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MORLAIX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91" y="1051199"/>
            <a:ext cx="3243764" cy="5011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5854019" y="2491328"/>
            <a:ext cx="310865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Guillaume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NIL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Chargé de mission </a:t>
            </a:r>
            <a:r>
              <a:rPr lang="fr-FR" sz="1600" i="1" dirty="0">
                <a:solidFill>
                  <a:schemeClr val="bg1"/>
                </a:solidFill>
                <a:latin typeface="Quicksand Book" panose="02070303000000060000" pitchFamily="18" charset="0"/>
              </a:rPr>
              <a:t>I</a:t>
            </a:r>
            <a:r>
              <a:rPr lang="fr-FR" sz="1600" i="1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ncubateur </a:t>
            </a:r>
            <a:r>
              <a:rPr lang="fr-FR" sz="1600" i="1" dirty="0">
                <a:solidFill>
                  <a:schemeClr val="bg1"/>
                </a:solidFill>
                <a:latin typeface="Quicksand Book" panose="02070303000000060000" pitchFamily="18" charset="0"/>
              </a:rPr>
              <a:t>de projets </a:t>
            </a:r>
            <a:r>
              <a:rPr lang="fr-FR" sz="1600" i="1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ESS</a:t>
            </a:r>
            <a:endParaRPr lang="fr-FR" sz="1600" i="1" dirty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err="1">
                <a:solidFill>
                  <a:schemeClr val="bg1"/>
                </a:solidFill>
                <a:latin typeface="Quicksand Book" panose="02070303000000060000" pitchFamily="18" charset="0"/>
              </a:rPr>
              <a:t>Adess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du 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Pays de Morlaix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contact@TAg29.fr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09 81 71 87 49</a:t>
            </a: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91" y="2495976"/>
            <a:ext cx="3042210" cy="24300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57" y="3860111"/>
            <a:ext cx="752436" cy="75600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3829"/>
            <a:ext cx="752436" cy="756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417" y="3011479"/>
            <a:ext cx="752436" cy="756000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31" y="3013624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738" y="991946"/>
            <a:ext cx="1342616" cy="10044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8" y="2151386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956" y="2151386"/>
            <a:ext cx="752436" cy="756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78" y="2164265"/>
            <a:ext cx="752436" cy="756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2164265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1317051"/>
            <a:ext cx="752436" cy="7560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57" y="1317051"/>
            <a:ext cx="752436" cy="756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1317051"/>
            <a:ext cx="752436" cy="7560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546" y="3566367"/>
            <a:ext cx="3075870" cy="24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 flipH="1">
            <a:off x="5652262" y="0"/>
            <a:ext cx="3491737" cy="689019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12879" y="0"/>
            <a:ext cx="3365288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5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7" b="5131"/>
          <a:stretch/>
        </p:blipFill>
        <p:spPr>
          <a:xfrm>
            <a:off x="6648" y="0"/>
            <a:ext cx="9137352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5"/>
          <a:stretch/>
        </p:blipFill>
        <p:spPr>
          <a:xfrm>
            <a:off x="0" y="0"/>
            <a:ext cx="9144000" cy="68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2" r="9557" b="35077"/>
          <a:stretch/>
        </p:blipFill>
        <p:spPr>
          <a:xfrm>
            <a:off x="458451" y="759854"/>
            <a:ext cx="5491590" cy="537049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464</TotalTime>
  <Words>129</Words>
  <Application>Microsoft Office PowerPoint</Application>
  <PresentationFormat>Affichage à l'écran (4:3)</PresentationFormat>
  <Paragraphs>70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87</cp:revision>
  <dcterms:created xsi:type="dcterms:W3CDTF">2017-01-06T14:27:23Z</dcterms:created>
  <dcterms:modified xsi:type="dcterms:W3CDTF">2017-01-19T16:00:03Z</dcterms:modified>
</cp:coreProperties>
</file>