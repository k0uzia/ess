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8" r:id="rId10"/>
    <p:sldId id="263" r:id="rId11"/>
    <p:sldId id="264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9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3" autoAdjust="0"/>
    <p:restoredTop sz="94660"/>
  </p:normalViewPr>
  <p:slideViewPr>
    <p:cSldViewPr snapToGrid="0">
      <p:cViewPr varScale="1">
        <p:scale>
          <a:sx n="36" d="100"/>
          <a:sy n="36" d="100"/>
        </p:scale>
        <p:origin x="66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A8172-5B85-41A9-BE12-A4BE0732C4F8}" type="datetimeFigureOut">
              <a:rPr lang="fr-FR" smtClean="0"/>
              <a:t>05/03/2019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11BCE-D5E6-47DD-88BB-134B0BFAA5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8823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A8172-5B85-41A9-BE12-A4BE0732C4F8}" type="datetimeFigureOut">
              <a:rPr lang="fr-FR" smtClean="0"/>
              <a:t>05/03/2019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11BCE-D5E6-47DD-88BB-134B0BFAA5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3892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A8172-5B85-41A9-BE12-A4BE0732C4F8}" type="datetimeFigureOut">
              <a:rPr lang="fr-FR" smtClean="0"/>
              <a:t>05/03/2019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11BCE-D5E6-47DD-88BB-134B0BFAA5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6123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A8172-5B85-41A9-BE12-A4BE0732C4F8}" type="datetimeFigureOut">
              <a:rPr lang="fr-FR" smtClean="0"/>
              <a:t>05/03/2019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11BCE-D5E6-47DD-88BB-134B0BFAA5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2763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A8172-5B85-41A9-BE12-A4BE0732C4F8}" type="datetimeFigureOut">
              <a:rPr lang="fr-FR" smtClean="0"/>
              <a:t>05/03/2019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11BCE-D5E6-47DD-88BB-134B0BFAA5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4797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A8172-5B85-41A9-BE12-A4BE0732C4F8}" type="datetimeFigureOut">
              <a:rPr lang="fr-FR" smtClean="0"/>
              <a:t>05/03/2019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11BCE-D5E6-47DD-88BB-134B0BFAA5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4113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A8172-5B85-41A9-BE12-A4BE0732C4F8}" type="datetimeFigureOut">
              <a:rPr lang="fr-FR" smtClean="0"/>
              <a:t>05/03/2019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11BCE-D5E6-47DD-88BB-134B0BFAA5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5293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A8172-5B85-41A9-BE12-A4BE0732C4F8}" type="datetimeFigureOut">
              <a:rPr lang="fr-FR" smtClean="0"/>
              <a:t>05/03/2019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11BCE-D5E6-47DD-88BB-134B0BFAA5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1342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A8172-5B85-41A9-BE12-A4BE0732C4F8}" type="datetimeFigureOut">
              <a:rPr lang="fr-FR" smtClean="0"/>
              <a:t>05/03/2019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11BCE-D5E6-47DD-88BB-134B0BFAA5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7802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A8172-5B85-41A9-BE12-A4BE0732C4F8}" type="datetimeFigureOut">
              <a:rPr lang="fr-FR" smtClean="0"/>
              <a:t>05/03/2019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11BCE-D5E6-47DD-88BB-134B0BFAA5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0748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A8172-5B85-41A9-BE12-A4BE0732C4F8}" type="datetimeFigureOut">
              <a:rPr lang="fr-FR" smtClean="0"/>
              <a:t>05/03/2019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11BCE-D5E6-47DD-88BB-134B0BFAA5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3471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DA8172-5B85-41A9-BE12-A4BE0732C4F8}" type="datetimeFigureOut">
              <a:rPr lang="fr-FR" smtClean="0"/>
              <a:t>05/03/2019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11BCE-D5E6-47DD-88BB-134B0BFAA5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2824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495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1524000" y="1956433"/>
            <a:ext cx="91440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solidFill>
                  <a:srgbClr val="222938"/>
                </a:solidFill>
                <a:latin typeface="Quicksand Book" panose="02070303000000060000" pitchFamily="18" charset="0"/>
              </a:rPr>
              <a:t>« </a:t>
            </a:r>
            <a:r>
              <a:rPr lang="fr-FR" sz="4000" dirty="0">
                <a:solidFill>
                  <a:srgbClr val="222938"/>
                </a:solidFill>
                <a:latin typeface="Quicksand Bold" pitchFamily="50" charset="0"/>
              </a:rPr>
              <a:t>TAg</a:t>
            </a:r>
            <a:r>
              <a:rPr lang="fr-FR" sz="4000" dirty="0">
                <a:solidFill>
                  <a:srgbClr val="222938"/>
                </a:solidFill>
                <a:latin typeface="Quicksand Book" panose="02070303000000060000" pitchFamily="18" charset="0"/>
              </a:rPr>
              <a:t> pour </a:t>
            </a:r>
            <a:r>
              <a:rPr lang="fr-FR" sz="4000" dirty="0">
                <a:solidFill>
                  <a:srgbClr val="222938"/>
                </a:solidFill>
                <a:latin typeface="Quicksand Bold" pitchFamily="50" charset="0"/>
              </a:rPr>
              <a:t>T</a:t>
            </a:r>
            <a:r>
              <a:rPr lang="fr-FR" sz="4000" dirty="0">
                <a:solidFill>
                  <a:srgbClr val="222938"/>
                </a:solidFill>
                <a:latin typeface="Quicksand Book" panose="02070303000000060000" pitchFamily="18" charset="0"/>
              </a:rPr>
              <a:t>rajectoires </a:t>
            </a:r>
            <a:r>
              <a:rPr lang="fr-FR" sz="4000" dirty="0">
                <a:solidFill>
                  <a:srgbClr val="222938"/>
                </a:solidFill>
                <a:latin typeface="Quicksand Bold" pitchFamily="50" charset="0"/>
              </a:rPr>
              <a:t>Ag</a:t>
            </a:r>
            <a:r>
              <a:rPr lang="fr-FR" sz="4000" dirty="0">
                <a:solidFill>
                  <a:srgbClr val="222938"/>
                </a:solidFill>
                <a:latin typeface="Quicksand Book" panose="02070303000000060000" pitchFamily="18" charset="0"/>
              </a:rPr>
              <a:t>iles. </a:t>
            </a:r>
          </a:p>
          <a:p>
            <a:pPr algn="ctr"/>
            <a:r>
              <a:rPr lang="fr-FR" sz="4000" dirty="0">
                <a:solidFill>
                  <a:srgbClr val="222938"/>
                </a:solidFill>
                <a:latin typeface="Quicksand Book" panose="02070303000000060000" pitchFamily="18" charset="0"/>
              </a:rPr>
              <a:t>Les trajectoires qu’empruntent </a:t>
            </a:r>
          </a:p>
          <a:p>
            <a:pPr algn="ctr"/>
            <a:r>
              <a:rPr lang="fr-FR" sz="4000" dirty="0">
                <a:solidFill>
                  <a:srgbClr val="222938"/>
                </a:solidFill>
                <a:latin typeface="Quicksand Book" panose="02070303000000060000" pitchFamily="18" charset="0"/>
              </a:rPr>
              <a:t>les idées bien menées </a:t>
            </a:r>
          </a:p>
          <a:p>
            <a:pPr algn="ctr"/>
            <a:r>
              <a:rPr lang="fr-FR" sz="4000" dirty="0">
                <a:solidFill>
                  <a:srgbClr val="222938"/>
                </a:solidFill>
                <a:latin typeface="Quicksand Book" panose="02070303000000060000" pitchFamily="18" charset="0"/>
              </a:rPr>
              <a:t>jusqu’à leur concrétisation »</a:t>
            </a:r>
          </a:p>
          <a:p>
            <a:pPr algn="ctr"/>
            <a:r>
              <a:rPr lang="fr-FR" sz="4000" dirty="0">
                <a:solidFill>
                  <a:schemeClr val="bg1"/>
                </a:solidFill>
                <a:latin typeface="Quicksand Book" panose="02070303000000060000" pitchFamily="18" charset="0"/>
              </a:rPr>
              <a:t>en 2020. »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1326" y="5320925"/>
            <a:ext cx="648454" cy="1285200"/>
          </a:xfrm>
          <a:prstGeom prst="rect">
            <a:avLst/>
          </a:prstGeom>
        </p:spPr>
      </p:pic>
      <p:pic>
        <p:nvPicPr>
          <p:cNvPr id="8" name="Image 7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177" y="5320925"/>
            <a:ext cx="1014202" cy="147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423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049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3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177" y="5320925"/>
            <a:ext cx="1014202" cy="147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354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407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980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832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20"/>
          <a:stretch/>
        </p:blipFill>
        <p:spPr>
          <a:xfrm>
            <a:off x="0" y="1990164"/>
            <a:ext cx="12192000" cy="4867835"/>
          </a:xfrm>
          <a:prstGeom prst="rect">
            <a:avLst/>
          </a:prstGeom>
        </p:spPr>
      </p:pic>
      <p:pic>
        <p:nvPicPr>
          <p:cNvPr id="3" name="Image 2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177" y="5320925"/>
            <a:ext cx="1014202" cy="1471424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394447" y="747057"/>
            <a:ext cx="1140310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 smtClean="0">
                <a:solidFill>
                  <a:srgbClr val="222938"/>
                </a:solidFill>
                <a:latin typeface="Quicksand Bold" pitchFamily="50" charset="0"/>
              </a:rPr>
              <a:t>NOTRE </a:t>
            </a:r>
            <a:r>
              <a:rPr lang="fr-FR" sz="3600" dirty="0" err="1" smtClean="0">
                <a:solidFill>
                  <a:srgbClr val="222938"/>
                </a:solidFill>
                <a:latin typeface="Quicksand Bold" pitchFamily="50" charset="0"/>
              </a:rPr>
              <a:t>TAgOSOPHIE</a:t>
            </a:r>
            <a:r>
              <a:rPr lang="fr-FR" sz="3600" dirty="0" smtClean="0">
                <a:solidFill>
                  <a:srgbClr val="222938"/>
                </a:solidFill>
                <a:latin typeface="Quicksand Bold" pitchFamily="50" charset="0"/>
              </a:rPr>
              <a:t>…</a:t>
            </a:r>
          </a:p>
          <a:p>
            <a:pPr algn="ctr"/>
            <a:r>
              <a:rPr lang="fr-FR" sz="36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POUR UN ENTREPRENEURIAT</a:t>
            </a:r>
            <a:endParaRPr lang="fr-FR" sz="36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algn="ctr"/>
            <a:r>
              <a:rPr lang="fr-FR" sz="36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COLLECTIF ET INNOVANT</a:t>
            </a:r>
            <a:endParaRPr lang="fr-FR" sz="3600" dirty="0">
              <a:solidFill>
                <a:srgbClr val="222938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999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534274" y="1228700"/>
            <a:ext cx="11403105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Nous favorisons l'émergence </a:t>
            </a:r>
          </a:p>
          <a:p>
            <a:pPr algn="ctr"/>
            <a:r>
              <a:rPr lang="fr-FR" sz="36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et la professionnalisation d'entreprises locales collectives et innovantes, créatrices d'emploi </a:t>
            </a:r>
          </a:p>
          <a:p>
            <a:pPr algn="ctr"/>
            <a:r>
              <a:rPr lang="fr-FR" sz="36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et de qualité de vie sur le territoire breton. </a:t>
            </a:r>
          </a:p>
          <a:p>
            <a:pPr algn="ctr"/>
            <a:r>
              <a:rPr lang="fr-FR" sz="36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Par notre volonté de réinvention permanente, nous, TAg BZH, marquons la Bretagne</a:t>
            </a:r>
          </a:p>
          <a:p>
            <a:pPr algn="ctr"/>
            <a:r>
              <a:rPr lang="fr-FR" sz="36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par l'innovation sociale.</a:t>
            </a:r>
            <a:endParaRPr lang="fr-FR" sz="36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algn="ctr"/>
            <a:r>
              <a:rPr lang="fr-FR" sz="4000" dirty="0">
                <a:solidFill>
                  <a:schemeClr val="bg1"/>
                </a:solidFill>
                <a:latin typeface="Quicksand Book" panose="02070303000000060000" pitchFamily="18" charset="0"/>
              </a:rPr>
              <a:t>en 2020. »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pic>
        <p:nvPicPr>
          <p:cNvPr id="3" name="Image 2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177" y="5320925"/>
            <a:ext cx="1014202" cy="147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955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442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4857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56</Words>
  <Application>Microsoft Office PowerPoint</Application>
  <PresentationFormat>Grand écran</PresentationFormat>
  <Paragraphs>14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Quicksand Bold</vt:lpstr>
      <vt:lpstr>Quicksand Book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Emmanuelle FOURNIL</dc:creator>
  <cp:lastModifiedBy>Emmanuelle FOURNIL</cp:lastModifiedBy>
  <cp:revision>3</cp:revision>
  <dcterms:created xsi:type="dcterms:W3CDTF">2019-03-05T15:52:31Z</dcterms:created>
  <dcterms:modified xsi:type="dcterms:W3CDTF">2019-03-05T16:10:01Z</dcterms:modified>
</cp:coreProperties>
</file>