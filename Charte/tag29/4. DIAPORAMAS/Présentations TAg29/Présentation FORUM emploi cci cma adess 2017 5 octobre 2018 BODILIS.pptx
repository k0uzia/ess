
<file path=[Content_Types].xml><?xml version="1.0" encoding="utf-8"?>
<Types xmlns="http://schemas.openxmlformats.org/package/2006/content-types">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notesMasters/notesMaster1.xml" ContentType="application/vnd.openxmlformats-officedocument.presentationml.notesMaster+xml"/>
  <Override PartName="/ppt/notesMasters/_rels/notesMaster1.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_rels/slideMaster1.xml.rels" ContentType="application/vnd.openxmlformats-package.relationships+xml"/>
  <Override PartName="/ppt/slideMasters/_rels/slideMaster2.xml.rels" ContentType="application/vnd.openxmlformats-package.relationships+xml"/>
  <Override PartName="/ppt/slideMasters/_rels/slideMaster3.xml.rels" ContentType="application/vnd.openxmlformats-package.relationships+xml"/>
  <Override PartName="/ppt/slideMasters/_rels/slideMaster4.xml.rels" ContentType="application/vnd.openxmlformats-package.relationships+xml"/>
  <Override PartName="/ppt/slideMasters/_rels/slideMaster5.xml.rels" ContentType="application/vnd.openxmlformats-package.relationships+xml"/>
  <Override PartName="/ppt/slideMasters/_rels/slideMaster6.xml.rels" ContentType="application/vnd.openxmlformats-package.relationships+xml"/>
  <Override PartName="/ppt/slideMasters/slideMaster6.xml" ContentType="application/vnd.openxmlformats-officedocument.presentationml.slideMaster+xml"/>
  <Override PartName="/ppt/notesSlides/_rels/notesSlide2.xml.rels" ContentType="application/vnd.openxmlformats-package.relationships+xml"/>
  <Override PartName="/ppt/notesSlides/_rels/notesSlide3.xml.rels" ContentType="application/vnd.openxmlformats-package.relationships+xml"/>
  <Override PartName="/ppt/notesSlides/_rels/notesSlide4.xml.rels" ContentType="application/vnd.openxmlformats-package.relationships+xml"/>
  <Override PartName="/ppt/notesSlides/_rels/notesSlide26.xml.rels" ContentType="application/vnd.openxmlformats-package.relationships+xml"/>
  <Override PartName="/ppt/notesSlides/_rels/notesSlide9.xml.rels" ContentType="application/vnd.openxmlformats-package.relationships+xml"/>
  <Override PartName="/ppt/notesSlides/_rels/notesSlide10.xml.rels" ContentType="application/vnd.openxmlformats-package.relationships+xml"/>
  <Override PartName="/ppt/notesSlides/_rels/notesSlide25.xml.rels" ContentType="application/vnd.openxmlformats-package.relationships+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25.xml" ContentType="application/vnd.openxmlformats-officedocument.presentationml.notesSlide+xml"/>
  <Override PartName="/ppt/notesSlides/notesSlide4.xml" ContentType="application/vnd.openxmlformats-officedocument.presentationml.notesSlide+xml"/>
  <Override PartName="/ppt/notesSlides/notesSlide9.xml" ContentType="application/vnd.openxmlformats-officedocument.presentationml.notesSlide+xml"/>
  <Override PartName="/ppt/notesSlides/notesSlide26.xml" ContentType="application/vnd.openxmlformats-officedocument.presentationml.notesSlide+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comments/comment6.xml" ContentType="application/vnd.openxmlformats-officedocument.presentationml.comments+xml"/>
  <Override PartName="/ppt/comments/comment11.xml" ContentType="application/vnd.openxmlformats-officedocument.presentationml.comments+xml"/>
  <Override PartName="/ppt/slideLayouts/slideLayout39.xml" ContentType="application/vnd.openxmlformats-officedocument.presentationml.slideLayout+xml"/>
  <Override PartName="/ppt/slideLayouts/slideLayout9.xml" ContentType="application/vnd.openxmlformats-officedocument.presentationml.slideLayout+xml"/>
  <Override PartName="/ppt/slideLayouts/slideLayout31.xml" ContentType="application/vnd.openxmlformats-officedocument.presentationml.slideLayout+xml"/>
  <Override PartName="/ppt/slideLayouts/slideLayout1.xml" ContentType="application/vnd.openxmlformats-officedocument.presentationml.slideLayout+xml"/>
  <Override PartName="/ppt/slideLayouts/slideLayout32.xml" ContentType="application/vnd.openxmlformats-officedocument.presentationml.slideLayout+xml"/>
  <Override PartName="/ppt/slideLayouts/slideLayout2.xml" ContentType="application/vnd.openxmlformats-officedocument.presentationml.slideLayout+xml"/>
  <Override PartName="/ppt/slideLayouts/slideLayout33.xml" ContentType="application/vnd.openxmlformats-officedocument.presentationml.slideLayout+xml"/>
  <Override PartName="/ppt/slideLayouts/slideLayout3.xml" ContentType="application/vnd.openxmlformats-officedocument.presentationml.slideLayout+xml"/>
  <Override PartName="/ppt/slideLayouts/slideLayout34.xml" ContentType="application/vnd.openxmlformats-officedocument.presentationml.slideLayout+xml"/>
  <Override PartName="/ppt/slideLayouts/slideLayout4.xml" ContentType="application/vnd.openxmlformats-officedocument.presentationml.slideLayout+xml"/>
  <Override PartName="/ppt/slideLayouts/slideLayout35.xml" ContentType="application/vnd.openxmlformats-officedocument.presentationml.slideLayout+xml"/>
  <Override PartName="/ppt/slideLayouts/slideLayout5.xml" ContentType="application/vnd.openxmlformats-officedocument.presentationml.slideLayout+xml"/>
  <Override PartName="/ppt/slideLayouts/slideLayout36.xml" ContentType="application/vnd.openxmlformats-officedocument.presentationml.slideLayout+xml"/>
  <Override PartName="/ppt/slideLayouts/slideLayout6.xml" ContentType="application/vnd.openxmlformats-officedocument.presentationml.slideLayout+xml"/>
  <Override PartName="/ppt/slideLayouts/slideLayout37.xml" ContentType="application/vnd.openxmlformats-officedocument.presentationml.slideLayout+xml"/>
  <Override PartName="/ppt/slideLayouts/slideLayout7.xml" ContentType="application/vnd.openxmlformats-officedocument.presentationml.slideLayout+xml"/>
  <Override PartName="/ppt/slideLayouts/slideLayout38.xml" ContentType="application/vnd.openxmlformats-officedocument.presentationml.slideLayout+xml"/>
  <Override PartName="/ppt/slideLayouts/slideLayout8.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_rels/slideLayout9.xml.rels" ContentType="application/vnd.openxmlformats-package.relationships+xml"/>
  <Override PartName="/ppt/slideLayouts/_rels/slideLayout53.xml.rels" ContentType="application/vnd.openxmlformats-package.relationships+xml"/>
  <Override PartName="/ppt/slideLayouts/_rels/slideLayout1.xml.rels" ContentType="application/vnd.openxmlformats-package.relationships+xml"/>
  <Override PartName="/ppt/slideLayouts/_rels/slideLayout54.xml.rels" ContentType="application/vnd.openxmlformats-package.relationships+xml"/>
  <Override PartName="/ppt/slideLayouts/_rels/slideLayout2.xml.rels" ContentType="application/vnd.openxmlformats-package.relationships+xml"/>
  <Override PartName="/ppt/slideLayouts/_rels/slideLayout55.xml.rels" ContentType="application/vnd.openxmlformats-package.relationships+xml"/>
  <Override PartName="/ppt/slideLayouts/_rels/slideLayout3.xml.rels" ContentType="application/vnd.openxmlformats-package.relationships+xml"/>
  <Override PartName="/ppt/slideLayouts/_rels/slideLayout56.xml.rels" ContentType="application/vnd.openxmlformats-package.relationships+xml"/>
  <Override PartName="/ppt/slideLayouts/_rels/slideLayout4.xml.rels" ContentType="application/vnd.openxmlformats-package.relationships+xml"/>
  <Override PartName="/ppt/slideLayouts/_rels/slideLayout57.xml.rels" ContentType="application/vnd.openxmlformats-package.relationships+xml"/>
  <Override PartName="/ppt/slideLayouts/_rels/slideLayout5.xml.rels" ContentType="application/vnd.openxmlformats-package.relationships+xml"/>
  <Override PartName="/ppt/slideLayouts/_rels/slideLayout58.xml.rels" ContentType="application/vnd.openxmlformats-package.relationships+xml"/>
  <Override PartName="/ppt/slideLayouts/_rels/slideLayout6.xml.rels" ContentType="application/vnd.openxmlformats-package.relationships+xml"/>
  <Override PartName="/ppt/slideLayouts/_rels/slideLayout59.xml.rels" ContentType="application/vnd.openxmlformats-package.relationships+xml"/>
  <Override PartName="/ppt/slideLayouts/_rels/slideLayout7.xml.rels" ContentType="application/vnd.openxmlformats-package.relationships+xml"/>
  <Override PartName="/ppt/slideLayouts/_rels/slideLayout8.xml.rels" ContentType="application/vnd.openxmlformats-package.relationships+xml"/>
  <Override PartName="/ppt/slideLayouts/_rels/slideLayout10.xml.rels" ContentType="application/vnd.openxmlformats-package.relationships+xml"/>
  <Override PartName="/ppt/slideLayouts/_rels/slideLayout11.xml.rels" ContentType="application/vnd.openxmlformats-package.relationships+xml"/>
  <Override PartName="/ppt/slideLayouts/_rels/slideLayout12.xml.rels" ContentType="application/vnd.openxmlformats-package.relationships+xml"/>
  <Override PartName="/ppt/slideLayouts/_rels/slideLayout13.xml.rels" ContentType="application/vnd.openxmlformats-package.relationships+xml"/>
  <Override PartName="/ppt/slideLayouts/_rels/slideLayout14.xml.rels" ContentType="application/vnd.openxmlformats-package.relationships+xml"/>
  <Override PartName="/ppt/slideLayouts/_rels/slideLayout15.xml.rels" ContentType="application/vnd.openxmlformats-package.relationships+xml"/>
  <Override PartName="/ppt/slideLayouts/_rels/slideLayout16.xml.rels" ContentType="application/vnd.openxmlformats-package.relationships+xml"/>
  <Override PartName="/ppt/slideLayouts/_rels/slideLayout17.xml.rels" ContentType="application/vnd.openxmlformats-package.relationships+xml"/>
  <Override PartName="/ppt/slideLayouts/_rels/slideLayout18.xml.rels" ContentType="application/vnd.openxmlformats-package.relationships+xml"/>
  <Override PartName="/ppt/slideLayouts/_rels/slideLayout19.xml.rels" ContentType="application/vnd.openxmlformats-package.relationships+xml"/>
  <Override PartName="/ppt/slideLayouts/_rels/slideLayout20.xml.rels" ContentType="application/vnd.openxmlformats-package.relationships+xml"/>
  <Override PartName="/ppt/slideLayouts/_rels/slideLayout21.xml.rels" ContentType="application/vnd.openxmlformats-package.relationships+xml"/>
  <Override PartName="/ppt/slideLayouts/_rels/slideLayout22.xml.rels" ContentType="application/vnd.openxmlformats-package.relationships+xml"/>
  <Override PartName="/ppt/slideLayouts/_rels/slideLayout23.xml.rels" ContentType="application/vnd.openxmlformats-package.relationships+xml"/>
  <Override PartName="/ppt/slideLayouts/_rels/slideLayout24.xml.rels" ContentType="application/vnd.openxmlformats-package.relationships+xml"/>
  <Override PartName="/ppt/slideLayouts/_rels/slideLayout25.xml.rels" ContentType="application/vnd.openxmlformats-package.relationships+xml"/>
  <Override PartName="/ppt/slideLayouts/_rels/slideLayout26.xml.rels" ContentType="application/vnd.openxmlformats-package.relationships+xml"/>
  <Override PartName="/ppt/slideLayouts/_rels/slideLayout27.xml.rels" ContentType="application/vnd.openxmlformats-package.relationships+xml"/>
  <Override PartName="/ppt/slideLayouts/_rels/slideLayout28.xml.rels" ContentType="application/vnd.openxmlformats-package.relationships+xml"/>
  <Override PartName="/ppt/slideLayouts/_rels/slideLayout29.xml.rels" ContentType="application/vnd.openxmlformats-package.relationships+xml"/>
  <Override PartName="/ppt/slideLayouts/_rels/slideLayout30.xml.rels" ContentType="application/vnd.openxmlformats-package.relationships+xml"/>
  <Override PartName="/ppt/slideLayouts/_rels/slideLayout31.xml.rels" ContentType="application/vnd.openxmlformats-package.relationships+xml"/>
  <Override PartName="/ppt/slideLayouts/_rels/slideLayout32.xml.rels" ContentType="application/vnd.openxmlformats-package.relationships+xml"/>
  <Override PartName="/ppt/slideLayouts/_rels/slideLayout33.xml.rels" ContentType="application/vnd.openxmlformats-package.relationships+xml"/>
  <Override PartName="/ppt/slideLayouts/_rels/slideLayout34.xml.rels" ContentType="application/vnd.openxmlformats-package.relationships+xml"/>
  <Override PartName="/ppt/slideLayouts/_rels/slideLayout35.xml.rels" ContentType="application/vnd.openxmlformats-package.relationships+xml"/>
  <Override PartName="/ppt/slideLayouts/_rels/slideLayout36.xml.rels" ContentType="application/vnd.openxmlformats-package.relationships+xml"/>
  <Override PartName="/ppt/slideLayouts/_rels/slideLayout37.xml.rels" ContentType="application/vnd.openxmlformats-package.relationships+xml"/>
  <Override PartName="/ppt/slideLayouts/_rels/slideLayout38.xml.rels" ContentType="application/vnd.openxmlformats-package.relationships+xml"/>
  <Override PartName="/ppt/slideLayouts/_rels/slideLayout39.xml.rels" ContentType="application/vnd.openxmlformats-package.relationships+xml"/>
  <Override PartName="/ppt/slideLayouts/_rels/slideLayout40.xml.rels" ContentType="application/vnd.openxmlformats-package.relationships+xml"/>
  <Override PartName="/ppt/slideLayouts/_rels/slideLayout41.xml.rels" ContentType="application/vnd.openxmlformats-package.relationships+xml"/>
  <Override PartName="/ppt/slideLayouts/_rels/slideLayout42.xml.rels" ContentType="application/vnd.openxmlformats-package.relationships+xml"/>
  <Override PartName="/ppt/slideLayouts/_rels/slideLayout43.xml.rels" ContentType="application/vnd.openxmlformats-package.relationships+xml"/>
  <Override PartName="/ppt/slideLayouts/_rels/slideLayout44.xml.rels" ContentType="application/vnd.openxmlformats-package.relationships+xml"/>
  <Override PartName="/ppt/slideLayouts/_rels/slideLayout45.xml.rels" ContentType="application/vnd.openxmlformats-package.relationships+xml"/>
  <Override PartName="/ppt/slideLayouts/_rels/slideLayout46.xml.rels" ContentType="application/vnd.openxmlformats-package.relationships+xml"/>
  <Override PartName="/ppt/slideLayouts/_rels/slideLayout47.xml.rels" ContentType="application/vnd.openxmlformats-package.relationships+xml"/>
  <Override PartName="/ppt/slideLayouts/_rels/slideLayout48.xml.rels" ContentType="application/vnd.openxmlformats-package.relationships+xml"/>
  <Override PartName="/ppt/slideLayouts/_rels/slideLayout49.xml.rels" ContentType="application/vnd.openxmlformats-package.relationships+xml"/>
  <Override PartName="/ppt/slideLayouts/_rels/slideLayout50.xml.rels" ContentType="application/vnd.openxmlformats-package.relationships+xml"/>
  <Override PartName="/ppt/slideLayouts/_rels/slideLayout51.xml.rels" ContentType="application/vnd.openxmlformats-package.relationships+xml"/>
  <Override PartName="/ppt/slideLayouts/_rels/slideLayout52.xml.rels" ContentType="application/vnd.openxmlformats-package.relationships+xml"/>
  <Override PartName="/ppt/slideLayouts/_rels/slideLayout60.xml.rels" ContentType="application/vnd.openxmlformats-package.relationships+xml"/>
  <Override PartName="/ppt/slideLayouts/_rels/slideLayout61.xml.rels" ContentType="application/vnd.openxmlformats-package.relationships+xml"/>
  <Override PartName="/ppt/slideLayouts/_rels/slideLayout62.xml.rels" ContentType="application/vnd.openxmlformats-package.relationships+xml"/>
  <Override PartName="/ppt/slideLayouts/_rels/slideLayout63.xml.rels" ContentType="application/vnd.openxmlformats-package.relationships+xml"/>
  <Override PartName="/ppt/slideLayouts/_rels/slideLayout64.xml.rels" ContentType="application/vnd.openxmlformats-package.relationships+xml"/>
  <Override PartName="/ppt/slideLayouts/_rels/slideLayout65.xml.rels" ContentType="application/vnd.openxmlformats-package.relationships+xml"/>
  <Override PartName="/ppt/slideLayouts/_rels/slideLayout66.xml.rels" ContentType="application/vnd.openxmlformats-package.relationships+xml"/>
  <Override PartName="/ppt/slideLayouts/_rels/slideLayout67.xml.rels" ContentType="application/vnd.openxmlformats-package.relationships+xml"/>
  <Override PartName="/ppt/slideLayouts/_rels/slideLayout68.xml.rels" ContentType="application/vnd.openxmlformats-package.relationships+xml"/>
  <Override PartName="/ppt/slideLayouts/_rels/slideLayout69.xml.rels" ContentType="application/vnd.openxmlformats-package.relationships+xml"/>
  <Override PartName="/ppt/slideLayouts/_rels/slideLayout70.xml.rels" ContentType="application/vnd.openxmlformats-package.relationships+xml"/>
  <Override PartName="/ppt/slideLayouts/_rels/slideLayout71.xml.rels" ContentType="application/vnd.openxmlformats-package.relationships+xml"/>
  <Override PartName="/ppt/slideLayouts/_rels/slideLayout72.xml.rels" ContentType="application/vnd.openxmlformats-package.relationships+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s/slide26.xml" ContentType="application/vnd.openxmlformats-officedocument.presentationml.slide+xml"/>
  <Override PartName="/ppt/slides/slide9.xml" ContentType="application/vnd.openxmlformats-officedocument.presentationml.slide+xml"/>
  <Override PartName="/ppt/slides/slide1.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21.xml" ContentType="application/vnd.openxmlformats-officedocument.presentationml.slide+xml"/>
  <Override PartName="/ppt/slides/slide4.xml" ContentType="application/vnd.openxmlformats-officedocument.presentationml.slide+xml"/>
  <Override PartName="/ppt/slides/slide22.xml" ContentType="application/vnd.openxmlformats-officedocument.presentationml.slide+xml"/>
  <Override PartName="/ppt/slides/slide5.xml" ContentType="application/vnd.openxmlformats-officedocument.presentationml.slide+xml"/>
  <Override PartName="/ppt/slides/slide23.xml" ContentType="application/vnd.openxmlformats-officedocument.presentationml.slide+xml"/>
  <Override PartName="/ppt/slides/slide6.xml" ContentType="application/vnd.openxmlformats-officedocument.presentationml.slide+xml"/>
  <Override PartName="/ppt/slides/slide24.xml" ContentType="application/vnd.openxmlformats-officedocument.presentationml.slide+xml"/>
  <Override PartName="/ppt/slides/slide7.xml" ContentType="application/vnd.openxmlformats-officedocument.presentationml.slide+xml"/>
  <Override PartName="/ppt/slides/slide25.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_rels/slide9.xml.rels" ContentType="application/vnd.openxmlformats-package.relationships+xml"/>
  <Override PartName="/ppt/slides/_rels/slide1.xml.rels" ContentType="application/vnd.openxmlformats-package.relationships+xml"/>
  <Override PartName="/ppt/slides/_rels/slide2.xml.rels" ContentType="application/vnd.openxmlformats-package.relationships+xml"/>
  <Override PartName="/ppt/slides/_rels/slide3.xml.rels" ContentType="application/vnd.openxmlformats-package.relationships+xml"/>
  <Override PartName="/ppt/slides/_rels/slide4.xml.rels" ContentType="application/vnd.openxmlformats-package.relationships+xml"/>
  <Override PartName="/ppt/slides/_rels/slide5.xml.rels" ContentType="application/vnd.openxmlformats-package.relationships+xml"/>
  <Override PartName="/ppt/slides/_rels/slide6.xml.rels" ContentType="application/vnd.openxmlformats-package.relationships+xml"/>
  <Override PartName="/ppt/slides/_rels/slide7.xml.rels" ContentType="application/vnd.openxmlformats-package.relationships+xml"/>
  <Override PartName="/ppt/slides/_rels/slide8.xml.rels" ContentType="application/vnd.openxmlformats-package.relationships+xml"/>
  <Override PartName="/ppt/slides/_rels/slide10.xml.rels" ContentType="application/vnd.openxmlformats-package.relationships+xml"/>
  <Override PartName="/ppt/slides/_rels/slide11.xml.rels" ContentType="application/vnd.openxmlformats-package.relationships+xml"/>
  <Override PartName="/ppt/slides/_rels/slide12.xml.rels" ContentType="application/vnd.openxmlformats-package.relationships+xml"/>
  <Override PartName="/ppt/slides/_rels/slide13.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_rels/slide16.xml.rels" ContentType="application/vnd.openxmlformats-package.relationships+xml"/>
  <Override PartName="/ppt/slides/_rels/slide17.xml.rels" ContentType="application/vnd.openxmlformats-package.relationships+xml"/>
  <Override PartName="/ppt/slides/_rels/slide18.xml.rels" ContentType="application/vnd.openxmlformats-package.relationships+xml"/>
  <Override PartName="/ppt/slides/_rels/slide19.xml.rels" ContentType="application/vnd.openxmlformats-package.relationships+xml"/>
  <Override PartName="/ppt/slides/_rels/slide20.xml.rels" ContentType="application/vnd.openxmlformats-package.relationships+xml"/>
  <Override PartName="/ppt/slides/_rels/slide21.xml.rels" ContentType="application/vnd.openxmlformats-package.relationships+xml"/>
  <Override PartName="/ppt/slides/_rels/slide22.xml.rels" ContentType="application/vnd.openxmlformats-package.relationships+xml"/>
  <Override PartName="/ppt/slides/_rels/slide23.xml.rels" ContentType="application/vnd.openxmlformats-package.relationships+xml"/>
  <Override PartName="/ppt/slides/_rels/slide24.xml.rels" ContentType="application/vnd.openxmlformats-package.relationships+xml"/>
  <Override PartName="/ppt/slides/_rels/slide25.xml.rels" ContentType="application/vnd.openxmlformats-package.relationships+xml"/>
  <Override PartName="/ppt/slides/_rels/slide26.xml.rels" ContentType="application/vnd.openxmlformats-package.relationships+xml"/>
  <Override PartName="/ppt/slides/_rels/slide27.xml.rels" ContentType="application/vnd.openxmlformats-package.relationships+xml"/>
  <Override PartName="/ppt/slides/_rels/slide28.xml.rels" ContentType="application/vnd.openxmlformats-package.relationships+xml"/>
  <Override PartName="/ppt/slides/_rels/slide29.xml.rels" ContentType="application/vnd.openxmlformats-package.relationships+xml"/>
  <Override PartName="/ppt/slides/_rels/slide30.xml.rels" ContentType="application/vnd.openxmlformats-package.relationships+xml"/>
  <Override PartName="/ppt/media/image1.jpeg" ContentType="image/jpeg"/>
  <Override PartName="/ppt/media/image74.png" ContentType="image/png"/>
  <Override PartName="/ppt/media/image8.png" ContentType="image/png"/>
  <Override PartName="/ppt/media/image2.jpeg" ContentType="image/jpeg"/>
  <Override PartName="/ppt/media/image60.wmf" ContentType="image/x-wmf"/>
  <Override PartName="/ppt/media/image110.png" ContentType="image/png"/>
  <Override PartName="/ppt/media/image38.png" ContentType="image/png"/>
  <Override PartName="/ppt/media/image6.jpeg" ContentType="image/jpeg"/>
  <Override PartName="/ppt/media/image58.jpeg" ContentType="image/jpeg"/>
  <Override PartName="/ppt/media/image21.png" ContentType="image/png"/>
  <Override PartName="/ppt/media/image70.png" ContentType="image/png"/>
  <Override PartName="/ppt/media/image4.png" ContentType="image/png"/>
  <Override PartName="/ppt/media/image47.png" ContentType="image/png"/>
  <Override PartName="/ppt/media/image27.jpeg" ContentType="image/jpeg"/>
  <Override PartName="/ppt/media/image3.wmf" ContentType="image/x-wmf"/>
  <Override PartName="/ppt/media/image5.jpeg" ContentType="image/jpeg"/>
  <Override PartName="/ppt/media/image57.jpeg" ContentType="image/jpeg"/>
  <Override PartName="/ppt/media/image11.png" ContentType="image/png"/>
  <Override PartName="/ppt/media/image75.png" ContentType="image/png"/>
  <Override PartName="/ppt/media/image9.png" ContentType="image/png"/>
  <Override PartName="/ppt/media/image31.png" ContentType="image/png"/>
  <Override PartName="/ppt/media/image7.jpeg" ContentType="image/jpeg"/>
  <Override PartName="/ppt/media/image10.png" ContentType="image/png"/>
  <Override PartName="/ppt/media/image12.png" ContentType="image/png"/>
  <Override PartName="/ppt/media/image13.png" ContentType="image/png"/>
  <Override PartName="/ppt/media/image14.png" ContentType="image/png"/>
  <Override PartName="/ppt/media/image15.gif" ContentType="image/gif"/>
  <Override PartName="/ppt/media/image16.png" ContentType="image/png"/>
  <Override PartName="/ppt/media/image17.png" ContentType="image/png"/>
  <Override PartName="/ppt/media/image102.wmf" ContentType="image/x-wmf"/>
  <Override PartName="/ppt/media/image18.png" ContentType="image/png"/>
  <Override PartName="/ppt/media/image80.jpeg" ContentType="image/jpeg"/>
  <Override PartName="/ppt/media/image19.png" ContentType="image/png"/>
  <Override PartName="/ppt/media/image44.png" ContentType="image/png"/>
  <Override PartName="/ppt/media/image20.jpeg" ContentType="image/jpeg"/>
  <Override PartName="/ppt/media/image22.png" ContentType="image/png"/>
  <Override PartName="/ppt/media/image23.png" ContentType="image/png"/>
  <Override PartName="/ppt/media/image35.wmf" ContentType="image/x-wmf"/>
  <Override PartName="/ppt/media/image24.png" ContentType="image/png"/>
  <Override PartName="/ppt/media/image25.png" ContentType="image/png"/>
  <Override PartName="/ppt/media/image26.png" ContentType="image/png"/>
  <Override PartName="/ppt/media/image28.jpeg" ContentType="image/jpeg"/>
  <Override PartName="/ppt/media/image101.png" ContentType="image/png"/>
  <Override PartName="/ppt/media/image81.jpeg" ContentType="image/jpeg"/>
  <Override PartName="/ppt/media/image29.png" ContentType="image/png"/>
  <Override PartName="/ppt/media/image30.png" ContentType="image/png"/>
  <Override PartName="/ppt/media/image32.png" ContentType="image/png"/>
  <Override PartName="/ppt/media/image33.png" ContentType="image/png"/>
  <Override PartName="/ppt/media/image34.png" ContentType="image/png"/>
  <Override PartName="/ppt/media/image46.wmf" ContentType="image/x-wmf"/>
  <Override PartName="/ppt/media/image36.png" ContentType="image/png"/>
  <Override PartName="/ppt/media/image37.png" ContentType="image/png"/>
  <Override PartName="/ppt/media/image82.jpeg" ContentType="image/jpeg"/>
  <Override PartName="/ppt/media/image39.png" ContentType="image/png"/>
  <Override PartName="/ppt/media/image40.png" ContentType="image/png"/>
  <Override PartName="/ppt/media/image41.png" ContentType="image/png"/>
  <Override PartName="/ppt/media/image42.png" ContentType="image/png"/>
  <Override PartName="/ppt/media/image43.png" ContentType="image/png"/>
  <Override PartName="/ppt/media/image45.png" ContentType="image/png"/>
  <Override PartName="/ppt/media/image48.png" ContentType="image/png"/>
  <Override PartName="/ppt/media/image83.jpeg" ContentType="image/jpeg"/>
  <Override PartName="/ppt/media/image49.png" ContentType="image/png"/>
  <Override PartName="/ppt/media/image50.png" ContentType="image/png"/>
  <Override PartName="/ppt/media/image51.png" ContentType="image/png"/>
  <Override PartName="/ppt/media/image52.png" ContentType="image/png"/>
  <Override PartName="/ppt/media/image53.png" ContentType="image/png"/>
  <Override PartName="/ppt/media/image54.png" ContentType="image/png"/>
  <Override PartName="/ppt/media/image55.png" ContentType="image/png"/>
  <Override PartName="/ppt/media/image56.png" ContentType="image/png"/>
  <Override PartName="/ppt/media/image84.jpeg" ContentType="image/jpeg"/>
  <Override PartName="/ppt/media/image59.png" ContentType="image/png"/>
  <Override PartName="/ppt/media/image63.png" ContentType="image/png"/>
  <Override PartName="/ppt/media/image61.jpeg" ContentType="image/jpeg"/>
  <Override PartName="/ppt/media/image62.png" ContentType="image/png"/>
  <Override PartName="/ppt/media/image64.png" ContentType="image/png"/>
  <Override PartName="/ppt/media/image65.png" ContentType="image/png"/>
  <Override PartName="/ppt/media/image66.png" ContentType="image/png"/>
  <Override PartName="/ppt/media/image67.png" ContentType="image/png"/>
  <Override PartName="/ppt/media/image68.png" ContentType="image/png"/>
  <Override PartName="/ppt/media/image85.jpeg" ContentType="image/jpeg"/>
  <Override PartName="/ppt/media/image69.png" ContentType="image/png"/>
  <Override PartName="/ppt/media/image71.png" ContentType="image/png"/>
  <Override PartName="/ppt/media/image72.png" ContentType="image/png"/>
  <Override PartName="/ppt/media/image73.png" ContentType="image/png"/>
  <Override PartName="/ppt/media/image76.jpeg" ContentType="image/jpeg"/>
  <Override PartName="/ppt/media/image77.png" ContentType="image/png"/>
  <Override PartName="/ppt/media/image78.jpeg" ContentType="image/jpeg"/>
  <Override PartName="/ppt/media/image79.gif" ContentType="image/gif"/>
  <Override PartName="/ppt/media/image86.jpeg" ContentType="image/jpeg"/>
  <Override PartName="/ppt/media/image87.jpeg" ContentType="image/jpeg"/>
  <Override PartName="/ppt/media/image88.png" ContentType="image/png"/>
  <Override PartName="/ppt/media/image89.jpeg" ContentType="image/jpeg"/>
  <Override PartName="/ppt/media/image90.png" ContentType="image/png"/>
  <Override PartName="/ppt/media/image91.png" ContentType="image/png"/>
  <Override PartName="/ppt/media/image92.jpeg" ContentType="image/jpeg"/>
  <Override PartName="/ppt/media/image93.jpeg" ContentType="image/jpeg"/>
  <Override PartName="/ppt/media/image94.jpeg" ContentType="image/jpeg"/>
  <Override PartName="/ppt/media/image95.jpeg" ContentType="image/jpeg"/>
  <Override PartName="/ppt/media/image96.jpeg" ContentType="image/jpeg"/>
  <Override PartName="/ppt/media/image97.jpeg" ContentType="image/jpeg"/>
  <Override PartName="/ppt/media/image98.png" ContentType="image/png"/>
  <Override PartName="/ppt/media/image99.gif" ContentType="image/gif"/>
  <Override PartName="/ppt/media/image100.png" ContentType="image/png"/>
  <Override PartName="/ppt/media/image103.png" ContentType="image/png"/>
  <Override PartName="/ppt/media/image104.png" ContentType="image/png"/>
  <Override PartName="/ppt/media/image105.jpeg" ContentType="image/jpeg"/>
  <Override PartName="/ppt/media/image106.png" ContentType="image/png"/>
  <Override PartName="/ppt/media/image107.jpeg" ContentType="image/jpeg"/>
  <Override PartName="/ppt/media/image108.wmf" ContentType="image/x-wmf"/>
  <Override PartName="/ppt/media/image109.png" ContentType="image/png"/>
  <Override PartName="/ppt/media/image111.jpeg" ContentType="image/jpeg"/>
  <Override PartName="/ppt/media/image112.jpeg" ContentType="image/jpeg"/>
  <Override PartName="/ppt/commentAuthors.xml" ContentType="application/vnd.openxmlformats-officedocument.presentationml.commentAuthors+xml"/>
  <Override PartName="/ppt/_rels/presentation.xml.rels" ContentType="application/vnd.openxmlformats-package.relationship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61" r:id="rId3"/>
    <p:sldMasterId id="2147483674" r:id="rId4"/>
    <p:sldMasterId id="2147483687" r:id="rId5"/>
    <p:sldMasterId id="2147483700" r:id="rId6"/>
    <p:sldMasterId id="2147483713" r:id="rId7"/>
  </p:sldMasterIdLst>
  <p:notesMasterIdLst>
    <p:notesMasterId r:id="rId8"/>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 id="278" r:id="rId31"/>
    <p:sldId id="279" r:id="rId32"/>
    <p:sldId id="280" r:id="rId33"/>
    <p:sldId id="281" r:id="rId34"/>
    <p:sldId id="282" r:id="rId35"/>
    <p:sldId id="283" r:id="rId36"/>
    <p:sldId id="284" r:id="rId37"/>
    <p:sldId id="285" r:id="rId38"/>
  </p:sldIdLst>
  <p:sldSz cx="9144000" cy="6858000"/>
  <p:notesSz cx="6735762" cy="9866312"/>
</p:presentation>
</file>

<file path=ppt/commentAuthors.xml><?xml version="1.0" encoding="utf-8"?>
<p:cmAuthorLst xmlns:p="http://schemas.openxmlformats.org/presentationml/2006/main">
  <p:cmAuthor id="0" name="Isabelle TREMOUREUX" initials="IT" lastIdx="2" clrIdx="0"/>
</p:cmAuthorLst>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notesMaster" Target="notesMasters/notesMaster1.xml"/><Relationship Id="rId9" Type="http://schemas.openxmlformats.org/officeDocument/2006/relationships/slide" Target="slides/slide1.xml"/><Relationship Id="rId10" Type="http://schemas.openxmlformats.org/officeDocument/2006/relationships/slide" Target="slides/slide2.xml"/><Relationship Id="rId11" Type="http://schemas.openxmlformats.org/officeDocument/2006/relationships/slide" Target="slides/slide3.xml"/><Relationship Id="rId12" Type="http://schemas.openxmlformats.org/officeDocument/2006/relationships/slide" Target="slides/slide4.xml"/><Relationship Id="rId13" Type="http://schemas.openxmlformats.org/officeDocument/2006/relationships/slide" Target="slides/slide5.xml"/><Relationship Id="rId14" Type="http://schemas.openxmlformats.org/officeDocument/2006/relationships/slide" Target="slides/slide6.xml"/><Relationship Id="rId15" Type="http://schemas.openxmlformats.org/officeDocument/2006/relationships/slide" Target="slides/slide7.xml"/><Relationship Id="rId16" Type="http://schemas.openxmlformats.org/officeDocument/2006/relationships/slide" Target="slides/slide8.xml"/><Relationship Id="rId17" Type="http://schemas.openxmlformats.org/officeDocument/2006/relationships/slide" Target="slides/slide9.xml"/><Relationship Id="rId18" Type="http://schemas.openxmlformats.org/officeDocument/2006/relationships/slide" Target="slides/slide10.xml"/><Relationship Id="rId19" Type="http://schemas.openxmlformats.org/officeDocument/2006/relationships/slide" Target="slides/slide11.xml"/><Relationship Id="rId20" Type="http://schemas.openxmlformats.org/officeDocument/2006/relationships/slide" Target="slides/slide12.xml"/><Relationship Id="rId21" Type="http://schemas.openxmlformats.org/officeDocument/2006/relationships/slide" Target="slides/slide13.xml"/><Relationship Id="rId22" Type="http://schemas.openxmlformats.org/officeDocument/2006/relationships/slide" Target="slides/slide14.xml"/><Relationship Id="rId23" Type="http://schemas.openxmlformats.org/officeDocument/2006/relationships/slide" Target="slides/slide15.xml"/><Relationship Id="rId24" Type="http://schemas.openxmlformats.org/officeDocument/2006/relationships/slide" Target="slides/slide16.xml"/><Relationship Id="rId25" Type="http://schemas.openxmlformats.org/officeDocument/2006/relationships/slide" Target="slides/slide17.xml"/><Relationship Id="rId26" Type="http://schemas.openxmlformats.org/officeDocument/2006/relationships/slide" Target="slides/slide18.xml"/><Relationship Id="rId27" Type="http://schemas.openxmlformats.org/officeDocument/2006/relationships/slide" Target="slides/slide19.xml"/><Relationship Id="rId28" Type="http://schemas.openxmlformats.org/officeDocument/2006/relationships/slide" Target="slides/slide20.xml"/><Relationship Id="rId29" Type="http://schemas.openxmlformats.org/officeDocument/2006/relationships/slide" Target="slides/slide21.xml"/><Relationship Id="rId30" Type="http://schemas.openxmlformats.org/officeDocument/2006/relationships/slide" Target="slides/slide22.xml"/><Relationship Id="rId31" Type="http://schemas.openxmlformats.org/officeDocument/2006/relationships/slide" Target="slides/slide23.xml"/><Relationship Id="rId32" Type="http://schemas.openxmlformats.org/officeDocument/2006/relationships/slide" Target="slides/slide24.xml"/><Relationship Id="rId33" Type="http://schemas.openxmlformats.org/officeDocument/2006/relationships/slide" Target="slides/slide25.xml"/><Relationship Id="rId34" Type="http://schemas.openxmlformats.org/officeDocument/2006/relationships/slide" Target="slides/slide26.xml"/><Relationship Id="rId35" Type="http://schemas.openxmlformats.org/officeDocument/2006/relationships/slide" Target="slides/slide27.xml"/><Relationship Id="rId36" Type="http://schemas.openxmlformats.org/officeDocument/2006/relationships/slide" Target="slides/slide28.xml"/><Relationship Id="rId37" Type="http://schemas.openxmlformats.org/officeDocument/2006/relationships/slide" Target="slides/slide29.xml"/><Relationship Id="rId38" Type="http://schemas.openxmlformats.org/officeDocument/2006/relationships/slide" Target="slides/slide30.xml"/><Relationship Id="rId39" Type="http://schemas.openxmlformats.org/officeDocument/2006/relationships/commentAuthors" Target="commentAuthors.xml"/>
</Relationships>
</file>

<file path=ppt/comments/comment6.xml><?xml version="1.0" encoding="utf-8"?>
<p:cmLst xmlns:p="http://schemas.openxmlformats.org/presentationml/2006/main">
  <p:cm authorId="0" dt="2016-06-30T21:18:02.252000000" idx="1">
    <p:pos x="7198" y="2159"/>
    <p:text>Le travail sur les motivations  va vous être utile tout au long du module afin de faire le lien avec les atouts et les valeurs. 
Il va aussi vous permettre de connaître votre groupe et d’adapter vos exemples en conséquence. 
Vous pouvez projeter cette diapo sur un tableau blanc afin de faire un tour de table et de cocher les motivations de votre groupe .
Vous pourrez ainsi observer si une motivation l’emporte et l’analyser. 
( ex : Créer son emploi car difficultés à  trouver un poste de salarié)
Vous pouvez également ouvrir en proposant aux stagiaires d’avancer d’autres sources de motivations. Vous pourrez ainsi sur le tableau blanc rajouter des bulles et les remplir.</p:text>
  </p:cm>
</p:cmLst>
</file>

<file path=ppt/comments/comment11.xml><?xml version="1.0" encoding="utf-8"?>
<p:cmLst xmlns:p="http://schemas.openxmlformats.org/presentationml/2006/main">
  <p:cm authorId="0" dt="2016-06-05T15:37:36.316000000" idx="2">
    <p:pos x="2519" y="3599"/>
    <p:text>Le mind mapping ou carte mentale est utilisée pour avoir une représentation simple des éléments à retenir.
En pédagogie , elle fonctionne très bien entre autre avec des publics peu scolaires.
L’objectif est ici de faire le point sur les éléments vus au cours du module et de faire la transition vers la suite du stage.</p:text>
  </p:cm>
</p:cmLst>
</file>

<file path=ppt/notesMasters/_rels/notesMaster1.xml.rels><?xml version="1.0" encoding="UTF-8"?>
<Relationships xmlns="http://schemas.openxmlformats.org/package/2006/relationships"><Relationship Id="rId1" Type="http://schemas.openxmlformats.org/officeDocument/2006/relationships/theme" Target="../theme/theme7.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1" name="PlaceHolder 1"/>
          <p:cNvSpPr>
            <a:spLocks noGrp="1"/>
          </p:cNvSpPr>
          <p:nvPr>
            <p:ph type="body"/>
          </p:nvPr>
        </p:nvSpPr>
        <p:spPr>
          <a:xfrm>
            <a:off x="756000" y="5078520"/>
            <a:ext cx="6047640" cy="4811040"/>
          </a:xfrm>
          <a:prstGeom prst="rect">
            <a:avLst/>
          </a:prstGeom>
        </p:spPr>
        <p:txBody>
          <a:bodyPr lIns="0" rIns="0" tIns="0" bIns="0"/>
          <a:p>
            <a:r>
              <a:rPr b="0" lang="fr-FR" sz="2000" spc="-1" strike="noStrike">
                <a:solidFill>
                  <a:srgbClr val="000000"/>
                </a:solidFill>
                <a:uFill>
                  <a:solidFill>
                    <a:srgbClr val="ffffff"/>
                  </a:solidFill>
                </a:uFill>
                <a:latin typeface="Arial"/>
              </a:rPr>
              <a:t>Cliquez pour modifier le format des notes</a:t>
            </a:r>
            <a:endParaRPr b="0" lang="fr-FR" sz="2000" spc="-1" strike="noStrike">
              <a:solidFill>
                <a:srgbClr val="000000"/>
              </a:solidFill>
              <a:uFill>
                <a:solidFill>
                  <a:srgbClr val="ffffff"/>
                </a:solidFill>
              </a:uFill>
              <a:latin typeface="Arial"/>
            </a:endParaRPr>
          </a:p>
        </p:txBody>
      </p:sp>
      <p:sp>
        <p:nvSpPr>
          <p:cNvPr id="242" name="PlaceHolder 2"/>
          <p:cNvSpPr>
            <a:spLocks noGrp="1"/>
          </p:cNvSpPr>
          <p:nvPr>
            <p:ph type="hdr"/>
          </p:nvPr>
        </p:nvSpPr>
        <p:spPr>
          <a:xfrm>
            <a:off x="0" y="0"/>
            <a:ext cx="3280680" cy="534240"/>
          </a:xfrm>
          <a:prstGeom prst="rect">
            <a:avLst/>
          </a:prstGeom>
        </p:spPr>
        <p:txBody>
          <a:bodyPr lIns="0" rIns="0" tIns="0" bIns="0"/>
          <a:p>
            <a:r>
              <a:rPr b="0" lang="fr-FR" sz="1400" spc="-1" strike="noStrike">
                <a:solidFill>
                  <a:srgbClr val="000000"/>
                </a:solidFill>
                <a:uFill>
                  <a:solidFill>
                    <a:srgbClr val="ffffff"/>
                  </a:solidFill>
                </a:uFill>
                <a:latin typeface="Times New Roman"/>
              </a:rPr>
              <a:t>&lt;en-tête&gt;</a:t>
            </a:r>
            <a:endParaRPr b="0" lang="fr-FR" sz="1400" spc="-1" strike="noStrike">
              <a:solidFill>
                <a:srgbClr val="000000"/>
              </a:solidFill>
              <a:uFill>
                <a:solidFill>
                  <a:srgbClr val="ffffff"/>
                </a:solidFill>
              </a:uFill>
              <a:latin typeface="Times New Roman"/>
            </a:endParaRPr>
          </a:p>
        </p:txBody>
      </p:sp>
      <p:sp>
        <p:nvSpPr>
          <p:cNvPr id="243" name="PlaceHolder 3"/>
          <p:cNvSpPr>
            <a:spLocks noGrp="1"/>
          </p:cNvSpPr>
          <p:nvPr>
            <p:ph type="dt"/>
          </p:nvPr>
        </p:nvSpPr>
        <p:spPr>
          <a:xfrm>
            <a:off x="4278960" y="0"/>
            <a:ext cx="3280680" cy="534240"/>
          </a:xfrm>
          <a:prstGeom prst="rect">
            <a:avLst/>
          </a:prstGeom>
        </p:spPr>
        <p:txBody>
          <a:bodyPr lIns="0" rIns="0" tIns="0" bIns="0"/>
          <a:p>
            <a:pPr algn="r"/>
            <a:r>
              <a:rPr b="0" lang="fr-FR" sz="1400" spc="-1" strike="noStrike">
                <a:solidFill>
                  <a:srgbClr val="000000"/>
                </a:solidFill>
                <a:uFill>
                  <a:solidFill>
                    <a:srgbClr val="ffffff"/>
                  </a:solidFill>
                </a:uFill>
                <a:latin typeface="Times New Roman"/>
              </a:rPr>
              <a:t>&lt;date/heure&gt;</a:t>
            </a:r>
            <a:endParaRPr b="0" lang="fr-FR" sz="1400" spc="-1" strike="noStrike">
              <a:solidFill>
                <a:srgbClr val="000000"/>
              </a:solidFill>
              <a:uFill>
                <a:solidFill>
                  <a:srgbClr val="ffffff"/>
                </a:solidFill>
              </a:uFill>
              <a:latin typeface="Times New Roman"/>
            </a:endParaRPr>
          </a:p>
        </p:txBody>
      </p:sp>
      <p:sp>
        <p:nvSpPr>
          <p:cNvPr id="244" name="PlaceHolder 4"/>
          <p:cNvSpPr>
            <a:spLocks noGrp="1"/>
          </p:cNvSpPr>
          <p:nvPr>
            <p:ph type="ftr"/>
          </p:nvPr>
        </p:nvSpPr>
        <p:spPr>
          <a:xfrm>
            <a:off x="0" y="10157400"/>
            <a:ext cx="3280680" cy="534240"/>
          </a:xfrm>
          <a:prstGeom prst="rect">
            <a:avLst/>
          </a:prstGeom>
        </p:spPr>
        <p:txBody>
          <a:bodyPr lIns="0" rIns="0" tIns="0" bIns="0" anchor="b"/>
          <a:p>
            <a:r>
              <a:rPr b="0" lang="fr-FR" sz="1400" spc="-1" strike="noStrike">
                <a:solidFill>
                  <a:srgbClr val="000000"/>
                </a:solidFill>
                <a:uFill>
                  <a:solidFill>
                    <a:srgbClr val="ffffff"/>
                  </a:solidFill>
                </a:uFill>
                <a:latin typeface="Times New Roman"/>
              </a:rPr>
              <a:t>&lt;pied de page&gt;</a:t>
            </a:r>
            <a:endParaRPr b="0" lang="fr-FR" sz="1400" spc="-1" strike="noStrike">
              <a:solidFill>
                <a:srgbClr val="000000"/>
              </a:solidFill>
              <a:uFill>
                <a:solidFill>
                  <a:srgbClr val="ffffff"/>
                </a:solidFill>
              </a:uFill>
              <a:latin typeface="Times New Roman"/>
            </a:endParaRPr>
          </a:p>
        </p:txBody>
      </p:sp>
      <p:sp>
        <p:nvSpPr>
          <p:cNvPr id="245" name="PlaceHolder 5"/>
          <p:cNvSpPr>
            <a:spLocks noGrp="1"/>
          </p:cNvSpPr>
          <p:nvPr>
            <p:ph type="sldNum"/>
          </p:nvPr>
        </p:nvSpPr>
        <p:spPr>
          <a:xfrm>
            <a:off x="4278960" y="10157400"/>
            <a:ext cx="3280680" cy="534240"/>
          </a:xfrm>
          <a:prstGeom prst="rect">
            <a:avLst/>
          </a:prstGeom>
        </p:spPr>
        <p:txBody>
          <a:bodyPr lIns="0" rIns="0" tIns="0" bIns="0" anchor="b"/>
          <a:p>
            <a:pPr algn="r"/>
            <a:fld id="{49AEDD69-0140-4301-8043-CB2145594BA3}" type="slidenum">
              <a:rPr b="0" lang="fr-FR" sz="1400" spc="-1" strike="noStrike">
                <a:solidFill>
                  <a:srgbClr val="000000"/>
                </a:solidFill>
                <a:uFill>
                  <a:solidFill>
                    <a:srgbClr val="ffffff"/>
                  </a:solidFill>
                </a:uFill>
                <a:latin typeface="Times New Roman"/>
              </a:rPr>
              <a:t>&lt;numéro&gt;</a:t>
            </a:fld>
            <a:endParaRPr b="0" lang="fr-FR" sz="1400" spc="-1" strike="noStrike">
              <a:solidFill>
                <a:srgbClr val="000000"/>
              </a:solidFill>
              <a:uFill>
                <a:solidFill>
                  <a:srgbClr val="ffffff"/>
                </a:solidFill>
              </a:uFill>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25.xml.rels><?xml version="1.0" encoding="UTF-8"?>
<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
</Relationships>
</file>

<file path=ppt/notesSlides/_rels/notesSlide26.xml.rels><?xml version="1.0" encoding="UTF-8"?>
<Relationships xmlns="http://schemas.openxmlformats.org/package/2006/relationships"><Relationship Id="rId1" Type="http://schemas.openxmlformats.org/officeDocument/2006/relationships/slide" Target="../slides/slide26.xml"/><Relationship Id="rId2" Type="http://schemas.openxmlformats.org/officeDocument/2006/relationships/notesMaster" Target="../notesMasters/notesMaster1.xml"/>
</Relationship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6" name="CustomShape 1"/>
          <p:cNvSpPr/>
          <p:nvPr/>
        </p:nvSpPr>
        <p:spPr>
          <a:xfrm>
            <a:off x="3815640" y="9370440"/>
            <a:ext cx="2918520" cy="493920"/>
          </a:xfrm>
          <a:prstGeom prst="rect">
            <a:avLst/>
          </a:prstGeom>
          <a:noFill/>
          <a:ln>
            <a:noFill/>
          </a:ln>
        </p:spPr>
        <p:style>
          <a:lnRef idx="0"/>
          <a:fillRef idx="0"/>
          <a:effectRef idx="0"/>
          <a:fontRef idx="minor"/>
        </p:style>
        <p:txBody>
          <a:bodyPr lIns="92160" rIns="92160" tIns="46080" bIns="46080" anchor="b"/>
          <a:p>
            <a:fld id="{50C5A8DB-B061-4420-B609-00F0250BDEA1}" type="slidenum">
              <a:rPr b="0" lang="fr-FR" sz="1800" spc="-1" strike="noStrike">
                <a:solidFill>
                  <a:srgbClr val="000000"/>
                </a:solidFill>
                <a:uFill>
                  <a:solidFill>
                    <a:srgbClr val="ffffff"/>
                  </a:solidFill>
                </a:uFill>
                <a:latin typeface="Arial"/>
              </a:rPr>
              <a:t>&lt;numéro&gt;</a:t>
            </a:fld>
            <a:endParaRPr b="0" lang="fr-FR" sz="1800" spc="-1" strike="noStrike">
              <a:solidFill>
                <a:srgbClr val="000000"/>
              </a:solidFill>
              <a:uFill>
                <a:solidFill>
                  <a:srgbClr val="ffffff"/>
                </a:solidFill>
              </a:uFill>
              <a:latin typeface="Arial"/>
            </a:endParaRPr>
          </a:p>
        </p:txBody>
      </p:sp>
      <p:sp>
        <p:nvSpPr>
          <p:cNvPr id="537" name="PlaceHolder 2"/>
          <p:cNvSpPr>
            <a:spLocks noGrp="1"/>
          </p:cNvSpPr>
          <p:nvPr>
            <p:ph type="body"/>
          </p:nvPr>
        </p:nvSpPr>
        <p:spPr>
          <a:xfrm>
            <a:off x="673560" y="4686480"/>
            <a:ext cx="5388120" cy="4439520"/>
          </a:xfrm>
          <a:prstGeom prst="rect">
            <a:avLst/>
          </a:prstGeom>
        </p:spPr>
        <p:txBody>
          <a:bodyPr lIns="92160" rIns="92160" tIns="46080" bIns="46080"/>
          <a:p>
            <a:pPr marL="216000" indent="-216000">
              <a:lnSpc>
                <a:spcPct val="100000"/>
              </a:lnSpc>
            </a:pPr>
            <a:r>
              <a:rPr b="0" lang="fr-FR" sz="2000" spc="-1" strike="noStrike">
                <a:solidFill>
                  <a:srgbClr val="000000"/>
                </a:solidFill>
                <a:uFill>
                  <a:solidFill>
                    <a:srgbClr val="ffffff"/>
                  </a:solidFill>
                </a:uFill>
                <a:latin typeface="Arial"/>
              </a:rPr>
              <a:t>1- 30 minutes</a:t>
            </a:r>
            <a:endParaRPr b="0" lang="fr-FR" sz="2000" spc="-1" strike="noStrike">
              <a:solidFill>
                <a:srgbClr val="000000"/>
              </a:solidFill>
              <a:uFill>
                <a:solidFill>
                  <a:srgbClr val="ffffff"/>
                </a:solidFill>
              </a:uFill>
              <a:latin typeface="Arial"/>
            </a:endParaRPr>
          </a:p>
          <a:p>
            <a:pPr marL="216000" indent="-216000">
              <a:lnSpc>
                <a:spcPct val="100000"/>
              </a:lnSpc>
            </a:pPr>
            <a:r>
              <a:rPr b="0" lang="fr-FR" sz="2000" spc="-1" strike="noStrike">
                <a:solidFill>
                  <a:srgbClr val="000000"/>
                </a:solidFill>
                <a:uFill>
                  <a:solidFill>
                    <a:srgbClr val="ffffff"/>
                  </a:solidFill>
                </a:uFill>
                <a:latin typeface="Arial"/>
              </a:rPr>
              <a:t>2- 45 minutes </a:t>
            </a:r>
            <a:endParaRPr b="0" lang="fr-FR" sz="2000" spc="-1" strike="noStrike">
              <a:solidFill>
                <a:srgbClr val="000000"/>
              </a:solidFill>
              <a:uFill>
                <a:solidFill>
                  <a:srgbClr val="ffffff"/>
                </a:solidFill>
              </a:uFill>
              <a:latin typeface="Arial"/>
            </a:endParaRPr>
          </a:p>
          <a:p>
            <a:pPr marL="216000" indent="-216000">
              <a:lnSpc>
                <a:spcPct val="100000"/>
              </a:lnSpc>
            </a:pPr>
            <a:r>
              <a:rPr b="0" lang="fr-FR" sz="2000" spc="-1" strike="noStrike">
                <a:solidFill>
                  <a:srgbClr val="000000"/>
                </a:solidFill>
                <a:uFill>
                  <a:solidFill>
                    <a:srgbClr val="ffffff"/>
                  </a:solidFill>
                </a:uFill>
                <a:latin typeface="Arial"/>
              </a:rPr>
              <a:t>3 – 45 minutes </a:t>
            </a:r>
            <a:endParaRPr b="0" lang="fr-FR" sz="2000" spc="-1" strike="noStrike">
              <a:solidFill>
                <a:srgbClr val="000000"/>
              </a:solidFill>
              <a:uFill>
                <a:solidFill>
                  <a:srgbClr val="ffffff"/>
                </a:solidFill>
              </a:uFill>
              <a:latin typeface="Arial"/>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8" name="PlaceHolder 1"/>
          <p:cNvSpPr>
            <a:spLocks noGrp="1"/>
          </p:cNvSpPr>
          <p:nvPr>
            <p:ph type="body"/>
          </p:nvPr>
        </p:nvSpPr>
        <p:spPr>
          <a:xfrm>
            <a:off x="673560" y="4686480"/>
            <a:ext cx="5388120" cy="4439520"/>
          </a:xfrm>
          <a:prstGeom prst="rect">
            <a:avLst/>
          </a:prstGeom>
        </p:spPr>
        <p:txBody>
          <a:bodyPr lIns="92160" rIns="92160" tIns="46080" bIns="46080"/>
          <a:p>
            <a:r>
              <a:rPr b="0" lang="fr-FR" sz="2000" spc="-1" strike="noStrike">
                <a:solidFill>
                  <a:srgbClr val="000000"/>
                </a:solidFill>
                <a:uFill>
                  <a:solidFill>
                    <a:srgbClr val="ffffff"/>
                  </a:solidFill>
                </a:uFill>
                <a:latin typeface="Arial"/>
              </a:rPr>
              <a:t>Vous disposez d’au moins 3 atouts qui vous sont strictement personnels :</a:t>
            </a:r>
            <a:endParaRPr b="0" lang="fr-FR" sz="2000" spc="-1" strike="noStrike">
              <a:solidFill>
                <a:srgbClr val="000000"/>
              </a:solidFill>
              <a:uFill>
                <a:solidFill>
                  <a:srgbClr val="ffffff"/>
                </a:solidFill>
              </a:uFill>
              <a:latin typeface="Arial"/>
            </a:endParaRPr>
          </a:p>
          <a:p>
            <a:pPr marL="216000" indent="-216000">
              <a:lnSpc>
                <a:spcPct val="100000"/>
              </a:lnSpc>
              <a:buClr>
                <a:srgbClr val="666666"/>
              </a:buClr>
              <a:buFont typeface="StarSymbol"/>
              <a:buChar char="-"/>
            </a:pPr>
            <a:r>
              <a:rPr b="1" lang="fr-FR" sz="2000" spc="-1" strike="noStrike">
                <a:solidFill>
                  <a:srgbClr val="666666"/>
                </a:solidFill>
                <a:uFill>
                  <a:solidFill>
                    <a:srgbClr val="ffffff"/>
                  </a:solidFill>
                </a:uFill>
                <a:latin typeface="Arial"/>
              </a:rPr>
              <a:t>Votre personnalité</a:t>
            </a:r>
            <a:endParaRPr b="0" lang="fr-FR" sz="2000" spc="-1" strike="noStrike">
              <a:solidFill>
                <a:srgbClr val="000000"/>
              </a:solidFill>
              <a:uFill>
                <a:solidFill>
                  <a:srgbClr val="ffffff"/>
                </a:solidFill>
              </a:uFill>
              <a:latin typeface="Arial"/>
            </a:endParaRPr>
          </a:p>
          <a:p>
            <a:pPr marL="216000" indent="-216000">
              <a:lnSpc>
                <a:spcPct val="100000"/>
              </a:lnSpc>
              <a:buClr>
                <a:srgbClr val="666666"/>
              </a:buClr>
              <a:buFont typeface="StarSymbol"/>
              <a:buChar char="-"/>
            </a:pPr>
            <a:r>
              <a:rPr b="1" lang="fr-FR" sz="2000" spc="-1" strike="noStrike">
                <a:solidFill>
                  <a:srgbClr val="666666"/>
                </a:solidFill>
                <a:uFill>
                  <a:solidFill>
                    <a:srgbClr val="ffffff"/>
                  </a:solidFill>
                </a:uFill>
                <a:latin typeface="Arial"/>
              </a:rPr>
              <a:t>Vos connaissances</a:t>
            </a:r>
            <a:endParaRPr b="0" lang="fr-FR" sz="2000" spc="-1" strike="noStrike">
              <a:solidFill>
                <a:srgbClr val="000000"/>
              </a:solidFill>
              <a:uFill>
                <a:solidFill>
                  <a:srgbClr val="ffffff"/>
                </a:solidFill>
              </a:uFill>
              <a:latin typeface="Arial"/>
            </a:endParaRPr>
          </a:p>
          <a:p>
            <a:pPr marL="216000" indent="-216000">
              <a:lnSpc>
                <a:spcPct val="100000"/>
              </a:lnSpc>
              <a:buClr>
                <a:srgbClr val="666666"/>
              </a:buClr>
              <a:buFont typeface="StarSymbol"/>
              <a:buChar char="-"/>
            </a:pPr>
            <a:r>
              <a:rPr b="1" lang="fr-FR" sz="2000" spc="-1" strike="noStrike">
                <a:solidFill>
                  <a:srgbClr val="666666"/>
                </a:solidFill>
                <a:uFill>
                  <a:solidFill>
                    <a:srgbClr val="ffffff"/>
                  </a:solidFill>
                </a:uFill>
                <a:latin typeface="Arial"/>
              </a:rPr>
              <a:t>Vos contacts</a:t>
            </a:r>
            <a:endParaRPr b="0" lang="fr-FR" sz="2000" spc="-1" strike="noStrike">
              <a:solidFill>
                <a:srgbClr val="000000"/>
              </a:solidFill>
              <a:uFill>
                <a:solidFill>
                  <a:srgbClr val="ffffff"/>
                </a:solidFill>
              </a:uFill>
              <a:latin typeface="Arial"/>
            </a:endParaRPr>
          </a:p>
          <a:p>
            <a:pPr marL="216000" indent="-216000">
              <a:lnSpc>
                <a:spcPct val="100000"/>
              </a:lnSpc>
            </a:pPr>
            <a:endParaRPr b="0" lang="fr-FR" sz="2000" spc="-1" strike="noStrike">
              <a:solidFill>
                <a:srgbClr val="000000"/>
              </a:solidFill>
              <a:uFill>
                <a:solidFill>
                  <a:srgbClr val="ffffff"/>
                </a:solidFill>
              </a:uFill>
              <a:latin typeface="Arial"/>
            </a:endParaRPr>
          </a:p>
          <a:p>
            <a:pPr marL="216000" indent="-216000">
              <a:lnSpc>
                <a:spcPct val="100000"/>
              </a:lnSpc>
            </a:pPr>
            <a:r>
              <a:rPr b="0" lang="fr-FR" sz="2000" spc="-1" strike="noStrike">
                <a:solidFill>
                  <a:srgbClr val="666666"/>
                </a:solidFill>
                <a:uFill>
                  <a:solidFill>
                    <a:srgbClr val="ffffff"/>
                  </a:solidFill>
                </a:uFill>
                <a:latin typeface="Arial"/>
              </a:rPr>
              <a:t>Quand on parle de contacts, plusieurs remarques :</a:t>
            </a:r>
            <a:endParaRPr b="0" lang="fr-FR" sz="2000" spc="-1" strike="noStrike">
              <a:solidFill>
                <a:srgbClr val="000000"/>
              </a:solidFill>
              <a:uFill>
                <a:solidFill>
                  <a:srgbClr val="ffffff"/>
                </a:solidFill>
              </a:uFill>
              <a:latin typeface="Arial"/>
            </a:endParaRPr>
          </a:p>
          <a:p>
            <a:pPr marL="216000" indent="-216000">
              <a:lnSpc>
                <a:spcPct val="100000"/>
              </a:lnSpc>
            </a:pPr>
            <a:endParaRPr b="0" lang="fr-FR" sz="2000" spc="-1" strike="noStrike">
              <a:solidFill>
                <a:srgbClr val="000000"/>
              </a:solidFill>
              <a:uFill>
                <a:solidFill>
                  <a:srgbClr val="ffffff"/>
                </a:solidFill>
              </a:uFill>
              <a:latin typeface="Arial"/>
            </a:endParaRPr>
          </a:p>
          <a:p>
            <a:pPr marL="171000" indent="-170640" algn="just">
              <a:lnSpc>
                <a:spcPct val="100000"/>
              </a:lnSpc>
              <a:buClr>
                <a:srgbClr val="000000"/>
              </a:buClr>
              <a:buFont typeface="StarSymbol"/>
              <a:buChar char="-"/>
            </a:pPr>
            <a:r>
              <a:rPr b="0" lang="fr-FR" sz="2000" spc="-1" strike="noStrike">
                <a:solidFill>
                  <a:srgbClr val="666666"/>
                </a:solidFill>
                <a:uFill>
                  <a:solidFill>
                    <a:srgbClr val="ffffff"/>
                  </a:solidFill>
                </a:uFill>
                <a:latin typeface="Arial"/>
              </a:rPr>
              <a:t>Chacun, même quand il n’est pas Président de la République ou dirigeant d’une grande entreprise, dispose d’un réseau qui lui est propre, et ce réseau est constitué de nombreuses personnes (plus de 100)</a:t>
            </a:r>
            <a:endParaRPr b="0" lang="fr-FR" sz="2000" spc="-1" strike="noStrike">
              <a:solidFill>
                <a:srgbClr val="000000"/>
              </a:solidFill>
              <a:uFill>
                <a:solidFill>
                  <a:srgbClr val="ffffff"/>
                </a:solidFill>
              </a:uFill>
              <a:latin typeface="Arial"/>
            </a:endParaRPr>
          </a:p>
          <a:p>
            <a:pPr algn="just">
              <a:lnSpc>
                <a:spcPct val="100000"/>
              </a:lnSpc>
            </a:pPr>
            <a:endParaRPr b="0" lang="fr-FR" sz="2000" spc="-1" strike="noStrike">
              <a:solidFill>
                <a:srgbClr val="000000"/>
              </a:solidFill>
              <a:uFill>
                <a:solidFill>
                  <a:srgbClr val="ffffff"/>
                </a:solidFill>
              </a:uFill>
              <a:latin typeface="Arial"/>
            </a:endParaRPr>
          </a:p>
          <a:p>
            <a:pPr marL="171000" indent="-170640" algn="just">
              <a:lnSpc>
                <a:spcPct val="100000"/>
              </a:lnSpc>
              <a:buClr>
                <a:srgbClr val="000000"/>
              </a:buClr>
              <a:buFont typeface="StarSymbol"/>
              <a:buChar char="-"/>
            </a:pPr>
            <a:r>
              <a:rPr b="0" lang="fr-FR" sz="2000" spc="-1" strike="noStrike">
                <a:solidFill>
                  <a:srgbClr val="666666"/>
                </a:solidFill>
                <a:uFill>
                  <a:solidFill>
                    <a:srgbClr val="ffffff"/>
                  </a:solidFill>
                </a:uFill>
                <a:latin typeface="Arial"/>
              </a:rPr>
              <a:t>On a tendance à se moquer des « faux contacts » comme ceux que l’on peut générer très facilement sur les réseaux sociaux (Facebook, Viadéo ou autres) : or ceux-ci n’ont pas d’affect avec vous, donc pas d’attente particulière (obtenir qq chose en retour), et pas de frein à critiquer objectivement votre idée, ou à lui apporter des idées nouvelles. Par ailleurs, on a plus de chances d’apprendre de ceux qui nous sont éloignés que des personnes de notre entourage proche.</a:t>
            </a:r>
            <a:endParaRPr b="0" lang="fr-FR" sz="2000" spc="-1" strike="noStrike">
              <a:solidFill>
                <a:srgbClr val="000000"/>
              </a:solidFill>
              <a:uFill>
                <a:solidFill>
                  <a:srgbClr val="ffffff"/>
                </a:solidFill>
              </a:uFill>
              <a:latin typeface="Arial"/>
            </a:endParaRPr>
          </a:p>
          <a:p>
            <a:pPr algn="just">
              <a:lnSpc>
                <a:spcPct val="100000"/>
              </a:lnSpc>
            </a:pPr>
            <a:endParaRPr b="0" lang="fr-FR" sz="2000" spc="-1" strike="noStrike">
              <a:solidFill>
                <a:srgbClr val="000000"/>
              </a:solidFill>
              <a:uFill>
                <a:solidFill>
                  <a:srgbClr val="ffffff"/>
                </a:solidFill>
              </a:uFill>
              <a:latin typeface="Arial"/>
            </a:endParaRPr>
          </a:p>
          <a:p>
            <a:pPr marL="171000" indent="-170640" algn="just">
              <a:lnSpc>
                <a:spcPct val="100000"/>
              </a:lnSpc>
              <a:buClr>
                <a:srgbClr val="000000"/>
              </a:buClr>
              <a:buFont typeface="StarSymbol"/>
              <a:buChar char="-"/>
            </a:pPr>
            <a:r>
              <a:rPr b="0" lang="fr-FR" sz="2000" spc="-1" strike="noStrike">
                <a:solidFill>
                  <a:srgbClr val="666666"/>
                </a:solidFill>
                <a:uFill>
                  <a:solidFill>
                    <a:srgbClr val="ffffff"/>
                  </a:solidFill>
                </a:uFill>
                <a:latin typeface="Arial"/>
              </a:rPr>
              <a:t>Notre éducation, ou nos peurs, nous conduisent souvent à ne pas oser entrer en contact avec des inconnus, et encore moins à leur demander des choses, des services, des informations. En réalité, il est plus facile qu’on ne croit d’obtenir quelque chose de personnes très éloignées de soi, mais souvent on n’ose pas leur demander !</a:t>
            </a:r>
            <a:endParaRPr b="0" lang="fr-FR" sz="2000" spc="-1" strike="noStrike">
              <a:solidFill>
                <a:srgbClr val="000000"/>
              </a:solidFill>
              <a:uFill>
                <a:solidFill>
                  <a:srgbClr val="ffffff"/>
                </a:solidFill>
              </a:uFill>
              <a:latin typeface="Arial"/>
            </a:endParaRPr>
          </a:p>
          <a:p>
            <a:pPr>
              <a:lnSpc>
                <a:spcPct val="100000"/>
              </a:lnSpc>
            </a:pPr>
            <a:endParaRPr b="0" lang="fr-FR" sz="2000" spc="-1" strike="noStrike">
              <a:solidFill>
                <a:srgbClr val="000000"/>
              </a:solidFill>
              <a:uFill>
                <a:solidFill>
                  <a:srgbClr val="ffffff"/>
                </a:solidFill>
              </a:uFill>
              <a:latin typeface="Arial"/>
            </a:endParaRPr>
          </a:p>
          <a:p>
            <a:pPr>
              <a:lnSpc>
                <a:spcPct val="100000"/>
              </a:lnSpc>
            </a:pPr>
            <a:endParaRPr b="0" lang="fr-FR" sz="2000" spc="-1" strike="noStrike">
              <a:solidFill>
                <a:srgbClr val="000000"/>
              </a:solidFill>
              <a:uFill>
                <a:solidFill>
                  <a:srgbClr val="ffffff"/>
                </a:solidFill>
              </a:uFill>
              <a:latin typeface="Arial"/>
            </a:endParaRPr>
          </a:p>
        </p:txBody>
      </p:sp>
      <p:sp>
        <p:nvSpPr>
          <p:cNvPr id="539" name="TextShape 2"/>
          <p:cNvSpPr txBox="1"/>
          <p:nvPr/>
        </p:nvSpPr>
        <p:spPr>
          <a:xfrm>
            <a:off x="3815280" y="9371160"/>
            <a:ext cx="2918520" cy="492840"/>
          </a:xfrm>
          <a:prstGeom prst="rect">
            <a:avLst/>
          </a:prstGeom>
          <a:noFill/>
          <a:ln>
            <a:noFill/>
          </a:ln>
        </p:spPr>
        <p:txBody>
          <a:bodyPr lIns="92160" rIns="92160" tIns="46080" bIns="46080" anchor="b"/>
          <a:p>
            <a:pPr algn="r">
              <a:lnSpc>
                <a:spcPct val="100000"/>
              </a:lnSpc>
            </a:pPr>
            <a:fld id="{247A0AA1-FB46-4E9C-B5B4-67D98F739D53}" type="slidenum">
              <a:rPr b="0" lang="fr-FR" sz="1200" spc="-1" strike="noStrike">
                <a:solidFill>
                  <a:srgbClr val="000000"/>
                </a:solidFill>
                <a:uFill>
                  <a:solidFill>
                    <a:srgbClr val="ffffff"/>
                  </a:solidFill>
                </a:uFill>
                <a:latin typeface="+mn-lt"/>
                <a:ea typeface="+mn-ea"/>
              </a:rPr>
              <a:t>&lt;numéro&gt;</a:t>
            </a:fld>
            <a:endParaRPr b="0" lang="fr-FR" sz="1200" spc="-1" strike="noStrike">
              <a:solidFill>
                <a:srgbClr val="000000"/>
              </a:solidFill>
              <a:uFill>
                <a:solidFill>
                  <a:srgbClr val="ffffff"/>
                </a:solidFill>
              </a:uFill>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0" name="PlaceHolder 1"/>
          <p:cNvSpPr>
            <a:spLocks noGrp="1"/>
          </p:cNvSpPr>
          <p:nvPr>
            <p:ph type="body"/>
          </p:nvPr>
        </p:nvSpPr>
        <p:spPr>
          <a:xfrm>
            <a:off x="673560" y="4686480"/>
            <a:ext cx="5388120" cy="4439520"/>
          </a:xfrm>
          <a:prstGeom prst="rect">
            <a:avLst/>
          </a:prstGeom>
        </p:spPr>
        <p:txBody>
          <a:bodyPr lIns="92160" rIns="92160" tIns="46080" bIns="46080"/>
          <a:p>
            <a:r>
              <a:rPr b="0" lang="fr-FR" sz="2000" spc="-1" strike="noStrike">
                <a:solidFill>
                  <a:srgbClr val="000000"/>
                </a:solidFill>
                <a:uFill>
                  <a:solidFill>
                    <a:srgbClr val="ffffff"/>
                  </a:solidFill>
                </a:uFill>
                <a:latin typeface="Arial"/>
              </a:rPr>
              <a:t>Esprit d’équipe</a:t>
            </a:r>
            <a:endParaRPr b="0" lang="fr-FR" sz="2000" spc="-1" strike="noStrike">
              <a:solidFill>
                <a:srgbClr val="000000"/>
              </a:solidFill>
              <a:uFill>
                <a:solidFill>
                  <a:srgbClr val="ffffff"/>
                </a:solidFill>
              </a:uFill>
              <a:latin typeface="Arial"/>
            </a:endParaRPr>
          </a:p>
          <a:p>
            <a:r>
              <a:rPr b="0" lang="fr-FR" sz="2000" spc="-1" strike="noStrike">
                <a:solidFill>
                  <a:srgbClr val="000000"/>
                </a:solidFill>
                <a:uFill>
                  <a:solidFill>
                    <a:srgbClr val="ffffff"/>
                  </a:solidFill>
                </a:uFill>
                <a:latin typeface="Arial"/>
              </a:rPr>
              <a:t>Sens de l’organisation </a:t>
            </a:r>
            <a:endParaRPr b="0" lang="fr-FR" sz="2000" spc="-1" strike="noStrike">
              <a:solidFill>
                <a:srgbClr val="000000"/>
              </a:solidFill>
              <a:uFill>
                <a:solidFill>
                  <a:srgbClr val="ffffff"/>
                </a:solidFill>
              </a:uFill>
              <a:latin typeface="Arial"/>
            </a:endParaRPr>
          </a:p>
          <a:p>
            <a:r>
              <a:rPr b="0" lang="fr-FR" sz="2000" spc="-1" strike="noStrike">
                <a:solidFill>
                  <a:srgbClr val="000000"/>
                </a:solidFill>
                <a:uFill>
                  <a:solidFill>
                    <a:srgbClr val="ffffff"/>
                  </a:solidFill>
                </a:uFill>
                <a:latin typeface="Arial"/>
              </a:rPr>
              <a:t>Sens des responsabilités</a:t>
            </a:r>
            <a:endParaRPr b="0" lang="fr-FR" sz="2000" spc="-1" strike="noStrike">
              <a:solidFill>
                <a:srgbClr val="000000"/>
              </a:solidFill>
              <a:uFill>
                <a:solidFill>
                  <a:srgbClr val="ffffff"/>
                </a:solidFill>
              </a:uFill>
              <a:latin typeface="Arial"/>
            </a:endParaRPr>
          </a:p>
          <a:p>
            <a:r>
              <a:rPr b="0" lang="fr-FR" sz="2000" spc="-1" strike="noStrike">
                <a:solidFill>
                  <a:srgbClr val="000000"/>
                </a:solidFill>
                <a:uFill>
                  <a:solidFill>
                    <a:srgbClr val="ffffff"/>
                  </a:solidFill>
                </a:uFill>
                <a:latin typeface="Arial"/>
              </a:rPr>
              <a:t>Compatibilité du projet avec son état de santé</a:t>
            </a:r>
            <a:endParaRPr b="0" lang="fr-FR" sz="2000" spc="-1" strike="noStrike">
              <a:solidFill>
                <a:srgbClr val="000000"/>
              </a:solidFill>
              <a:uFill>
                <a:solidFill>
                  <a:srgbClr val="ffffff"/>
                </a:solidFill>
              </a:uFill>
              <a:latin typeface="Arial"/>
            </a:endParaRPr>
          </a:p>
          <a:p>
            <a:r>
              <a:rPr b="0" lang="fr-FR" sz="2000" spc="-1" strike="noStrike">
                <a:solidFill>
                  <a:srgbClr val="000000"/>
                </a:solidFill>
                <a:uFill>
                  <a:solidFill>
                    <a:srgbClr val="ffffff"/>
                  </a:solidFill>
                </a:uFill>
                <a:latin typeface="Arial"/>
              </a:rPr>
              <a:t>Solidité psychologique</a:t>
            </a:r>
            <a:endParaRPr b="0" lang="fr-FR" sz="2000" spc="-1" strike="noStrike">
              <a:solidFill>
                <a:srgbClr val="000000"/>
              </a:solidFill>
              <a:uFill>
                <a:solidFill>
                  <a:srgbClr val="ffffff"/>
                </a:solidFill>
              </a:uFill>
              <a:latin typeface="Arial"/>
            </a:endParaRPr>
          </a:p>
          <a:p>
            <a:r>
              <a:rPr b="0" lang="fr-FR" sz="2000" spc="-1" strike="noStrike">
                <a:solidFill>
                  <a:srgbClr val="000000"/>
                </a:solidFill>
                <a:uFill>
                  <a:solidFill>
                    <a:srgbClr val="ffffff"/>
                  </a:solidFill>
                </a:uFill>
                <a:latin typeface="Arial"/>
              </a:rPr>
              <a:t>Aisance relationnel</a:t>
            </a:r>
            <a:endParaRPr b="0" lang="fr-FR" sz="2000" spc="-1" strike="noStrike">
              <a:solidFill>
                <a:srgbClr val="000000"/>
              </a:solidFill>
              <a:uFill>
                <a:solidFill>
                  <a:srgbClr val="ffffff"/>
                </a:solidFill>
              </a:uFill>
              <a:latin typeface="Arial"/>
            </a:endParaRPr>
          </a:p>
          <a:p>
            <a:r>
              <a:rPr b="0" lang="fr-FR" sz="2000" spc="-1" strike="noStrike">
                <a:solidFill>
                  <a:srgbClr val="000000"/>
                </a:solidFill>
                <a:uFill>
                  <a:solidFill>
                    <a:srgbClr val="ffffff"/>
                  </a:solidFill>
                </a:uFill>
                <a:latin typeface="Arial"/>
              </a:rPr>
              <a:t>Capacité d’initiative</a:t>
            </a:r>
            <a:endParaRPr b="0" lang="fr-FR" sz="2000" spc="-1" strike="noStrike">
              <a:solidFill>
                <a:srgbClr val="000000"/>
              </a:solidFill>
              <a:uFill>
                <a:solidFill>
                  <a:srgbClr val="ffffff"/>
                </a:solidFill>
              </a:uFill>
              <a:latin typeface="Arial"/>
            </a:endParaRPr>
          </a:p>
          <a:p>
            <a:r>
              <a:rPr b="0" lang="fr-FR" sz="2000" spc="-1" strike="noStrike">
                <a:solidFill>
                  <a:srgbClr val="000000"/>
                </a:solidFill>
                <a:uFill>
                  <a:solidFill>
                    <a:srgbClr val="ffffff"/>
                  </a:solidFill>
                </a:uFill>
                <a:latin typeface="Arial"/>
              </a:rPr>
              <a:t>Capacité à prendre des décisions</a:t>
            </a:r>
            <a:endParaRPr b="0" lang="fr-FR" sz="2000" spc="-1" strike="noStrike">
              <a:solidFill>
                <a:srgbClr val="000000"/>
              </a:solidFill>
              <a:uFill>
                <a:solidFill>
                  <a:srgbClr val="ffffff"/>
                </a:solidFill>
              </a:uFill>
              <a:latin typeface="Arial"/>
            </a:endParaRPr>
          </a:p>
          <a:p>
            <a:r>
              <a:rPr b="0" lang="fr-FR" sz="2000" spc="-1" strike="noStrike">
                <a:solidFill>
                  <a:srgbClr val="000000"/>
                </a:solidFill>
                <a:uFill>
                  <a:solidFill>
                    <a:srgbClr val="ffffff"/>
                  </a:solidFill>
                </a:uFill>
                <a:latin typeface="Arial"/>
              </a:rPr>
              <a:t>Capacité d’adaptation</a:t>
            </a:r>
            <a:endParaRPr b="0" lang="fr-FR" sz="2000" spc="-1" strike="noStrike">
              <a:solidFill>
                <a:srgbClr val="000000"/>
              </a:solidFill>
              <a:uFill>
                <a:solidFill>
                  <a:srgbClr val="ffffff"/>
                </a:solidFill>
              </a:uFill>
              <a:latin typeface="Arial"/>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1" name="PlaceHolder 1"/>
          <p:cNvSpPr>
            <a:spLocks noGrp="1"/>
          </p:cNvSpPr>
          <p:nvPr>
            <p:ph type="body"/>
          </p:nvPr>
        </p:nvSpPr>
        <p:spPr>
          <a:xfrm>
            <a:off x="673560" y="4686480"/>
            <a:ext cx="5388120" cy="4439520"/>
          </a:xfrm>
          <a:prstGeom prst="rect">
            <a:avLst/>
          </a:prstGeom>
        </p:spPr>
        <p:txBody>
          <a:bodyPr lIns="92160" rIns="92160" tIns="46080" bIns="46080"/>
          <a:p>
            <a:r>
              <a:rPr b="0" lang="fr-FR" sz="2000" spc="-1" strike="noStrike">
                <a:solidFill>
                  <a:srgbClr val="000000"/>
                </a:solidFill>
                <a:uFill>
                  <a:solidFill>
                    <a:srgbClr val="ffffff"/>
                  </a:solidFill>
                </a:uFill>
                <a:latin typeface="Arial"/>
              </a:rPr>
              <a:t>L’union fait la force. Tous les chefs d’entreprise le diront, les réseaux les rendent non seulement moins seuls mais ils accélèrent leurs activités et leur visibilité;</a:t>
            </a:r>
            <a:endParaRPr b="0" lang="fr-FR" sz="2000" spc="-1" strike="noStrike">
              <a:solidFill>
                <a:srgbClr val="000000"/>
              </a:solidFill>
              <a:uFill>
                <a:solidFill>
                  <a:srgbClr val="ffffff"/>
                </a:solidFill>
              </a:uFill>
              <a:latin typeface="Arial"/>
            </a:endParaRPr>
          </a:p>
          <a:p>
            <a:r>
              <a:rPr b="0" lang="fr-FR" sz="2000" spc="-1" strike="noStrike">
                <a:solidFill>
                  <a:srgbClr val="000000"/>
                </a:solidFill>
                <a:uFill>
                  <a:solidFill>
                    <a:srgbClr val="ffffff"/>
                  </a:solidFill>
                </a:uFill>
                <a:latin typeface="Arial"/>
              </a:rPr>
              <a:t>Différents réseaux : </a:t>
            </a:r>
            <a:endParaRPr b="0" lang="fr-FR" sz="2000" spc="-1" strike="noStrike">
              <a:solidFill>
                <a:srgbClr val="000000"/>
              </a:solidFill>
              <a:uFill>
                <a:solidFill>
                  <a:srgbClr val="ffffff"/>
                </a:solidFill>
              </a:uFill>
              <a:latin typeface="Arial"/>
            </a:endParaRPr>
          </a:p>
          <a:p>
            <a:pPr marL="170280" indent="-169920">
              <a:lnSpc>
                <a:spcPct val="100000"/>
              </a:lnSpc>
              <a:buClr>
                <a:srgbClr val="000000"/>
              </a:buClr>
              <a:buFont typeface="Arial"/>
              <a:buChar char="•"/>
            </a:pPr>
            <a:r>
              <a:rPr b="0" lang="fr-FR" sz="2000" spc="-1" strike="noStrike">
                <a:solidFill>
                  <a:srgbClr val="000000"/>
                </a:solidFill>
                <a:uFill>
                  <a:solidFill>
                    <a:srgbClr val="ffffff"/>
                  </a:solidFill>
                </a:uFill>
                <a:latin typeface="Arial"/>
              </a:rPr>
              <a:t>Réseau familial</a:t>
            </a:r>
            <a:endParaRPr b="0" lang="fr-FR" sz="2000" spc="-1" strike="noStrike">
              <a:solidFill>
                <a:srgbClr val="000000"/>
              </a:solidFill>
              <a:uFill>
                <a:solidFill>
                  <a:srgbClr val="ffffff"/>
                </a:solidFill>
              </a:uFill>
              <a:latin typeface="Arial"/>
            </a:endParaRPr>
          </a:p>
          <a:p>
            <a:pPr marL="170280" indent="-169920">
              <a:lnSpc>
                <a:spcPct val="100000"/>
              </a:lnSpc>
              <a:buClr>
                <a:srgbClr val="000000"/>
              </a:buClr>
              <a:buFont typeface="Arial"/>
              <a:buChar char="•"/>
            </a:pPr>
            <a:r>
              <a:rPr b="0" lang="fr-FR" sz="2000" spc="-1" strike="noStrike">
                <a:solidFill>
                  <a:srgbClr val="000000"/>
                </a:solidFill>
                <a:uFill>
                  <a:solidFill>
                    <a:srgbClr val="ffffff"/>
                  </a:solidFill>
                </a:uFill>
                <a:latin typeface="Arial"/>
              </a:rPr>
              <a:t>Réseau amicale</a:t>
            </a:r>
            <a:endParaRPr b="0" lang="fr-FR" sz="2000" spc="-1" strike="noStrike">
              <a:solidFill>
                <a:srgbClr val="000000"/>
              </a:solidFill>
              <a:uFill>
                <a:solidFill>
                  <a:srgbClr val="ffffff"/>
                </a:solidFill>
              </a:uFill>
              <a:latin typeface="Arial"/>
            </a:endParaRPr>
          </a:p>
          <a:p>
            <a:pPr marL="170280" indent="-169920">
              <a:lnSpc>
                <a:spcPct val="100000"/>
              </a:lnSpc>
              <a:buClr>
                <a:srgbClr val="000000"/>
              </a:buClr>
              <a:buFont typeface="Arial"/>
              <a:buChar char="•"/>
            </a:pPr>
            <a:r>
              <a:rPr b="0" lang="fr-FR" sz="2000" spc="-1" strike="noStrike">
                <a:solidFill>
                  <a:srgbClr val="000000"/>
                </a:solidFill>
                <a:uFill>
                  <a:solidFill>
                    <a:srgbClr val="ffffff"/>
                  </a:solidFill>
                </a:uFill>
                <a:latin typeface="Arial"/>
              </a:rPr>
              <a:t>Réseau associatif</a:t>
            </a:r>
            <a:endParaRPr b="0" lang="fr-FR" sz="2000" spc="-1" strike="noStrike">
              <a:solidFill>
                <a:srgbClr val="000000"/>
              </a:solidFill>
              <a:uFill>
                <a:solidFill>
                  <a:srgbClr val="ffffff"/>
                </a:solidFill>
              </a:uFill>
              <a:latin typeface="Arial"/>
            </a:endParaRPr>
          </a:p>
          <a:p>
            <a:pPr marL="170280" indent="-169920">
              <a:lnSpc>
                <a:spcPct val="100000"/>
              </a:lnSpc>
              <a:buClr>
                <a:srgbClr val="000000"/>
              </a:buClr>
              <a:buFont typeface="Arial"/>
              <a:buChar char="•"/>
            </a:pPr>
            <a:r>
              <a:rPr b="0" lang="fr-FR" sz="2000" spc="-1" strike="noStrike">
                <a:solidFill>
                  <a:srgbClr val="000000"/>
                </a:solidFill>
                <a:uFill>
                  <a:solidFill>
                    <a:srgbClr val="ffffff"/>
                  </a:solidFill>
                </a:uFill>
                <a:latin typeface="Arial"/>
              </a:rPr>
              <a:t>Réseau professionnel (Artisans, club d’entreprise, UC, centrale d’achat)</a:t>
            </a:r>
            <a:endParaRPr b="0" lang="fr-FR" sz="2000" spc="-1" strike="noStrike">
              <a:solidFill>
                <a:srgbClr val="000000"/>
              </a:solidFill>
              <a:uFill>
                <a:solidFill>
                  <a:srgbClr val="ffffff"/>
                </a:solidFill>
              </a:uFill>
              <a:latin typeface="Arial"/>
            </a:endParaRPr>
          </a:p>
          <a:p>
            <a:pPr marL="170280" indent="-169920">
              <a:lnSpc>
                <a:spcPct val="100000"/>
              </a:lnSpc>
              <a:buClr>
                <a:srgbClr val="000000"/>
              </a:buClr>
              <a:buFont typeface="Arial"/>
              <a:buChar char="•"/>
            </a:pPr>
            <a:r>
              <a:rPr b="0" lang="fr-FR" sz="2000" spc="-1" strike="noStrike">
                <a:solidFill>
                  <a:srgbClr val="000000"/>
                </a:solidFill>
                <a:uFill>
                  <a:solidFill>
                    <a:srgbClr val="ffffff"/>
                  </a:solidFill>
                </a:uFill>
                <a:latin typeface="Arial"/>
              </a:rPr>
              <a:t>Réseau institutionnel (Implication dans la vie politique locale)</a:t>
            </a:r>
            <a:endParaRPr b="0" lang="fr-FR" sz="2000" spc="-1" strike="noStrike">
              <a:solidFill>
                <a:srgbClr val="000000"/>
              </a:solidFill>
              <a:uFill>
                <a:solidFill>
                  <a:srgbClr val="ffffff"/>
                </a:solidFill>
              </a:uFill>
              <a:latin typeface="Arial"/>
            </a:endParaRPr>
          </a:p>
          <a:p>
            <a:pPr>
              <a:lnSpc>
                <a:spcPct val="100000"/>
              </a:lnSpc>
            </a:pPr>
            <a:r>
              <a:rPr b="0" lang="fr-FR" sz="2000" spc="-1" strike="noStrike">
                <a:solidFill>
                  <a:srgbClr val="000000"/>
                </a:solidFill>
                <a:uFill>
                  <a:solidFill>
                    <a:srgbClr val="ffffff"/>
                  </a:solidFill>
                </a:uFill>
                <a:latin typeface="Arial"/>
              </a:rPr>
              <a:t>Fonctionner en réseau, c’est un mode de vie. Il faut donc choisir les bons, en fonction de son statut, de ses valeurs et de son secteur d’activité, leur rester fidèle, les entretenir dans le plaisir.</a:t>
            </a:r>
            <a:endParaRPr b="0" lang="fr-FR" sz="2000" spc="-1" strike="noStrike">
              <a:solidFill>
                <a:srgbClr val="000000"/>
              </a:solidFill>
              <a:uFill>
                <a:solidFill>
                  <a:srgbClr val="ffffff"/>
                </a:solidFill>
              </a:uFill>
              <a:latin typeface="Arial"/>
            </a:endParaRPr>
          </a:p>
          <a:p>
            <a:pPr>
              <a:lnSpc>
                <a:spcPct val="100000"/>
              </a:lnSpc>
            </a:pPr>
            <a:endParaRPr b="0" lang="fr-FR" sz="2000" spc="-1" strike="noStrike">
              <a:solidFill>
                <a:srgbClr val="000000"/>
              </a:solidFill>
              <a:uFill>
                <a:solidFill>
                  <a:srgbClr val="ffffff"/>
                </a:solidFill>
              </a:uFill>
              <a:latin typeface="Arial"/>
            </a:endParaRPr>
          </a:p>
          <a:p>
            <a:pPr>
              <a:lnSpc>
                <a:spcPct val="100000"/>
              </a:lnSpc>
            </a:pPr>
            <a:r>
              <a:rPr b="0" lang="fr-FR" sz="2000" spc="-1" strike="noStrike">
                <a:solidFill>
                  <a:srgbClr val="000000"/>
                </a:solidFill>
                <a:uFill>
                  <a:solidFill>
                    <a:srgbClr val="ffffff"/>
                  </a:solidFill>
                </a:uFill>
                <a:latin typeface="Arial"/>
              </a:rPr>
              <a:t>Les règles d'or du bon réseauteur :</a:t>
            </a:r>
            <a:endParaRPr b="0" lang="fr-FR" sz="2000" spc="-1" strike="noStrike">
              <a:solidFill>
                <a:srgbClr val="000000"/>
              </a:solidFill>
              <a:uFill>
                <a:solidFill>
                  <a:srgbClr val="ffffff"/>
                </a:solidFill>
              </a:uFill>
              <a:latin typeface="Arial"/>
            </a:endParaRPr>
          </a:p>
          <a:p>
            <a:pPr>
              <a:lnSpc>
                <a:spcPct val="100000"/>
              </a:lnSpc>
            </a:pPr>
            <a:r>
              <a:rPr b="0" lang="fr-FR" sz="2000" spc="-1" strike="noStrike">
                <a:solidFill>
                  <a:srgbClr val="000000"/>
                </a:solidFill>
                <a:uFill>
                  <a:solidFill>
                    <a:srgbClr val="ffffff"/>
                  </a:solidFill>
                </a:uFill>
                <a:latin typeface="Arial"/>
              </a:rPr>
              <a:t> </a:t>
            </a:r>
            <a:r>
              <a:rPr b="0" lang="fr-FR" sz="2000" spc="-1" strike="noStrike">
                <a:solidFill>
                  <a:srgbClr val="000000"/>
                </a:solidFill>
                <a:uFill>
                  <a:solidFill>
                    <a:srgbClr val="ffffff"/>
                  </a:solidFill>
                </a:uFill>
                <a:latin typeface="Arial"/>
              </a:rPr>
              <a:t>&gt; Etre présent aux réunions avec régularité, se libérer du temps ; </a:t>
            </a:r>
            <a:endParaRPr b="0" lang="fr-FR" sz="2000" spc="-1" strike="noStrike">
              <a:solidFill>
                <a:srgbClr val="000000"/>
              </a:solidFill>
              <a:uFill>
                <a:solidFill>
                  <a:srgbClr val="ffffff"/>
                </a:solidFill>
              </a:uFill>
              <a:latin typeface="Arial"/>
            </a:endParaRPr>
          </a:p>
          <a:p>
            <a:pPr>
              <a:lnSpc>
                <a:spcPct val="100000"/>
              </a:lnSpc>
            </a:pPr>
            <a:r>
              <a:rPr b="0" lang="fr-FR" sz="2000" spc="-1" strike="noStrike">
                <a:solidFill>
                  <a:srgbClr val="000000"/>
                </a:solidFill>
                <a:uFill>
                  <a:solidFill>
                    <a:srgbClr val="ffffff"/>
                  </a:solidFill>
                </a:uFill>
                <a:latin typeface="Arial"/>
              </a:rPr>
              <a:t> </a:t>
            </a:r>
            <a:r>
              <a:rPr b="0" lang="fr-FR" sz="2000" spc="-1" strike="noStrike">
                <a:solidFill>
                  <a:srgbClr val="000000"/>
                </a:solidFill>
                <a:uFill>
                  <a:solidFill>
                    <a:srgbClr val="ffffff"/>
                  </a:solidFill>
                </a:uFill>
                <a:latin typeface="Arial"/>
              </a:rPr>
              <a:t>&gt; S'intéresser à la vie du réseau et participer: donner avant de recevoir ; </a:t>
            </a:r>
            <a:endParaRPr b="0" lang="fr-FR" sz="2000" spc="-1" strike="noStrike">
              <a:solidFill>
                <a:srgbClr val="000000"/>
              </a:solidFill>
              <a:uFill>
                <a:solidFill>
                  <a:srgbClr val="ffffff"/>
                </a:solidFill>
              </a:uFill>
              <a:latin typeface="Arial"/>
            </a:endParaRPr>
          </a:p>
          <a:p>
            <a:pPr>
              <a:lnSpc>
                <a:spcPct val="100000"/>
              </a:lnSpc>
            </a:pPr>
            <a:r>
              <a:rPr b="0" lang="fr-FR" sz="2000" spc="-1" strike="noStrike">
                <a:solidFill>
                  <a:srgbClr val="000000"/>
                </a:solidFill>
                <a:uFill>
                  <a:solidFill>
                    <a:srgbClr val="ffffff"/>
                  </a:solidFill>
                </a:uFill>
                <a:latin typeface="Arial"/>
              </a:rPr>
              <a:t> </a:t>
            </a:r>
            <a:r>
              <a:rPr b="0" lang="fr-FR" sz="2000" spc="-1" strike="noStrike">
                <a:solidFill>
                  <a:srgbClr val="000000"/>
                </a:solidFill>
                <a:uFill>
                  <a:solidFill>
                    <a:srgbClr val="ffffff"/>
                  </a:solidFill>
                </a:uFill>
                <a:latin typeface="Arial"/>
              </a:rPr>
              <a:t>&gt; Etre honnête et transparent pour tisser des relations de confiance ; </a:t>
            </a:r>
            <a:endParaRPr b="0" lang="fr-FR" sz="2000" spc="-1" strike="noStrike">
              <a:solidFill>
                <a:srgbClr val="000000"/>
              </a:solidFill>
              <a:uFill>
                <a:solidFill>
                  <a:srgbClr val="ffffff"/>
                </a:solidFill>
              </a:uFill>
              <a:latin typeface="Arial"/>
            </a:endParaRPr>
          </a:p>
          <a:p>
            <a:pPr>
              <a:lnSpc>
                <a:spcPct val="100000"/>
              </a:lnSpc>
            </a:pPr>
            <a:r>
              <a:rPr b="0" lang="fr-FR" sz="2000" spc="-1" strike="noStrike">
                <a:solidFill>
                  <a:srgbClr val="000000"/>
                </a:solidFill>
                <a:uFill>
                  <a:solidFill>
                    <a:srgbClr val="ffffff"/>
                  </a:solidFill>
                </a:uFill>
                <a:latin typeface="Arial"/>
              </a:rPr>
              <a:t> </a:t>
            </a:r>
            <a:r>
              <a:rPr b="0" lang="fr-FR" sz="2000" spc="-1" strike="noStrike">
                <a:solidFill>
                  <a:srgbClr val="000000"/>
                </a:solidFill>
                <a:uFill>
                  <a:solidFill>
                    <a:srgbClr val="ffffff"/>
                  </a:solidFill>
                </a:uFill>
                <a:latin typeface="Arial"/>
              </a:rPr>
              <a:t>&gt; Etre patient, tout vient à point à qui sait attendre ; </a:t>
            </a:r>
            <a:endParaRPr b="0" lang="fr-FR" sz="2000" spc="-1" strike="noStrike">
              <a:solidFill>
                <a:srgbClr val="000000"/>
              </a:solidFill>
              <a:uFill>
                <a:solidFill>
                  <a:srgbClr val="ffffff"/>
                </a:solidFill>
              </a:uFill>
              <a:latin typeface="Arial"/>
            </a:endParaRPr>
          </a:p>
          <a:p>
            <a:pPr>
              <a:lnSpc>
                <a:spcPct val="100000"/>
              </a:lnSpc>
            </a:pPr>
            <a:r>
              <a:rPr b="0" lang="fr-FR" sz="2000" spc="-1" strike="noStrike">
                <a:solidFill>
                  <a:srgbClr val="000000"/>
                </a:solidFill>
                <a:uFill>
                  <a:solidFill>
                    <a:srgbClr val="ffffff"/>
                  </a:solidFill>
                </a:uFill>
                <a:latin typeface="Arial"/>
              </a:rPr>
              <a:t> </a:t>
            </a:r>
            <a:r>
              <a:rPr b="0" lang="fr-FR" sz="2000" spc="-1" strike="noStrike">
                <a:solidFill>
                  <a:srgbClr val="000000"/>
                </a:solidFill>
                <a:uFill>
                  <a:solidFill>
                    <a:srgbClr val="ffffff"/>
                  </a:solidFill>
                </a:uFill>
                <a:latin typeface="Arial"/>
              </a:rPr>
              <a:t>&gt; Respecter les règles élémentaires de savoir-vivre (politesse, ponctualité, écoute, humilité, ne pas jouer les pique-assiette, etc.). </a:t>
            </a:r>
            <a:endParaRPr b="0" lang="fr-FR" sz="2000" spc="-1" strike="noStrike">
              <a:solidFill>
                <a:srgbClr val="000000"/>
              </a:solidFill>
              <a:uFill>
                <a:solidFill>
                  <a:srgbClr val="ffffff"/>
                </a:solidFill>
              </a:uFill>
              <a:latin typeface="Arial"/>
            </a:endParaRPr>
          </a:p>
          <a:p>
            <a:pPr>
              <a:lnSpc>
                <a:spcPct val="100000"/>
              </a:lnSpc>
            </a:pPr>
            <a:endParaRPr b="0" lang="fr-FR" sz="2000" spc="-1" strike="noStrike">
              <a:solidFill>
                <a:srgbClr val="000000"/>
              </a:solidFill>
              <a:uFill>
                <a:solidFill>
                  <a:srgbClr val="ffffff"/>
                </a:solidFill>
              </a:uFill>
              <a:latin typeface="Arial"/>
            </a:endParaRPr>
          </a:p>
          <a:p>
            <a:pPr>
              <a:lnSpc>
                <a:spcPct val="100000"/>
              </a:lnSpc>
            </a:pPr>
            <a:r>
              <a:rPr b="0" lang="fr-FR" sz="2000" spc="-1" strike="noStrike">
                <a:solidFill>
                  <a:srgbClr val="000000"/>
                </a:solidFill>
                <a:uFill>
                  <a:solidFill>
                    <a:srgbClr val="ffffff"/>
                  </a:solidFill>
                </a:uFill>
                <a:latin typeface="Arial"/>
              </a:rPr>
              <a:t>Le réseau, un bon moyen de rompre l’isolement, de s’informer et de développer son carnet d’adresses</a:t>
            </a:r>
            <a:endParaRPr b="0" lang="fr-FR" sz="2000" spc="-1" strike="noStrike">
              <a:solidFill>
                <a:srgbClr val="000000"/>
              </a:solidFill>
              <a:uFill>
                <a:solidFill>
                  <a:srgbClr val="ffffff"/>
                </a:solidFill>
              </a:uFill>
              <a:latin typeface="Arial"/>
            </a:endParaRPr>
          </a:p>
          <a:p>
            <a:pPr>
              <a:lnSpc>
                <a:spcPct val="100000"/>
              </a:lnSpc>
            </a:pPr>
            <a:endParaRPr b="0" lang="fr-FR" sz="2000" spc="-1" strike="noStrike">
              <a:solidFill>
                <a:srgbClr val="000000"/>
              </a:solidFill>
              <a:uFill>
                <a:solidFill>
                  <a:srgbClr val="ffffff"/>
                </a:solidFill>
              </a:uFill>
              <a:latin typeface="Arial"/>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2" name="PlaceHolder 1"/>
          <p:cNvSpPr>
            <a:spLocks noGrp="1"/>
          </p:cNvSpPr>
          <p:nvPr>
            <p:ph type="body"/>
          </p:nvPr>
        </p:nvSpPr>
        <p:spPr>
          <a:xfrm>
            <a:off x="673560" y="4686480"/>
            <a:ext cx="5388120" cy="4439520"/>
          </a:xfrm>
          <a:prstGeom prst="rect">
            <a:avLst/>
          </a:prstGeom>
        </p:spPr>
        <p:txBody>
          <a:bodyPr lIns="92160" rIns="92160" tIns="46080" bIns="46080"/>
          <a:p>
            <a:r>
              <a:rPr b="1" lang="fr-FR" sz="2000" spc="-1" strike="noStrike">
                <a:solidFill>
                  <a:srgbClr val="000000"/>
                </a:solidFill>
                <a:uFill>
                  <a:solidFill>
                    <a:srgbClr val="ffffff"/>
                  </a:solidFill>
                </a:uFill>
                <a:latin typeface="Arial"/>
              </a:rPr>
              <a:t>Ma situation matrimoniale</a:t>
            </a:r>
            <a:endParaRPr b="0" lang="fr-FR" sz="2000" spc="-1" strike="noStrike">
              <a:solidFill>
                <a:srgbClr val="000000"/>
              </a:solidFill>
              <a:uFill>
                <a:solidFill>
                  <a:srgbClr val="ffffff"/>
                </a:solidFill>
              </a:uFill>
              <a:latin typeface="Arial"/>
            </a:endParaRPr>
          </a:p>
          <a:p>
            <a:r>
              <a:rPr b="0" lang="fr-FR" sz="2000" spc="-1" strike="noStrike">
                <a:solidFill>
                  <a:srgbClr val="000000"/>
                </a:solidFill>
                <a:uFill>
                  <a:solidFill>
                    <a:srgbClr val="ffffff"/>
                  </a:solidFill>
                </a:uFill>
                <a:latin typeface="Arial"/>
              </a:rPr>
              <a:t>• </a:t>
            </a:r>
            <a:r>
              <a:rPr b="0" lang="fr-FR" sz="2000" spc="-1" strike="noStrike">
                <a:solidFill>
                  <a:srgbClr val="000000"/>
                </a:solidFill>
                <a:uFill>
                  <a:solidFill>
                    <a:srgbClr val="ffffff"/>
                  </a:solidFill>
                </a:uFill>
                <a:latin typeface="Arial"/>
              </a:rPr>
              <a:t>Marié/Pacsé, divorcé, célibataire, vie maritale</a:t>
            </a:r>
            <a:endParaRPr b="0" lang="fr-FR" sz="2000" spc="-1" strike="noStrike">
              <a:solidFill>
                <a:srgbClr val="000000"/>
              </a:solidFill>
              <a:uFill>
                <a:solidFill>
                  <a:srgbClr val="ffffff"/>
                </a:solidFill>
              </a:uFill>
              <a:latin typeface="Arial"/>
            </a:endParaRPr>
          </a:p>
          <a:p>
            <a:endParaRPr b="0" lang="fr-FR" sz="2000" spc="-1" strike="noStrike">
              <a:solidFill>
                <a:srgbClr val="000000"/>
              </a:solidFill>
              <a:uFill>
                <a:solidFill>
                  <a:srgbClr val="ffffff"/>
                </a:solidFill>
              </a:uFill>
              <a:latin typeface="Arial"/>
            </a:endParaRPr>
          </a:p>
          <a:p>
            <a:r>
              <a:rPr b="1" lang="fr-FR" sz="2000" spc="-1" strike="noStrike">
                <a:solidFill>
                  <a:srgbClr val="000000"/>
                </a:solidFill>
                <a:uFill>
                  <a:solidFill>
                    <a:srgbClr val="ffffff"/>
                  </a:solidFill>
                </a:uFill>
                <a:latin typeface="Arial"/>
              </a:rPr>
              <a:t>Enfants à charge</a:t>
            </a:r>
            <a:endParaRPr b="0" lang="fr-FR" sz="2000" spc="-1" strike="noStrike">
              <a:solidFill>
                <a:srgbClr val="000000"/>
              </a:solidFill>
              <a:uFill>
                <a:solidFill>
                  <a:srgbClr val="ffffff"/>
                </a:solidFill>
              </a:uFill>
              <a:latin typeface="Arial"/>
            </a:endParaRPr>
          </a:p>
          <a:p>
            <a:r>
              <a:rPr b="0" lang="fr-FR" sz="2000" spc="-1" strike="noStrike">
                <a:solidFill>
                  <a:srgbClr val="000000"/>
                </a:solidFill>
                <a:uFill>
                  <a:solidFill>
                    <a:srgbClr val="ffffff"/>
                  </a:solidFill>
                </a:uFill>
                <a:latin typeface="Arial"/>
              </a:rPr>
              <a:t>• </a:t>
            </a:r>
            <a:r>
              <a:rPr b="0" lang="fr-FR" sz="2000" spc="-1" strike="noStrike">
                <a:solidFill>
                  <a:srgbClr val="000000"/>
                </a:solidFill>
                <a:uFill>
                  <a:solidFill>
                    <a:srgbClr val="ffffff"/>
                  </a:solidFill>
                </a:uFill>
                <a:latin typeface="Arial"/>
              </a:rPr>
              <a:t>Disponibilité, organisation, revenu </a:t>
            </a:r>
            <a:endParaRPr b="0" lang="fr-FR" sz="2000" spc="-1" strike="noStrike">
              <a:solidFill>
                <a:srgbClr val="000000"/>
              </a:solidFill>
              <a:uFill>
                <a:solidFill>
                  <a:srgbClr val="ffffff"/>
                </a:solidFill>
              </a:uFill>
              <a:latin typeface="Arial"/>
            </a:endParaRPr>
          </a:p>
          <a:p>
            <a:endParaRPr b="0" lang="fr-FR" sz="2000" spc="-1" strike="noStrike">
              <a:solidFill>
                <a:srgbClr val="000000"/>
              </a:solidFill>
              <a:uFill>
                <a:solidFill>
                  <a:srgbClr val="ffffff"/>
                </a:solidFill>
              </a:uFill>
              <a:latin typeface="Arial"/>
            </a:endParaRPr>
          </a:p>
          <a:p>
            <a:r>
              <a:rPr b="1" lang="fr-FR" sz="2000" spc="-1" strike="noStrike">
                <a:solidFill>
                  <a:srgbClr val="000000"/>
                </a:solidFill>
                <a:uFill>
                  <a:solidFill>
                    <a:srgbClr val="ffffff"/>
                  </a:solidFill>
                </a:uFill>
                <a:latin typeface="Arial"/>
              </a:rPr>
              <a:t>Localisation géographique du projet</a:t>
            </a:r>
            <a:endParaRPr b="0" lang="fr-FR" sz="2000" spc="-1" strike="noStrike">
              <a:solidFill>
                <a:srgbClr val="000000"/>
              </a:solidFill>
              <a:uFill>
                <a:solidFill>
                  <a:srgbClr val="ffffff"/>
                </a:solidFill>
              </a:uFill>
              <a:latin typeface="Arial"/>
            </a:endParaRPr>
          </a:p>
          <a:p>
            <a:r>
              <a:rPr b="0" lang="fr-FR" sz="2000" spc="-1" strike="noStrike">
                <a:solidFill>
                  <a:srgbClr val="000000"/>
                </a:solidFill>
                <a:uFill>
                  <a:solidFill>
                    <a:srgbClr val="ffffff"/>
                  </a:solidFill>
                </a:uFill>
                <a:latin typeface="Arial"/>
              </a:rPr>
              <a:t>• </a:t>
            </a:r>
            <a:r>
              <a:rPr b="0" lang="fr-FR" sz="2000" spc="-1" strike="noStrike">
                <a:solidFill>
                  <a:srgbClr val="000000"/>
                </a:solidFill>
                <a:uFill>
                  <a:solidFill>
                    <a:srgbClr val="ffffff"/>
                  </a:solidFill>
                </a:uFill>
                <a:latin typeface="Arial"/>
              </a:rPr>
              <a:t>Situation par rapport au futur projet (déménagement, trajet)</a:t>
            </a:r>
            <a:endParaRPr b="0" lang="fr-FR" sz="2000" spc="-1" strike="noStrike">
              <a:solidFill>
                <a:srgbClr val="000000"/>
              </a:solidFill>
              <a:uFill>
                <a:solidFill>
                  <a:srgbClr val="ffffff"/>
                </a:solidFill>
              </a:uFill>
              <a:latin typeface="Arial"/>
            </a:endParaRPr>
          </a:p>
          <a:p>
            <a:endParaRPr b="0" lang="fr-FR" sz="2000" spc="-1" strike="noStrike">
              <a:solidFill>
                <a:srgbClr val="000000"/>
              </a:solidFill>
              <a:uFill>
                <a:solidFill>
                  <a:srgbClr val="ffffff"/>
                </a:solidFill>
              </a:uFill>
              <a:latin typeface="Arial"/>
            </a:endParaRPr>
          </a:p>
          <a:p>
            <a:r>
              <a:rPr b="1" lang="fr-FR" sz="2000" spc="-1" strike="noStrike">
                <a:solidFill>
                  <a:srgbClr val="000000"/>
                </a:solidFill>
                <a:uFill>
                  <a:solidFill>
                    <a:srgbClr val="ffffff"/>
                  </a:solidFill>
                </a:uFill>
                <a:latin typeface="Arial"/>
              </a:rPr>
              <a:t>Situation patrimoniale</a:t>
            </a:r>
            <a:endParaRPr b="0" lang="fr-FR" sz="2000" spc="-1" strike="noStrike">
              <a:solidFill>
                <a:srgbClr val="000000"/>
              </a:solidFill>
              <a:uFill>
                <a:solidFill>
                  <a:srgbClr val="ffffff"/>
                </a:solidFill>
              </a:uFill>
              <a:latin typeface="Arial"/>
            </a:endParaRPr>
          </a:p>
          <a:p>
            <a:r>
              <a:rPr b="0" lang="fr-FR" sz="2000" spc="-1" strike="noStrike">
                <a:solidFill>
                  <a:srgbClr val="000000"/>
                </a:solidFill>
                <a:uFill>
                  <a:solidFill>
                    <a:srgbClr val="ffffff"/>
                  </a:solidFill>
                </a:uFill>
                <a:latin typeface="Arial"/>
              </a:rPr>
              <a:t>• </a:t>
            </a:r>
            <a:r>
              <a:rPr b="0" lang="fr-FR" sz="2000" spc="-1" strike="noStrike">
                <a:solidFill>
                  <a:srgbClr val="000000"/>
                </a:solidFill>
                <a:uFill>
                  <a:solidFill>
                    <a:srgbClr val="ffffff"/>
                  </a:solidFill>
                </a:uFill>
                <a:latin typeface="Arial"/>
              </a:rPr>
              <a:t>Propriétaire, Locataire</a:t>
            </a:r>
            <a:endParaRPr b="0" lang="fr-FR" sz="2000" spc="-1" strike="noStrike">
              <a:solidFill>
                <a:srgbClr val="000000"/>
              </a:solidFill>
              <a:uFill>
                <a:solidFill>
                  <a:srgbClr val="ffffff"/>
                </a:solidFill>
              </a:uFill>
              <a:latin typeface="Arial"/>
            </a:endParaRPr>
          </a:p>
          <a:p>
            <a:endParaRPr b="0" lang="fr-FR" sz="2000" spc="-1" strike="noStrike">
              <a:solidFill>
                <a:srgbClr val="000000"/>
              </a:solidFill>
              <a:uFill>
                <a:solidFill>
                  <a:srgbClr val="ffffff"/>
                </a:solidFill>
              </a:uFill>
              <a:latin typeface="Arial"/>
            </a:endParaRPr>
          </a:p>
          <a:p>
            <a:r>
              <a:rPr b="1" lang="fr-FR" sz="2000" spc="-1" strike="noStrike">
                <a:solidFill>
                  <a:srgbClr val="000000"/>
                </a:solidFill>
                <a:uFill>
                  <a:solidFill>
                    <a:srgbClr val="ffffff"/>
                  </a:solidFill>
                </a:uFill>
                <a:latin typeface="Arial"/>
              </a:rPr>
              <a:t>Situation financière</a:t>
            </a:r>
            <a:endParaRPr b="0" lang="fr-FR" sz="2000" spc="-1" strike="noStrike">
              <a:solidFill>
                <a:srgbClr val="000000"/>
              </a:solidFill>
              <a:uFill>
                <a:solidFill>
                  <a:srgbClr val="ffffff"/>
                </a:solidFill>
              </a:uFill>
              <a:latin typeface="Arial"/>
            </a:endParaRPr>
          </a:p>
          <a:p>
            <a:r>
              <a:rPr b="0" lang="fr-FR" sz="2000" spc="-1" strike="noStrike">
                <a:solidFill>
                  <a:srgbClr val="000000"/>
                </a:solidFill>
                <a:uFill>
                  <a:solidFill>
                    <a:srgbClr val="ffffff"/>
                  </a:solidFill>
                </a:uFill>
                <a:latin typeface="Arial"/>
              </a:rPr>
              <a:t>• </a:t>
            </a:r>
            <a:r>
              <a:rPr b="0" lang="fr-FR" sz="2000" spc="-1" strike="noStrike">
                <a:solidFill>
                  <a:srgbClr val="000000"/>
                </a:solidFill>
                <a:uFill>
                  <a:solidFill>
                    <a:srgbClr val="ffffff"/>
                  </a:solidFill>
                </a:uFill>
                <a:latin typeface="Arial"/>
              </a:rPr>
              <a:t>Mise de fonds disponible, garanties envisageables</a:t>
            </a:r>
            <a:endParaRPr b="0" lang="fr-FR" sz="2000" spc="-1" strike="noStrike">
              <a:solidFill>
                <a:srgbClr val="000000"/>
              </a:solidFill>
              <a:uFill>
                <a:solidFill>
                  <a:srgbClr val="ffffff"/>
                </a:solidFill>
              </a:uFill>
              <a:latin typeface="Arial"/>
            </a:endParaRPr>
          </a:p>
          <a:p>
            <a:endParaRPr b="0" lang="fr-FR" sz="2000" spc="-1" strike="noStrike">
              <a:solidFill>
                <a:srgbClr val="000000"/>
              </a:solidFill>
              <a:uFill>
                <a:solidFill>
                  <a:srgbClr val="ffffff"/>
                </a:solidFill>
              </a:uFill>
              <a:latin typeface="Arial"/>
            </a:endParaRPr>
          </a:p>
          <a:p>
            <a:r>
              <a:rPr b="1" lang="fr-FR" sz="2000" spc="-1" strike="noStrike">
                <a:solidFill>
                  <a:srgbClr val="000000"/>
                </a:solidFill>
                <a:uFill>
                  <a:solidFill>
                    <a:srgbClr val="ffffff"/>
                  </a:solidFill>
                </a:uFill>
                <a:latin typeface="Arial"/>
              </a:rPr>
              <a:t>Charges familiales incompressibles </a:t>
            </a:r>
            <a:r>
              <a:rPr b="0" lang="fr-FR" sz="2000" spc="-1" strike="noStrike">
                <a:solidFill>
                  <a:srgbClr val="000000"/>
                </a:solidFill>
                <a:uFill>
                  <a:solidFill>
                    <a:srgbClr val="ffffff"/>
                  </a:solidFill>
                </a:uFill>
                <a:latin typeface="Arial"/>
              </a:rPr>
              <a:t>:</a:t>
            </a:r>
            <a:endParaRPr b="0" lang="fr-FR" sz="2000" spc="-1" strike="noStrike">
              <a:solidFill>
                <a:srgbClr val="000000"/>
              </a:solidFill>
              <a:uFill>
                <a:solidFill>
                  <a:srgbClr val="ffffff"/>
                </a:solidFill>
              </a:uFill>
              <a:latin typeface="Arial"/>
            </a:endParaRPr>
          </a:p>
          <a:p>
            <a:r>
              <a:rPr b="0" lang="fr-FR" sz="2000" spc="-1" strike="noStrike">
                <a:solidFill>
                  <a:srgbClr val="000000"/>
                </a:solidFill>
                <a:uFill>
                  <a:solidFill>
                    <a:srgbClr val="ffffff"/>
                  </a:solidFill>
                </a:uFill>
                <a:latin typeface="Arial"/>
              </a:rPr>
              <a:t>• </a:t>
            </a:r>
            <a:r>
              <a:rPr b="0" lang="fr-FR" sz="2000" spc="-1" strike="noStrike">
                <a:solidFill>
                  <a:srgbClr val="000000"/>
                </a:solidFill>
                <a:uFill>
                  <a:solidFill>
                    <a:srgbClr val="ffffff"/>
                  </a:solidFill>
                </a:uFill>
                <a:latin typeface="Arial"/>
              </a:rPr>
              <a:t>Crédit en cours, pension alimentaire, frais de scolarité, loyer, </a:t>
            </a:r>
            <a:endParaRPr b="0" lang="fr-FR" sz="2000" spc="-1" strike="noStrike">
              <a:solidFill>
                <a:srgbClr val="000000"/>
              </a:solidFill>
              <a:uFill>
                <a:solidFill>
                  <a:srgbClr val="ffffff"/>
                </a:solidFill>
              </a:uFill>
              <a:latin typeface="Arial"/>
            </a:endParaRPr>
          </a:p>
          <a:p>
            <a:endParaRPr b="0" lang="fr-FR" sz="2000" spc="-1" strike="noStrike">
              <a:solidFill>
                <a:srgbClr val="000000"/>
              </a:solidFill>
              <a:uFill>
                <a:solidFill>
                  <a:srgbClr val="ffffff"/>
                </a:solidFill>
              </a:uFill>
              <a:latin typeface="Arial"/>
            </a:endParaRPr>
          </a:p>
          <a:p>
            <a:r>
              <a:rPr b="1" lang="fr-FR" sz="2000" spc="-1" strike="noStrike">
                <a:solidFill>
                  <a:srgbClr val="000000"/>
                </a:solidFill>
                <a:uFill>
                  <a:solidFill>
                    <a:srgbClr val="ffffff"/>
                  </a:solidFill>
                </a:uFill>
                <a:latin typeface="Arial"/>
              </a:rPr>
              <a:t>Autres revenus disponibles </a:t>
            </a:r>
            <a:r>
              <a:rPr b="0" lang="fr-FR" sz="2000" spc="-1" strike="noStrike">
                <a:solidFill>
                  <a:srgbClr val="000000"/>
                </a:solidFill>
                <a:uFill>
                  <a:solidFill>
                    <a:srgbClr val="ffffff"/>
                  </a:solidFill>
                </a:uFill>
                <a:latin typeface="Arial"/>
              </a:rPr>
              <a:t>:</a:t>
            </a:r>
            <a:endParaRPr b="0" lang="fr-FR" sz="2000" spc="-1" strike="noStrike">
              <a:solidFill>
                <a:srgbClr val="000000"/>
              </a:solidFill>
              <a:uFill>
                <a:solidFill>
                  <a:srgbClr val="ffffff"/>
                </a:solidFill>
              </a:uFill>
              <a:latin typeface="Arial"/>
            </a:endParaRPr>
          </a:p>
          <a:p>
            <a:r>
              <a:rPr b="0" lang="fr-FR" sz="2000" spc="-1" strike="noStrike">
                <a:solidFill>
                  <a:srgbClr val="000000"/>
                </a:solidFill>
                <a:uFill>
                  <a:solidFill>
                    <a:srgbClr val="ffffff"/>
                  </a:solidFill>
                </a:uFill>
                <a:latin typeface="Arial"/>
              </a:rPr>
              <a:t>• </a:t>
            </a:r>
            <a:r>
              <a:rPr b="0" lang="fr-FR" sz="2000" spc="-1" strike="noStrike">
                <a:solidFill>
                  <a:srgbClr val="000000"/>
                </a:solidFill>
                <a:uFill>
                  <a:solidFill>
                    <a:srgbClr val="ffffff"/>
                  </a:solidFill>
                </a:uFill>
                <a:latin typeface="Arial"/>
              </a:rPr>
              <a:t>Maintien activité de salarié, pension retraite, salaire du conjoint, allocation, pension, revenu locatif</a:t>
            </a:r>
            <a:endParaRPr b="0" lang="fr-FR" sz="2000" spc="-1" strike="noStrike">
              <a:solidFill>
                <a:srgbClr val="000000"/>
              </a:solidFill>
              <a:uFill>
                <a:solidFill>
                  <a:srgbClr val="ffffff"/>
                </a:solidFill>
              </a:uFill>
              <a:latin typeface="Arial"/>
            </a:endParaRPr>
          </a:p>
          <a:p>
            <a:endParaRPr b="0" lang="fr-FR" sz="2000" spc="-1" strike="noStrike">
              <a:solidFill>
                <a:srgbClr val="000000"/>
              </a:solidFill>
              <a:uFill>
                <a:solidFill>
                  <a:srgbClr val="ffffff"/>
                </a:solidFill>
              </a:uFill>
              <a:latin typeface="Arial"/>
            </a:endParaRPr>
          </a:p>
          <a:p>
            <a:r>
              <a:rPr b="0" lang="fr-FR" sz="2000" spc="-1" strike="noStrike">
                <a:solidFill>
                  <a:srgbClr val="000000"/>
                </a:solidFill>
                <a:uFill>
                  <a:solidFill>
                    <a:srgbClr val="ffffff"/>
                  </a:solidFill>
                </a:uFill>
                <a:latin typeface="Arial"/>
              </a:rPr>
              <a:t>L’entourage familial :</a:t>
            </a:r>
            <a:endParaRPr b="0" lang="fr-FR" sz="2000" spc="-1" strike="noStrike">
              <a:solidFill>
                <a:srgbClr val="000000"/>
              </a:solidFill>
              <a:uFill>
                <a:solidFill>
                  <a:srgbClr val="ffffff"/>
                </a:solidFill>
              </a:uFill>
              <a:latin typeface="Arial"/>
            </a:endParaRPr>
          </a:p>
          <a:p>
            <a:r>
              <a:rPr b="0" lang="fr-FR" sz="2000" spc="-1" strike="noStrike">
                <a:solidFill>
                  <a:srgbClr val="000000"/>
                </a:solidFill>
                <a:uFill>
                  <a:solidFill>
                    <a:srgbClr val="ffffff"/>
                  </a:solidFill>
                </a:uFill>
                <a:latin typeface="Arial"/>
              </a:rPr>
              <a:t>• </a:t>
            </a:r>
            <a:r>
              <a:rPr b="0" lang="fr-FR" sz="2000" spc="-1" strike="noStrike">
                <a:solidFill>
                  <a:srgbClr val="000000"/>
                </a:solidFill>
                <a:uFill>
                  <a:solidFill>
                    <a:srgbClr val="ffffff"/>
                  </a:solidFill>
                </a:uFill>
                <a:latin typeface="Arial"/>
              </a:rPr>
              <a:t>Adhésion au projet et acceptation des conséquences (déménagement, changement des conditions de vie : disponibilité, revenu, temps libre)</a:t>
            </a:r>
            <a:endParaRPr b="0" lang="fr-FR" sz="2000" spc="-1" strike="noStrike">
              <a:solidFill>
                <a:srgbClr val="000000"/>
              </a:solidFill>
              <a:uFill>
                <a:solidFill>
                  <a:srgbClr val="ffffff"/>
                </a:solidFill>
              </a:uFill>
              <a:latin typeface="Arial"/>
            </a:endParaRPr>
          </a:p>
          <a:p>
            <a:r>
              <a:rPr b="0" lang="fr-FR" sz="2000" spc="-1" strike="noStrike">
                <a:solidFill>
                  <a:srgbClr val="000000"/>
                </a:solidFill>
                <a:uFill>
                  <a:solidFill>
                    <a:srgbClr val="ffffff"/>
                  </a:solidFill>
                </a:uFill>
                <a:latin typeface="Arial"/>
              </a:rPr>
              <a:t>• </a:t>
            </a:r>
            <a:r>
              <a:rPr b="0" lang="fr-FR" sz="2000" spc="-1" strike="noStrike">
                <a:solidFill>
                  <a:srgbClr val="000000"/>
                </a:solidFill>
                <a:uFill>
                  <a:solidFill>
                    <a:srgbClr val="ffffff"/>
                  </a:solidFill>
                </a:uFill>
                <a:latin typeface="Arial"/>
              </a:rPr>
              <a:t>Participation au projet (financière, matérielle)</a:t>
            </a:r>
            <a:endParaRPr b="0" lang="fr-FR" sz="2000" spc="-1" strike="noStrike">
              <a:solidFill>
                <a:srgbClr val="000000"/>
              </a:solidFill>
              <a:uFill>
                <a:solidFill>
                  <a:srgbClr val="ffffff"/>
                </a:solidFill>
              </a:uFill>
              <a:latin typeface="Arial"/>
            </a:endParaRPr>
          </a:p>
          <a:p>
            <a:r>
              <a:rPr b="0" lang="fr-FR" sz="2000" spc="-1" strike="noStrike">
                <a:solidFill>
                  <a:srgbClr val="000000"/>
                </a:solidFill>
                <a:uFill>
                  <a:solidFill>
                    <a:srgbClr val="ffffff"/>
                  </a:solidFill>
                </a:uFill>
                <a:latin typeface="Arial"/>
              </a:rPr>
              <a:t>• </a:t>
            </a:r>
            <a:r>
              <a:rPr b="0" lang="fr-FR" sz="2000" spc="-1" strike="noStrike">
                <a:solidFill>
                  <a:srgbClr val="000000"/>
                </a:solidFill>
                <a:uFill>
                  <a:solidFill>
                    <a:srgbClr val="ffffff"/>
                  </a:solidFill>
                </a:uFill>
                <a:latin typeface="Arial"/>
              </a:rPr>
              <a:t>Intégration au projet  (Statut)</a:t>
            </a:r>
            <a:endParaRPr b="0" lang="fr-FR" sz="2000" spc="-1" strike="noStrike">
              <a:solidFill>
                <a:srgbClr val="000000"/>
              </a:solidFill>
              <a:uFill>
                <a:solidFill>
                  <a:srgbClr val="ffffff"/>
                </a:solidFill>
              </a:uFill>
              <a:latin typeface="Arial"/>
            </a:endParaRPr>
          </a:p>
          <a:p>
            <a:endParaRPr b="0" lang="fr-FR" sz="2000" spc="-1" strike="noStrike">
              <a:solidFill>
                <a:srgbClr val="000000"/>
              </a:solidFill>
              <a:uFill>
                <a:solidFill>
                  <a:srgbClr val="ffffff"/>
                </a:solidFill>
              </a:uFill>
              <a:latin typeface="Arial"/>
            </a:endParaRPr>
          </a:p>
          <a:p>
            <a:endParaRPr b="0" lang="fr-FR" sz="2000" spc="-1" strike="noStrike">
              <a:solidFill>
                <a:srgbClr val="000000"/>
              </a:solidFill>
              <a:uFill>
                <a:solidFill>
                  <a:srgbClr val="ffffff"/>
                </a:solidFill>
              </a:uFill>
              <a:latin typeface="Arial"/>
            </a:endParaRPr>
          </a:p>
          <a:p>
            <a:endParaRPr b="0" lang="fr-FR" sz="2000" spc="-1" strike="noStrike">
              <a:solidFill>
                <a:srgbClr val="000000"/>
              </a:solidFill>
              <a:uFill>
                <a:solidFill>
                  <a:srgbClr val="ffffff"/>
                </a:solidFill>
              </a:uFill>
              <a:latin typeface="Arial"/>
            </a:endParaRPr>
          </a:p>
          <a:p>
            <a:r>
              <a:rPr b="0" lang="fr-FR" sz="2000" spc="-1" strike="noStrike">
                <a:solidFill>
                  <a:srgbClr val="000000"/>
                </a:solidFill>
                <a:uFill>
                  <a:solidFill>
                    <a:srgbClr val="ffffff"/>
                  </a:solidFill>
                </a:uFill>
                <a:latin typeface="Arial"/>
              </a:rPr>
              <a:t>Les contraintes personnelles</a:t>
            </a:r>
            <a:endParaRPr b="0" lang="fr-FR" sz="2000" spc="-1" strike="noStrike">
              <a:solidFill>
                <a:srgbClr val="000000"/>
              </a:solidFill>
              <a:uFill>
                <a:solidFill>
                  <a:srgbClr val="ffffff"/>
                </a:solidFill>
              </a:uFill>
              <a:latin typeface="Arial"/>
            </a:endParaRPr>
          </a:p>
          <a:p>
            <a:r>
              <a:rPr b="0" lang="fr-FR" sz="2000" spc="-1" strike="noStrike">
                <a:solidFill>
                  <a:srgbClr val="000000"/>
                </a:solidFill>
                <a:uFill>
                  <a:solidFill>
                    <a:srgbClr val="ffffff"/>
                  </a:solidFill>
                </a:uFill>
                <a:latin typeface="Arial"/>
              </a:rPr>
              <a:t> </a:t>
            </a:r>
            <a:endParaRPr b="0" lang="fr-FR" sz="2000" spc="-1" strike="noStrike">
              <a:solidFill>
                <a:srgbClr val="000000"/>
              </a:solidFill>
              <a:uFill>
                <a:solidFill>
                  <a:srgbClr val="ffffff"/>
                </a:solidFill>
              </a:uFill>
              <a:latin typeface="Arial"/>
            </a:endParaRPr>
          </a:p>
          <a:p>
            <a:r>
              <a:rPr b="0" lang="fr-FR" sz="2000" spc="-1" strike="noStrike">
                <a:solidFill>
                  <a:srgbClr val="000000"/>
                </a:solidFill>
                <a:uFill>
                  <a:solidFill>
                    <a:srgbClr val="ffffff"/>
                  </a:solidFill>
                </a:uFill>
                <a:latin typeface="Arial"/>
              </a:rPr>
              <a:t>En devenant chef d'entreprise, il va falloir passer d'une situation personnelle connue à une autre, où, par nature, règnent l'imprévu et l'aléatoire. Il faut donc prendre en compte les caractéristiques de votre situation actuelle et vérifier leur compatibilité avec la situation nouvelle engendrée par la création de l'entreprise.</a:t>
            </a:r>
            <a:endParaRPr b="0" lang="fr-FR" sz="2000" spc="-1" strike="noStrike">
              <a:solidFill>
                <a:srgbClr val="000000"/>
              </a:solidFill>
              <a:uFill>
                <a:solidFill>
                  <a:srgbClr val="ffffff"/>
                </a:solidFill>
              </a:uFill>
              <a:latin typeface="Arial"/>
            </a:endParaRPr>
          </a:p>
          <a:p>
            <a:r>
              <a:rPr b="0" lang="fr-FR" sz="2000" spc="-1" strike="noStrike">
                <a:solidFill>
                  <a:srgbClr val="000000"/>
                </a:solidFill>
                <a:uFill>
                  <a:solidFill>
                    <a:srgbClr val="ffffff"/>
                  </a:solidFill>
                </a:uFill>
                <a:latin typeface="Arial"/>
              </a:rPr>
              <a:t> </a:t>
            </a:r>
            <a:endParaRPr b="0" lang="fr-FR" sz="2000" spc="-1" strike="noStrike">
              <a:solidFill>
                <a:srgbClr val="000000"/>
              </a:solidFill>
              <a:uFill>
                <a:solidFill>
                  <a:srgbClr val="ffffff"/>
                </a:solidFill>
              </a:uFill>
              <a:latin typeface="Arial"/>
            </a:endParaRPr>
          </a:p>
          <a:p>
            <a:endParaRPr b="0" lang="fr-FR" sz="2000" spc="-1" strike="noStrike">
              <a:solidFill>
                <a:srgbClr val="000000"/>
              </a:solidFill>
              <a:uFill>
                <a:solidFill>
                  <a:srgbClr val="ffffff"/>
                </a:solidFill>
              </a:uFill>
              <a:latin typeface="Arial"/>
            </a:endParaRPr>
          </a:p>
          <a:p>
            <a:endParaRPr b="0" lang="fr-FR" sz="2000" spc="-1" strike="noStrike">
              <a:solidFill>
                <a:srgbClr val="000000"/>
              </a:solidFill>
              <a:uFill>
                <a:solidFill>
                  <a:srgbClr val="ffffff"/>
                </a:solidFill>
              </a:uFill>
              <a:latin typeface="Arial"/>
            </a:endParaRPr>
          </a:p>
          <a:p>
            <a:endParaRPr b="0" lang="fr-FR" sz="2000" spc="-1" strike="noStrike">
              <a:solidFill>
                <a:srgbClr val="000000"/>
              </a:solidFill>
              <a:uFill>
                <a:solidFill>
                  <a:srgbClr val="ffffff"/>
                </a:solidFill>
              </a:uFill>
              <a:latin typeface="Arial"/>
            </a:endParaRPr>
          </a:p>
          <a:p>
            <a:endParaRPr b="0" lang="fr-FR" sz="2000" spc="-1" strike="noStrike">
              <a:solidFill>
                <a:srgbClr val="000000"/>
              </a:solidFill>
              <a:uFill>
                <a:solidFill>
                  <a:srgbClr val="ffffff"/>
                </a:solidFill>
              </a:uFill>
              <a:latin typeface="Arial"/>
            </a:endParaRPr>
          </a:p>
          <a:p>
            <a:endParaRPr b="0" lang="fr-FR" sz="2000" spc="-1" strike="noStrike">
              <a:solidFill>
                <a:srgbClr val="000000"/>
              </a:solidFill>
              <a:uFill>
                <a:solidFill>
                  <a:srgbClr val="ffffff"/>
                </a:solidFill>
              </a:uFill>
              <a:latin typeface="Arial"/>
            </a:endParaRPr>
          </a:p>
          <a:p>
            <a:r>
              <a:rPr b="0" lang="fr-FR" sz="2000" spc="-1" strike="noStrike">
                <a:solidFill>
                  <a:srgbClr val="000000"/>
                </a:solidFill>
                <a:uFill>
                  <a:solidFill>
                    <a:srgbClr val="ffffff"/>
                  </a:solidFill>
                </a:uFill>
                <a:latin typeface="Arial"/>
              </a:rPr>
              <a:t> </a:t>
            </a:r>
            <a:endParaRPr b="0" lang="fr-FR" sz="2000" spc="-1" strike="noStrike">
              <a:solidFill>
                <a:srgbClr val="000000"/>
              </a:solidFill>
              <a:uFill>
                <a:solidFill>
                  <a:srgbClr val="ffffff"/>
                </a:solidFill>
              </a:uFill>
              <a:latin typeface="Arial"/>
            </a:endParaRPr>
          </a:p>
          <a:p>
            <a:endParaRPr b="0" lang="fr-FR" sz="2000" spc="-1" strike="noStrike">
              <a:solidFill>
                <a:srgbClr val="000000"/>
              </a:solidFill>
              <a:uFill>
                <a:solidFill>
                  <a:srgbClr val="ffffff"/>
                </a:solidFill>
              </a:uFill>
              <a:latin typeface="Arial"/>
            </a:endParaRPr>
          </a:p>
          <a:p>
            <a:endParaRPr b="0" lang="fr-FR" sz="2000" spc="-1" strike="noStrike">
              <a:solidFill>
                <a:srgbClr val="000000"/>
              </a:solidFill>
              <a:uFill>
                <a:solidFill>
                  <a:srgbClr val="ffffff"/>
                </a:solidFill>
              </a:uFill>
              <a:latin typeface="Arial"/>
            </a:endParaRPr>
          </a:p>
          <a:p>
            <a:r>
              <a:rPr b="0" lang="fr-FR" sz="2000" spc="-1" strike="noStrike">
                <a:solidFill>
                  <a:srgbClr val="000000"/>
                </a:solidFill>
                <a:uFill>
                  <a:solidFill>
                    <a:srgbClr val="ffffff"/>
                  </a:solidFill>
                </a:uFill>
                <a:latin typeface="Arial"/>
              </a:rPr>
              <a:t>Les ressources financières disponibles</a:t>
            </a:r>
            <a:endParaRPr b="0" lang="fr-FR" sz="2000" spc="-1" strike="noStrike">
              <a:solidFill>
                <a:srgbClr val="000000"/>
              </a:solidFill>
              <a:uFill>
                <a:solidFill>
                  <a:srgbClr val="ffffff"/>
                </a:solidFill>
              </a:uFill>
              <a:latin typeface="Arial"/>
            </a:endParaRPr>
          </a:p>
          <a:p>
            <a:endParaRPr b="0" lang="fr-FR" sz="2000" spc="-1" strike="noStrike">
              <a:solidFill>
                <a:srgbClr val="000000"/>
              </a:solidFill>
              <a:uFill>
                <a:solidFill>
                  <a:srgbClr val="ffffff"/>
                </a:solidFill>
              </a:uFill>
              <a:latin typeface="Arial"/>
            </a:endParaRPr>
          </a:p>
          <a:p>
            <a:r>
              <a:rPr b="0" lang="fr-FR" sz="2000" spc="-1" strike="noStrike">
                <a:solidFill>
                  <a:srgbClr val="000000"/>
                </a:solidFill>
                <a:uFill>
                  <a:solidFill>
                    <a:srgbClr val="ffffff"/>
                  </a:solidFill>
                </a:uFill>
                <a:latin typeface="Arial"/>
              </a:rPr>
              <a:t>  </a:t>
            </a:r>
            <a:endParaRPr b="0" lang="fr-FR" sz="2000" spc="-1" strike="noStrike">
              <a:solidFill>
                <a:srgbClr val="000000"/>
              </a:solidFill>
              <a:uFill>
                <a:solidFill>
                  <a:srgbClr val="ffffff"/>
                </a:solidFill>
              </a:uFill>
              <a:latin typeface="Arial"/>
            </a:endParaRPr>
          </a:p>
          <a:p>
            <a:endParaRPr b="0" lang="fr-FR" sz="2000" spc="-1" strike="noStrike">
              <a:solidFill>
                <a:srgbClr val="000000"/>
              </a:solidFill>
              <a:uFill>
                <a:solidFill>
                  <a:srgbClr val="ffffff"/>
                </a:solidFill>
              </a:uFill>
              <a:latin typeface="Arial"/>
            </a:endParaRPr>
          </a:p>
          <a:p>
            <a:endParaRPr b="0" lang="fr-FR" sz="2000" spc="-1" strike="noStrike">
              <a:solidFill>
                <a:srgbClr val="000000"/>
              </a:solidFill>
              <a:uFill>
                <a:solidFill>
                  <a:srgbClr val="ffffff"/>
                </a:solidFill>
              </a:uFill>
              <a:latin typeface="Arial"/>
            </a:endParaRPr>
          </a:p>
          <a:p>
            <a:endParaRPr b="0" lang="fr-FR" sz="2000" spc="-1" strike="noStrike">
              <a:solidFill>
                <a:srgbClr val="000000"/>
              </a:solidFill>
              <a:uFill>
                <a:solidFill>
                  <a:srgbClr val="ffffff"/>
                </a:solidFill>
              </a:uFill>
              <a:latin typeface="Arial"/>
            </a:endParaRPr>
          </a:p>
          <a:p>
            <a:endParaRPr b="0" lang="fr-FR" sz="2000" spc="-1" strike="noStrike">
              <a:solidFill>
                <a:srgbClr val="000000"/>
              </a:solidFill>
              <a:uFill>
                <a:solidFill>
                  <a:srgbClr val="ffffff"/>
                </a:solidFill>
              </a:uFill>
              <a:latin typeface="Arial"/>
            </a:endParaRPr>
          </a:p>
          <a:p>
            <a:endParaRPr b="0" lang="fr-FR" sz="2000" spc="-1" strike="noStrike">
              <a:solidFill>
                <a:srgbClr val="000000"/>
              </a:solidFill>
              <a:uFill>
                <a:solidFill>
                  <a:srgbClr val="ffffff"/>
                </a:solidFill>
              </a:uFill>
              <a:latin typeface="Arial"/>
            </a:endParaRPr>
          </a:p>
          <a:p>
            <a:r>
              <a:rPr b="0" lang="fr-FR" sz="2000" spc="-1" strike="noStrike">
                <a:solidFill>
                  <a:srgbClr val="000000"/>
                </a:solidFill>
                <a:uFill>
                  <a:solidFill>
                    <a:srgbClr val="ffffff"/>
                  </a:solidFill>
                </a:uFill>
                <a:latin typeface="Arial"/>
              </a:rPr>
              <a:t>  </a:t>
            </a:r>
            <a:endParaRPr b="0" lang="fr-FR" sz="2000" spc="-1" strike="noStrike">
              <a:solidFill>
                <a:srgbClr val="000000"/>
              </a:solidFill>
              <a:uFill>
                <a:solidFill>
                  <a:srgbClr val="ffffff"/>
                </a:solidFill>
              </a:uFill>
              <a:latin typeface="Arial"/>
            </a:endParaRPr>
          </a:p>
          <a:p>
            <a:endParaRPr b="0" lang="fr-FR" sz="2000" spc="-1" strike="noStrike">
              <a:solidFill>
                <a:srgbClr val="000000"/>
              </a:solidFill>
              <a:uFill>
                <a:solidFill>
                  <a:srgbClr val="ffffff"/>
                </a:solidFill>
              </a:uFill>
              <a:latin typeface="Arial"/>
            </a:endParaRPr>
          </a:p>
          <a:p>
            <a:endParaRPr b="0" lang="fr-FR" sz="2000" spc="-1" strike="noStrike">
              <a:solidFill>
                <a:srgbClr val="000000"/>
              </a:solidFill>
              <a:uFill>
                <a:solidFill>
                  <a:srgbClr val="ffffff"/>
                </a:solidFill>
              </a:uFill>
              <a:latin typeface="Arial"/>
            </a:endParaRPr>
          </a:p>
          <a:p>
            <a:endParaRPr b="0" lang="fr-FR" sz="2000" spc="-1" strike="noStrike">
              <a:solidFill>
                <a:srgbClr val="000000"/>
              </a:solidFill>
              <a:uFill>
                <a:solidFill>
                  <a:srgbClr val="ffffff"/>
                </a:solidFill>
              </a:uFill>
              <a:latin typeface="Arial"/>
            </a:endParaRPr>
          </a:p>
          <a:p>
            <a:endParaRPr b="0" lang="fr-FR" sz="2000" spc="-1" strike="noStrike">
              <a:solidFill>
                <a:srgbClr val="000000"/>
              </a:solidFill>
              <a:uFill>
                <a:solidFill>
                  <a:srgbClr val="ffffff"/>
                </a:solidFill>
              </a:uFill>
              <a:latin typeface="Arial"/>
            </a:endParaRPr>
          </a:p>
          <a:p>
            <a:r>
              <a:rPr b="0" lang="fr-FR" sz="2000" spc="-1" strike="noStrike">
                <a:solidFill>
                  <a:srgbClr val="000000"/>
                </a:solidFill>
                <a:uFill>
                  <a:solidFill>
                    <a:srgbClr val="ffffff"/>
                  </a:solidFill>
                </a:uFill>
                <a:latin typeface="Arial"/>
              </a:rPr>
              <a:t>Une implication financière significative est parfois incontournable pour pouvoir convaincre vos partenaires financiers, d'autant qu'en matière de création d'entreprise, certains besoins durables ne peuvent être financés que par des fonds propres.</a:t>
            </a:r>
            <a:endParaRPr b="0" lang="fr-FR" sz="2000" spc="-1" strike="noStrike">
              <a:solidFill>
                <a:srgbClr val="000000"/>
              </a:solidFill>
              <a:uFill>
                <a:solidFill>
                  <a:srgbClr val="ffffff"/>
                </a:solidFill>
              </a:uFill>
              <a:latin typeface="Arial"/>
            </a:endParaRPr>
          </a:p>
          <a:p>
            <a:endParaRPr b="0" lang="fr-FR" sz="2000" spc="-1" strike="noStrike">
              <a:solidFill>
                <a:srgbClr val="000000"/>
              </a:solidFill>
              <a:uFill>
                <a:solidFill>
                  <a:srgbClr val="ffffff"/>
                </a:solidFill>
              </a:uFill>
              <a:latin typeface="Arial"/>
            </a:endParaRPr>
          </a:p>
          <a:p>
            <a:r>
              <a:rPr b="0" lang="fr-FR" sz="2000" spc="-1" strike="noStrike">
                <a:solidFill>
                  <a:srgbClr val="000000"/>
                </a:solidFill>
                <a:uFill>
                  <a:solidFill>
                    <a:srgbClr val="ffffff"/>
                  </a:solidFill>
                </a:uFill>
                <a:latin typeface="Arial"/>
              </a:rPr>
              <a:t>  </a:t>
            </a:r>
            <a:endParaRPr b="0" lang="fr-FR" sz="2000" spc="-1" strike="noStrike">
              <a:solidFill>
                <a:srgbClr val="000000"/>
              </a:solidFill>
              <a:uFill>
                <a:solidFill>
                  <a:srgbClr val="ffffff"/>
                </a:solidFill>
              </a:uFill>
              <a:latin typeface="Arial"/>
            </a:endParaRPr>
          </a:p>
          <a:p>
            <a:endParaRPr b="0" lang="fr-FR" sz="2000" spc="-1" strike="noStrike">
              <a:solidFill>
                <a:srgbClr val="000000"/>
              </a:solidFill>
              <a:uFill>
                <a:solidFill>
                  <a:srgbClr val="ffffff"/>
                </a:solidFill>
              </a:uFill>
              <a:latin typeface="Arial"/>
            </a:endParaRPr>
          </a:p>
          <a:p>
            <a:endParaRPr b="0" lang="fr-FR" sz="2000" spc="-1" strike="noStrike">
              <a:solidFill>
                <a:srgbClr val="000000"/>
              </a:solidFill>
              <a:uFill>
                <a:solidFill>
                  <a:srgbClr val="ffffff"/>
                </a:solidFill>
              </a:uFill>
              <a:latin typeface="Arial"/>
            </a:endParaRPr>
          </a:p>
          <a:p>
            <a:endParaRPr b="0" lang="fr-FR" sz="2000" spc="-1" strike="noStrike">
              <a:solidFill>
                <a:srgbClr val="000000"/>
              </a:solidFill>
              <a:uFill>
                <a:solidFill>
                  <a:srgbClr val="ffffff"/>
                </a:solidFill>
              </a:uFill>
              <a:latin typeface="Arial"/>
            </a:endParaRPr>
          </a:p>
          <a:p>
            <a:endParaRPr b="0" lang="fr-FR" sz="2000" spc="-1" strike="noStrike">
              <a:solidFill>
                <a:srgbClr val="000000"/>
              </a:solidFill>
              <a:uFill>
                <a:solidFill>
                  <a:srgbClr val="ffffff"/>
                </a:solidFill>
              </a:uFill>
              <a:latin typeface="Arial"/>
            </a:endParaRPr>
          </a:p>
          <a:p>
            <a:endParaRPr b="0" lang="fr-FR" sz="2000" spc="-1" strike="noStrike">
              <a:solidFill>
                <a:srgbClr val="000000"/>
              </a:solidFill>
              <a:uFill>
                <a:solidFill>
                  <a:srgbClr val="ffffff"/>
                </a:solidFill>
              </a:uFill>
              <a:latin typeface="Arial"/>
            </a:endParaRPr>
          </a:p>
          <a:p>
            <a:r>
              <a:rPr b="0" lang="fr-FR" sz="2000" spc="-1" strike="noStrike">
                <a:solidFill>
                  <a:srgbClr val="000000"/>
                </a:solidFill>
                <a:uFill>
                  <a:solidFill>
                    <a:srgbClr val="ffffff"/>
                  </a:solidFill>
                </a:uFill>
                <a:latin typeface="Arial"/>
              </a:rPr>
              <a:t> </a:t>
            </a:r>
            <a:endParaRPr b="0" lang="fr-FR" sz="2000" spc="-1" strike="noStrike">
              <a:solidFill>
                <a:srgbClr val="000000"/>
              </a:solidFill>
              <a:uFill>
                <a:solidFill>
                  <a:srgbClr val="ffffff"/>
                </a:solidFill>
              </a:uFill>
              <a:latin typeface="Arial"/>
            </a:endParaRPr>
          </a:p>
          <a:p>
            <a:endParaRPr b="0" lang="fr-FR" sz="2000" spc="-1" strike="noStrike">
              <a:solidFill>
                <a:srgbClr val="000000"/>
              </a:solidFill>
              <a:uFill>
                <a:solidFill>
                  <a:srgbClr val="ffffff"/>
                </a:solidFill>
              </a:uFill>
              <a:latin typeface="Arial"/>
            </a:endParaRPr>
          </a:p>
          <a:p>
            <a:endParaRPr b="0" lang="fr-FR" sz="2000" spc="-1" strike="noStrike">
              <a:solidFill>
                <a:srgbClr val="000000"/>
              </a:solidFill>
              <a:uFill>
                <a:solidFill>
                  <a:srgbClr val="ffffff"/>
                </a:solidFill>
              </a:uFill>
              <a:latin typeface="Arial"/>
            </a:endParaRPr>
          </a:p>
          <a:p>
            <a:r>
              <a:rPr b="0" lang="fr-FR" sz="2000" spc="-1" strike="noStrike">
                <a:solidFill>
                  <a:srgbClr val="000000"/>
                </a:solidFill>
                <a:uFill>
                  <a:solidFill>
                    <a:srgbClr val="ffffff"/>
                  </a:solidFill>
                </a:uFill>
                <a:latin typeface="Arial"/>
              </a:rPr>
              <a:t> </a:t>
            </a:r>
            <a:endParaRPr b="0" lang="fr-FR" sz="2000" spc="-1" strike="noStrike">
              <a:solidFill>
                <a:srgbClr val="000000"/>
              </a:solidFill>
              <a:uFill>
                <a:solidFill>
                  <a:srgbClr val="ffffff"/>
                </a:solidFill>
              </a:uFill>
              <a:latin typeface="Arial"/>
            </a:endParaRPr>
          </a:p>
          <a:p>
            <a:endParaRPr b="0" lang="fr-FR" sz="2000" spc="-1" strike="noStrike">
              <a:solidFill>
                <a:srgbClr val="000000"/>
              </a:solidFill>
              <a:uFill>
                <a:solidFill>
                  <a:srgbClr val="ffffff"/>
                </a:solidFill>
              </a:uFill>
              <a:latin typeface="Arial"/>
            </a:endParaRPr>
          </a:p>
          <a:p>
            <a:endParaRPr b="0" lang="fr-FR" sz="2000" spc="-1" strike="noStrike">
              <a:solidFill>
                <a:srgbClr val="000000"/>
              </a:solidFill>
              <a:uFill>
                <a:solidFill>
                  <a:srgbClr val="ffffff"/>
                </a:solidFill>
              </a:uFill>
              <a:latin typeface="Arial"/>
            </a:endParaRPr>
          </a:p>
          <a:p>
            <a:r>
              <a:rPr b="0" lang="fr-FR" sz="2000" spc="-1" strike="noStrike">
                <a:solidFill>
                  <a:srgbClr val="000000"/>
                </a:solidFill>
                <a:uFill>
                  <a:solidFill>
                    <a:srgbClr val="ffffff"/>
                  </a:solidFill>
                </a:uFill>
                <a:latin typeface="Arial"/>
              </a:rPr>
              <a:t>Les revenus incompressibles et souhaités</a:t>
            </a:r>
            <a:endParaRPr b="0" lang="fr-FR" sz="2000" spc="-1" strike="noStrike">
              <a:solidFill>
                <a:srgbClr val="000000"/>
              </a:solidFill>
              <a:uFill>
                <a:solidFill>
                  <a:srgbClr val="ffffff"/>
                </a:solidFill>
              </a:uFill>
              <a:latin typeface="Arial"/>
            </a:endParaRPr>
          </a:p>
          <a:p>
            <a:endParaRPr b="0" lang="fr-FR" sz="2000" spc="-1" strike="noStrike">
              <a:solidFill>
                <a:srgbClr val="000000"/>
              </a:solidFill>
              <a:uFill>
                <a:solidFill>
                  <a:srgbClr val="ffffff"/>
                </a:solidFill>
              </a:uFill>
              <a:latin typeface="Arial"/>
            </a:endParaRPr>
          </a:p>
          <a:p>
            <a:r>
              <a:rPr b="0" lang="fr-FR" sz="2000" spc="-1" strike="noStrike">
                <a:solidFill>
                  <a:srgbClr val="000000"/>
                </a:solidFill>
                <a:uFill>
                  <a:solidFill>
                    <a:srgbClr val="ffffff"/>
                  </a:solidFill>
                </a:uFill>
                <a:latin typeface="Arial"/>
              </a:rPr>
              <a:t>  </a:t>
            </a:r>
            <a:endParaRPr b="0" lang="fr-FR" sz="2000" spc="-1" strike="noStrike">
              <a:solidFill>
                <a:srgbClr val="000000"/>
              </a:solidFill>
              <a:uFill>
                <a:solidFill>
                  <a:srgbClr val="ffffff"/>
                </a:solidFill>
              </a:uFill>
              <a:latin typeface="Arial"/>
            </a:endParaRPr>
          </a:p>
          <a:p>
            <a:endParaRPr b="0" lang="fr-FR" sz="2000" spc="-1" strike="noStrike">
              <a:solidFill>
                <a:srgbClr val="000000"/>
              </a:solidFill>
              <a:uFill>
                <a:solidFill>
                  <a:srgbClr val="ffffff"/>
                </a:solidFill>
              </a:uFill>
              <a:latin typeface="Arial"/>
            </a:endParaRPr>
          </a:p>
          <a:p>
            <a:endParaRPr b="0" lang="fr-FR" sz="2000" spc="-1" strike="noStrike">
              <a:solidFill>
                <a:srgbClr val="000000"/>
              </a:solidFill>
              <a:uFill>
                <a:solidFill>
                  <a:srgbClr val="ffffff"/>
                </a:solidFill>
              </a:uFill>
              <a:latin typeface="Arial"/>
            </a:endParaRPr>
          </a:p>
          <a:p>
            <a:endParaRPr b="0" lang="fr-FR" sz="2000" spc="-1" strike="noStrike">
              <a:solidFill>
                <a:srgbClr val="000000"/>
              </a:solidFill>
              <a:uFill>
                <a:solidFill>
                  <a:srgbClr val="ffffff"/>
                </a:solidFill>
              </a:uFill>
              <a:latin typeface="Arial"/>
            </a:endParaRPr>
          </a:p>
          <a:p>
            <a:endParaRPr b="0" lang="fr-FR" sz="2000" spc="-1" strike="noStrike">
              <a:solidFill>
                <a:srgbClr val="000000"/>
              </a:solidFill>
              <a:uFill>
                <a:solidFill>
                  <a:srgbClr val="ffffff"/>
                </a:solidFill>
              </a:uFill>
              <a:latin typeface="Arial"/>
            </a:endParaRPr>
          </a:p>
          <a:p>
            <a:endParaRPr b="0" lang="fr-FR" sz="2000" spc="-1" strike="noStrike">
              <a:solidFill>
                <a:srgbClr val="000000"/>
              </a:solidFill>
              <a:uFill>
                <a:solidFill>
                  <a:srgbClr val="ffffff"/>
                </a:solidFill>
              </a:uFill>
              <a:latin typeface="Arial"/>
            </a:endParaRPr>
          </a:p>
          <a:p>
            <a:r>
              <a:rPr b="0" lang="fr-FR" sz="2000" spc="-1" strike="noStrike">
                <a:solidFill>
                  <a:srgbClr val="000000"/>
                </a:solidFill>
                <a:uFill>
                  <a:solidFill>
                    <a:srgbClr val="ffffff"/>
                  </a:solidFill>
                </a:uFill>
                <a:latin typeface="Arial"/>
              </a:rPr>
              <a:t>  </a:t>
            </a:r>
            <a:endParaRPr b="0" lang="fr-FR" sz="2000" spc="-1" strike="noStrike">
              <a:solidFill>
                <a:srgbClr val="000000"/>
              </a:solidFill>
              <a:uFill>
                <a:solidFill>
                  <a:srgbClr val="ffffff"/>
                </a:solidFill>
              </a:uFill>
              <a:latin typeface="Arial"/>
            </a:endParaRPr>
          </a:p>
          <a:p>
            <a:endParaRPr b="0" lang="fr-FR" sz="2000" spc="-1" strike="noStrike">
              <a:solidFill>
                <a:srgbClr val="000000"/>
              </a:solidFill>
              <a:uFill>
                <a:solidFill>
                  <a:srgbClr val="ffffff"/>
                </a:solidFill>
              </a:uFill>
              <a:latin typeface="Arial"/>
            </a:endParaRPr>
          </a:p>
          <a:p>
            <a:endParaRPr b="0" lang="fr-FR" sz="2000" spc="-1" strike="noStrike">
              <a:solidFill>
                <a:srgbClr val="000000"/>
              </a:solidFill>
              <a:uFill>
                <a:solidFill>
                  <a:srgbClr val="ffffff"/>
                </a:solidFill>
              </a:uFill>
              <a:latin typeface="Arial"/>
            </a:endParaRPr>
          </a:p>
          <a:p>
            <a:endParaRPr b="0" lang="fr-FR" sz="2000" spc="-1" strike="noStrike">
              <a:solidFill>
                <a:srgbClr val="000000"/>
              </a:solidFill>
              <a:uFill>
                <a:solidFill>
                  <a:srgbClr val="ffffff"/>
                </a:solidFill>
              </a:uFill>
              <a:latin typeface="Arial"/>
            </a:endParaRPr>
          </a:p>
          <a:p>
            <a:endParaRPr b="0" lang="fr-FR" sz="2000" spc="-1" strike="noStrike">
              <a:solidFill>
                <a:srgbClr val="000000"/>
              </a:solidFill>
              <a:uFill>
                <a:solidFill>
                  <a:srgbClr val="ffffff"/>
                </a:solidFill>
              </a:uFill>
              <a:latin typeface="Arial"/>
            </a:endParaRPr>
          </a:p>
          <a:p>
            <a:r>
              <a:rPr b="0" lang="fr-FR" sz="2000" spc="-1" strike="noStrike">
                <a:solidFill>
                  <a:srgbClr val="000000"/>
                </a:solidFill>
                <a:uFill>
                  <a:solidFill>
                    <a:srgbClr val="ffffff"/>
                  </a:solidFill>
                </a:uFill>
                <a:latin typeface="Arial"/>
              </a:rPr>
              <a:t>Votre future entreprise pourra-t-elle générer, en temps voulu, le revenu minimal vital nécessaire, compte tenu de vos charges financières actuelles : crédits personnels, pension alimentaire, etc. ?</a:t>
            </a:r>
            <a:endParaRPr b="0" lang="fr-FR" sz="2000" spc="-1" strike="noStrike">
              <a:solidFill>
                <a:srgbClr val="000000"/>
              </a:solidFill>
              <a:uFill>
                <a:solidFill>
                  <a:srgbClr val="ffffff"/>
                </a:solidFill>
              </a:uFill>
              <a:latin typeface="Arial"/>
            </a:endParaRPr>
          </a:p>
          <a:p>
            <a:r>
              <a:rPr b="0" lang="fr-FR" sz="2000" spc="-1" strike="noStrike">
                <a:solidFill>
                  <a:srgbClr val="000000"/>
                </a:solidFill>
                <a:uFill>
                  <a:solidFill>
                    <a:srgbClr val="ffffff"/>
                  </a:solidFill>
                </a:uFill>
                <a:latin typeface="Arial"/>
              </a:rPr>
              <a:t> </a:t>
            </a:r>
            <a:r>
              <a:rPr b="0" lang="fr-FR" sz="2000" spc="-1" strike="noStrike">
                <a:solidFill>
                  <a:srgbClr val="000000"/>
                </a:solidFill>
                <a:uFill>
                  <a:solidFill>
                    <a:srgbClr val="ffffff"/>
                  </a:solidFill>
                </a:uFill>
                <a:latin typeface="Arial"/>
              </a:rPr>
              <a:t>Les revenus souhaités sont-ils réalistes par rapport aux potentialités de l'affaire ?</a:t>
            </a:r>
            <a:endParaRPr b="0" lang="fr-FR" sz="2000" spc="-1" strike="noStrike">
              <a:solidFill>
                <a:srgbClr val="000000"/>
              </a:solidFill>
              <a:uFill>
                <a:solidFill>
                  <a:srgbClr val="ffffff"/>
                </a:solidFill>
              </a:uFill>
              <a:latin typeface="Arial"/>
            </a:endParaRPr>
          </a:p>
          <a:p>
            <a:endParaRPr b="0" lang="fr-FR" sz="2000" spc="-1" strike="noStrike">
              <a:solidFill>
                <a:srgbClr val="000000"/>
              </a:solidFill>
              <a:uFill>
                <a:solidFill>
                  <a:srgbClr val="ffffff"/>
                </a:solidFill>
              </a:uFill>
              <a:latin typeface="Arial"/>
            </a:endParaRPr>
          </a:p>
          <a:p>
            <a:endParaRPr b="0" lang="fr-FR" sz="2000" spc="-1" strike="noStrike">
              <a:solidFill>
                <a:srgbClr val="000000"/>
              </a:solidFill>
              <a:uFill>
                <a:solidFill>
                  <a:srgbClr val="ffffff"/>
                </a:solidFill>
              </a:uFill>
              <a:latin typeface="Arial"/>
            </a:endParaRPr>
          </a:p>
          <a:p>
            <a:r>
              <a:rPr b="0" lang="fr-FR" sz="2000" spc="-1" strike="noStrike">
                <a:solidFill>
                  <a:srgbClr val="000000"/>
                </a:solidFill>
                <a:uFill>
                  <a:solidFill>
                    <a:srgbClr val="ffffff"/>
                  </a:solidFill>
                </a:uFill>
                <a:latin typeface="Arial"/>
              </a:rPr>
              <a:t>  </a:t>
            </a:r>
            <a:endParaRPr b="0" lang="fr-FR" sz="2000" spc="-1" strike="noStrike">
              <a:solidFill>
                <a:srgbClr val="000000"/>
              </a:solidFill>
              <a:uFill>
                <a:solidFill>
                  <a:srgbClr val="ffffff"/>
                </a:solidFill>
              </a:uFill>
              <a:latin typeface="Arial"/>
            </a:endParaRPr>
          </a:p>
          <a:p>
            <a:endParaRPr b="0" lang="fr-FR" sz="2000" spc="-1" strike="noStrike">
              <a:solidFill>
                <a:srgbClr val="000000"/>
              </a:solidFill>
              <a:uFill>
                <a:solidFill>
                  <a:srgbClr val="ffffff"/>
                </a:solidFill>
              </a:uFill>
              <a:latin typeface="Arial"/>
            </a:endParaRPr>
          </a:p>
          <a:p>
            <a:endParaRPr b="0" lang="fr-FR" sz="2000" spc="-1" strike="noStrike">
              <a:solidFill>
                <a:srgbClr val="000000"/>
              </a:solidFill>
              <a:uFill>
                <a:solidFill>
                  <a:srgbClr val="ffffff"/>
                </a:solidFill>
              </a:uFill>
              <a:latin typeface="Arial"/>
            </a:endParaRPr>
          </a:p>
          <a:p>
            <a:endParaRPr b="0" lang="fr-FR" sz="2000" spc="-1" strike="noStrike">
              <a:solidFill>
                <a:srgbClr val="000000"/>
              </a:solidFill>
              <a:uFill>
                <a:solidFill>
                  <a:srgbClr val="ffffff"/>
                </a:solidFill>
              </a:uFill>
              <a:latin typeface="Arial"/>
            </a:endParaRPr>
          </a:p>
          <a:p>
            <a:endParaRPr b="0" lang="fr-FR" sz="2000" spc="-1" strike="noStrike">
              <a:solidFill>
                <a:srgbClr val="000000"/>
              </a:solidFill>
              <a:uFill>
                <a:solidFill>
                  <a:srgbClr val="ffffff"/>
                </a:solidFill>
              </a:uFill>
              <a:latin typeface="Arial"/>
            </a:endParaRPr>
          </a:p>
          <a:p>
            <a:endParaRPr b="0" lang="fr-FR" sz="2000" spc="-1" strike="noStrike">
              <a:solidFill>
                <a:srgbClr val="000000"/>
              </a:solidFill>
              <a:uFill>
                <a:solidFill>
                  <a:srgbClr val="ffffff"/>
                </a:solidFill>
              </a:uFill>
              <a:latin typeface="Arial"/>
            </a:endParaRPr>
          </a:p>
          <a:p>
            <a:r>
              <a:rPr b="0" lang="fr-FR" sz="2000" spc="-1" strike="noStrike">
                <a:solidFill>
                  <a:srgbClr val="000000"/>
                </a:solidFill>
                <a:uFill>
                  <a:solidFill>
                    <a:srgbClr val="ffffff"/>
                  </a:solidFill>
                </a:uFill>
                <a:latin typeface="Arial"/>
              </a:rPr>
              <a:t> </a:t>
            </a:r>
            <a:endParaRPr b="0" lang="fr-FR" sz="2000" spc="-1" strike="noStrike">
              <a:solidFill>
                <a:srgbClr val="000000"/>
              </a:solidFill>
              <a:uFill>
                <a:solidFill>
                  <a:srgbClr val="ffffff"/>
                </a:solidFill>
              </a:uFill>
              <a:latin typeface="Arial"/>
            </a:endParaRPr>
          </a:p>
          <a:p>
            <a:endParaRPr b="0" lang="fr-FR" sz="2000" spc="-1" strike="noStrike">
              <a:solidFill>
                <a:srgbClr val="000000"/>
              </a:solidFill>
              <a:uFill>
                <a:solidFill>
                  <a:srgbClr val="ffffff"/>
                </a:solidFill>
              </a:uFill>
              <a:latin typeface="Arial"/>
            </a:endParaRPr>
          </a:p>
          <a:p>
            <a:endParaRPr b="0" lang="fr-FR" sz="2000" spc="-1" strike="noStrike">
              <a:solidFill>
                <a:srgbClr val="000000"/>
              </a:solidFill>
              <a:uFill>
                <a:solidFill>
                  <a:srgbClr val="ffffff"/>
                </a:solidFill>
              </a:uFill>
              <a:latin typeface="Arial"/>
            </a:endParaRPr>
          </a:p>
          <a:p>
            <a:r>
              <a:rPr b="0" lang="fr-FR" sz="2000" spc="-1" strike="noStrike">
                <a:solidFill>
                  <a:srgbClr val="000000"/>
                </a:solidFill>
                <a:uFill>
                  <a:solidFill>
                    <a:srgbClr val="ffffff"/>
                  </a:solidFill>
                </a:uFill>
                <a:latin typeface="Arial"/>
              </a:rPr>
              <a:t>Les charges familiales</a:t>
            </a:r>
            <a:endParaRPr b="0" lang="fr-FR" sz="2000" spc="-1" strike="noStrike">
              <a:solidFill>
                <a:srgbClr val="000000"/>
              </a:solidFill>
              <a:uFill>
                <a:solidFill>
                  <a:srgbClr val="ffffff"/>
                </a:solidFill>
              </a:uFill>
              <a:latin typeface="Arial"/>
            </a:endParaRPr>
          </a:p>
          <a:p>
            <a:endParaRPr b="0" lang="fr-FR" sz="2000" spc="-1" strike="noStrike">
              <a:solidFill>
                <a:srgbClr val="000000"/>
              </a:solidFill>
              <a:uFill>
                <a:solidFill>
                  <a:srgbClr val="ffffff"/>
                </a:solidFill>
              </a:uFill>
              <a:latin typeface="Arial"/>
            </a:endParaRPr>
          </a:p>
          <a:p>
            <a:endParaRPr b="0" lang="fr-FR" sz="2000" spc="-1" strike="noStrike">
              <a:solidFill>
                <a:srgbClr val="000000"/>
              </a:solidFill>
              <a:uFill>
                <a:solidFill>
                  <a:srgbClr val="ffffff"/>
                </a:solidFill>
              </a:uFill>
              <a:latin typeface="Arial"/>
            </a:endParaRPr>
          </a:p>
          <a:p>
            <a:endParaRPr b="0" lang="fr-FR" sz="2000" spc="-1" strike="noStrike">
              <a:solidFill>
                <a:srgbClr val="000000"/>
              </a:solidFill>
              <a:uFill>
                <a:solidFill>
                  <a:srgbClr val="ffffff"/>
                </a:solidFill>
              </a:uFill>
              <a:latin typeface="Arial"/>
            </a:endParaRPr>
          </a:p>
          <a:p>
            <a:r>
              <a:rPr b="0" lang="fr-FR" sz="2000" spc="-1" strike="noStrike">
                <a:solidFill>
                  <a:srgbClr val="000000"/>
                </a:solidFill>
                <a:uFill>
                  <a:solidFill>
                    <a:srgbClr val="ffffff"/>
                  </a:solidFill>
                </a:uFill>
                <a:latin typeface="Arial"/>
              </a:rPr>
              <a:t>Nombre d'enfants, leur âge, leur niveau de scolarité... La pression psychologique et financière de l'entourage familial proche ne doit pas être négligée. Ils seront autant impliqués que vous dans l’aventure même si c’est de manière indirecte.</a:t>
            </a:r>
            <a:endParaRPr b="0" lang="fr-FR" sz="2000" spc="-1" strike="noStrike">
              <a:solidFill>
                <a:srgbClr val="000000"/>
              </a:solidFill>
              <a:uFill>
                <a:solidFill>
                  <a:srgbClr val="ffffff"/>
                </a:solidFill>
              </a:uFill>
              <a:latin typeface="Arial"/>
            </a:endParaRPr>
          </a:p>
          <a:p>
            <a:endParaRPr b="0" lang="fr-FR" sz="2000" spc="-1" strike="noStrike">
              <a:solidFill>
                <a:srgbClr val="000000"/>
              </a:solidFill>
              <a:uFill>
                <a:solidFill>
                  <a:srgbClr val="ffffff"/>
                </a:solidFill>
              </a:uFill>
              <a:latin typeface="Arial"/>
            </a:endParaRPr>
          </a:p>
          <a:p>
            <a:r>
              <a:rPr b="0" lang="fr-FR" sz="2000" spc="-1" strike="noStrike">
                <a:solidFill>
                  <a:srgbClr val="000000"/>
                </a:solidFill>
                <a:uFill>
                  <a:solidFill>
                    <a:srgbClr val="ffffff"/>
                  </a:solidFill>
                </a:uFill>
                <a:latin typeface="Arial"/>
              </a:rPr>
              <a:t> </a:t>
            </a:r>
            <a:r>
              <a:rPr b="0" lang="fr-FR" sz="2000" spc="-1" strike="noStrike">
                <a:solidFill>
                  <a:srgbClr val="000000"/>
                </a:solidFill>
                <a:uFill>
                  <a:solidFill>
                    <a:srgbClr val="ffffff"/>
                  </a:solidFill>
                </a:uFill>
                <a:latin typeface="Arial"/>
              </a:rPr>
              <a:t>Par ailleurs, l'apport par le conjoint d'un salaire régulier suffisant est rassurant et peut s’avérer déterminant en attendant la montée en puissance de l'entreprise.</a:t>
            </a:r>
            <a:endParaRPr b="0" lang="fr-FR" sz="2000" spc="-1" strike="noStrike">
              <a:solidFill>
                <a:srgbClr val="000000"/>
              </a:solidFill>
              <a:uFill>
                <a:solidFill>
                  <a:srgbClr val="ffffff"/>
                </a:solidFill>
              </a:uFill>
              <a:latin typeface="Arial"/>
            </a:endParaRPr>
          </a:p>
          <a:p>
            <a:endParaRPr b="0" lang="fr-FR" sz="2000" spc="-1" strike="noStrike">
              <a:solidFill>
                <a:srgbClr val="000000"/>
              </a:solidFill>
              <a:uFill>
                <a:solidFill>
                  <a:srgbClr val="ffffff"/>
                </a:solidFill>
              </a:uFill>
              <a:latin typeface="Arial"/>
            </a:endParaRPr>
          </a:p>
          <a:p>
            <a:endParaRPr b="0" lang="fr-FR" sz="2000" spc="-1" strike="noStrike">
              <a:solidFill>
                <a:srgbClr val="000000"/>
              </a:solidFill>
              <a:uFill>
                <a:solidFill>
                  <a:srgbClr val="ffffff"/>
                </a:solidFill>
              </a:uFill>
              <a:latin typeface="Arial"/>
            </a:endParaRPr>
          </a:p>
          <a:p>
            <a:endParaRPr b="0" lang="fr-FR" sz="2000" spc="-1" strike="noStrike">
              <a:solidFill>
                <a:srgbClr val="000000"/>
              </a:solidFill>
              <a:uFill>
                <a:solidFill>
                  <a:srgbClr val="ffffff"/>
                </a:solidFill>
              </a:uFill>
              <a:latin typeface="Arial"/>
            </a:endParaRPr>
          </a:p>
          <a:p>
            <a:endParaRPr b="0" lang="fr-FR" sz="2000" spc="-1" strike="noStrike">
              <a:solidFill>
                <a:srgbClr val="000000"/>
              </a:solidFill>
              <a:uFill>
                <a:solidFill>
                  <a:srgbClr val="ffffff"/>
                </a:solidFill>
              </a:uFill>
              <a:latin typeface="Arial"/>
            </a:endParaRPr>
          </a:p>
          <a:p>
            <a:endParaRPr b="0" lang="fr-FR" sz="2000" spc="-1" strike="noStrike">
              <a:solidFill>
                <a:srgbClr val="000000"/>
              </a:solidFill>
              <a:uFill>
                <a:solidFill>
                  <a:srgbClr val="ffffff"/>
                </a:solidFill>
              </a:uFill>
              <a:latin typeface="Arial"/>
            </a:endParaRPr>
          </a:p>
          <a:p>
            <a:r>
              <a:rPr b="0" lang="fr-FR" sz="2000" spc="-1" strike="noStrike">
                <a:solidFill>
                  <a:srgbClr val="000000"/>
                </a:solidFill>
                <a:uFill>
                  <a:solidFill>
                    <a:srgbClr val="ffffff"/>
                  </a:solidFill>
                </a:uFill>
                <a:latin typeface="Arial"/>
              </a:rPr>
              <a:t> </a:t>
            </a:r>
            <a:endParaRPr b="0" lang="fr-FR" sz="2000" spc="-1" strike="noStrike">
              <a:solidFill>
                <a:srgbClr val="000000"/>
              </a:solidFill>
              <a:uFill>
                <a:solidFill>
                  <a:srgbClr val="ffffff"/>
                </a:solidFill>
              </a:uFill>
              <a:latin typeface="Arial"/>
            </a:endParaRPr>
          </a:p>
          <a:p>
            <a:endParaRPr b="0" lang="fr-FR" sz="2000" spc="-1" strike="noStrike">
              <a:solidFill>
                <a:srgbClr val="000000"/>
              </a:solidFill>
              <a:uFill>
                <a:solidFill>
                  <a:srgbClr val="ffffff"/>
                </a:solidFill>
              </a:uFill>
              <a:latin typeface="Arial"/>
            </a:endParaRPr>
          </a:p>
          <a:p>
            <a:endParaRPr b="0" lang="fr-FR" sz="2000" spc="-1" strike="noStrike">
              <a:solidFill>
                <a:srgbClr val="000000"/>
              </a:solidFill>
              <a:uFill>
                <a:solidFill>
                  <a:srgbClr val="ffffff"/>
                </a:solidFill>
              </a:uFill>
              <a:latin typeface="Arial"/>
            </a:endParaRPr>
          </a:p>
          <a:p>
            <a:endParaRPr b="0" lang="fr-FR" sz="2000" spc="-1" strike="noStrike">
              <a:solidFill>
                <a:srgbClr val="000000"/>
              </a:solidFill>
              <a:uFill>
                <a:solidFill>
                  <a:srgbClr val="ffffff"/>
                </a:solidFill>
              </a:uFill>
              <a:latin typeface="Arial"/>
            </a:endParaRPr>
          </a:p>
          <a:p>
            <a:endParaRPr b="0" lang="fr-FR" sz="2000" spc="-1" strike="noStrike">
              <a:solidFill>
                <a:srgbClr val="000000"/>
              </a:solidFill>
              <a:uFill>
                <a:solidFill>
                  <a:srgbClr val="ffffff"/>
                </a:solidFill>
              </a:uFill>
              <a:latin typeface="Arial"/>
            </a:endParaRPr>
          </a:p>
          <a:p>
            <a:endParaRPr b="0" lang="fr-FR" sz="2000" spc="-1" strike="noStrike">
              <a:solidFill>
                <a:srgbClr val="000000"/>
              </a:solidFill>
              <a:uFill>
                <a:solidFill>
                  <a:srgbClr val="ffffff"/>
                </a:solidFill>
              </a:uFill>
              <a:latin typeface="Arial"/>
            </a:endParaRPr>
          </a:p>
          <a:p>
            <a:r>
              <a:rPr b="0" lang="fr-FR" sz="2000" spc="-1" strike="noStrike">
                <a:solidFill>
                  <a:srgbClr val="000000"/>
                </a:solidFill>
                <a:uFill>
                  <a:solidFill>
                    <a:srgbClr val="ffffff"/>
                  </a:solidFill>
                </a:uFill>
                <a:latin typeface="Arial"/>
              </a:rPr>
              <a:t>  </a:t>
            </a:r>
            <a:endParaRPr b="0" lang="fr-FR" sz="2000" spc="-1" strike="noStrike">
              <a:solidFill>
                <a:srgbClr val="000000"/>
              </a:solidFill>
              <a:uFill>
                <a:solidFill>
                  <a:srgbClr val="ffffff"/>
                </a:solidFill>
              </a:uFill>
              <a:latin typeface="Arial"/>
            </a:endParaRPr>
          </a:p>
          <a:p>
            <a:endParaRPr b="0" lang="fr-FR" sz="2000" spc="-1" strike="noStrike">
              <a:solidFill>
                <a:srgbClr val="000000"/>
              </a:solidFill>
              <a:uFill>
                <a:solidFill>
                  <a:srgbClr val="ffffff"/>
                </a:solidFill>
              </a:uFill>
              <a:latin typeface="Arial"/>
            </a:endParaRPr>
          </a:p>
          <a:p>
            <a:endParaRPr b="0" lang="fr-FR" sz="2000" spc="-1" strike="noStrike">
              <a:solidFill>
                <a:srgbClr val="000000"/>
              </a:solidFill>
              <a:uFill>
                <a:solidFill>
                  <a:srgbClr val="ffffff"/>
                </a:solidFill>
              </a:uFill>
              <a:latin typeface="Arial"/>
            </a:endParaRPr>
          </a:p>
          <a:p>
            <a:endParaRPr b="0" lang="fr-FR" sz="2000" spc="-1" strike="noStrike">
              <a:solidFill>
                <a:srgbClr val="000000"/>
              </a:solidFill>
              <a:uFill>
                <a:solidFill>
                  <a:srgbClr val="ffffff"/>
                </a:solidFill>
              </a:uFill>
              <a:latin typeface="Arial"/>
            </a:endParaRPr>
          </a:p>
          <a:p>
            <a:endParaRPr b="0" lang="fr-FR" sz="2000" spc="-1" strike="noStrike">
              <a:solidFill>
                <a:srgbClr val="000000"/>
              </a:solidFill>
              <a:uFill>
                <a:solidFill>
                  <a:srgbClr val="ffffff"/>
                </a:solidFill>
              </a:uFill>
              <a:latin typeface="Arial"/>
            </a:endParaRPr>
          </a:p>
          <a:p>
            <a:r>
              <a:rPr b="0" lang="fr-FR" sz="2000" spc="-1" strike="noStrike">
                <a:solidFill>
                  <a:srgbClr val="000000"/>
                </a:solidFill>
                <a:uFill>
                  <a:solidFill>
                    <a:srgbClr val="ffffff"/>
                  </a:solidFill>
                </a:uFill>
                <a:latin typeface="Arial"/>
              </a:rPr>
              <a:t>Les contraintes de temps</a:t>
            </a:r>
            <a:endParaRPr b="0" lang="fr-FR" sz="2000" spc="-1" strike="noStrike">
              <a:solidFill>
                <a:srgbClr val="000000"/>
              </a:solidFill>
              <a:uFill>
                <a:solidFill>
                  <a:srgbClr val="ffffff"/>
                </a:solidFill>
              </a:uFill>
              <a:latin typeface="Arial"/>
            </a:endParaRPr>
          </a:p>
          <a:p>
            <a:r>
              <a:rPr b="0" lang="fr-FR" sz="2000" spc="-1" strike="noStrike">
                <a:solidFill>
                  <a:srgbClr val="000000"/>
                </a:solidFill>
                <a:uFill>
                  <a:solidFill>
                    <a:srgbClr val="ffffff"/>
                  </a:solidFill>
                </a:uFill>
                <a:latin typeface="Arial"/>
              </a:rPr>
              <a:t> </a:t>
            </a:r>
            <a:r>
              <a:rPr b="0" lang="fr-FR" sz="2000" spc="-1" strike="noStrike">
                <a:solidFill>
                  <a:srgbClr val="000000"/>
                </a:solidFill>
                <a:uFill>
                  <a:solidFill>
                    <a:srgbClr val="ffffff"/>
                  </a:solidFill>
                </a:uFill>
                <a:latin typeface="Arial"/>
              </a:rPr>
              <a:t>Vous devrez en tenir compte dans certaines situations :périodes de licenciement, de chômage, de fin de droits,</a:t>
            </a:r>
            <a:endParaRPr b="0" lang="fr-FR" sz="2000" spc="-1" strike="noStrike">
              <a:solidFill>
                <a:srgbClr val="000000"/>
              </a:solidFill>
              <a:uFill>
                <a:solidFill>
                  <a:srgbClr val="ffffff"/>
                </a:solidFill>
              </a:uFill>
              <a:latin typeface="Arial"/>
            </a:endParaRPr>
          </a:p>
          <a:p>
            <a:endParaRPr b="0" lang="fr-FR" sz="2000" spc="-1" strike="noStrike">
              <a:solidFill>
                <a:srgbClr val="000000"/>
              </a:solidFill>
              <a:uFill>
                <a:solidFill>
                  <a:srgbClr val="ffffff"/>
                </a:solidFill>
              </a:uFill>
              <a:latin typeface="Arial"/>
            </a:endParaRPr>
          </a:p>
          <a:p>
            <a:r>
              <a:rPr b="0" lang="fr-FR" sz="2000" spc="-1" strike="noStrike">
                <a:solidFill>
                  <a:srgbClr val="000000"/>
                </a:solidFill>
                <a:uFill>
                  <a:solidFill>
                    <a:srgbClr val="ffffff"/>
                  </a:solidFill>
                </a:uFill>
                <a:latin typeface="Arial"/>
              </a:rPr>
              <a:t>temps nécessaire pour monter votre projet et trouver votre premier client,</a:t>
            </a:r>
            <a:endParaRPr b="0" lang="fr-FR" sz="2000" spc="-1" strike="noStrike">
              <a:solidFill>
                <a:srgbClr val="000000"/>
              </a:solidFill>
              <a:uFill>
                <a:solidFill>
                  <a:srgbClr val="ffffff"/>
                </a:solidFill>
              </a:uFill>
              <a:latin typeface="Arial"/>
            </a:endParaRPr>
          </a:p>
          <a:p>
            <a:endParaRPr b="0" lang="fr-FR" sz="2000" spc="-1" strike="noStrike">
              <a:solidFill>
                <a:srgbClr val="000000"/>
              </a:solidFill>
              <a:uFill>
                <a:solidFill>
                  <a:srgbClr val="ffffff"/>
                </a:solidFill>
              </a:uFill>
              <a:latin typeface="Arial"/>
            </a:endParaRPr>
          </a:p>
          <a:p>
            <a:r>
              <a:rPr b="0" lang="fr-FR" sz="2000" spc="-1" strike="noStrike">
                <a:solidFill>
                  <a:srgbClr val="000000"/>
                </a:solidFill>
                <a:uFill>
                  <a:solidFill>
                    <a:srgbClr val="ffffff"/>
                  </a:solidFill>
                </a:uFill>
                <a:latin typeface="Arial"/>
              </a:rPr>
              <a:t>disponibilité qui vous sera demandée pour finaliser votre projet. </a:t>
            </a:r>
            <a:endParaRPr b="0" lang="fr-FR" sz="2000" spc="-1" strike="noStrike">
              <a:solidFill>
                <a:srgbClr val="000000"/>
              </a:solidFill>
              <a:uFill>
                <a:solidFill>
                  <a:srgbClr val="ffffff"/>
                </a:solidFill>
              </a:uFill>
              <a:latin typeface="Arial"/>
            </a:endParaRPr>
          </a:p>
          <a:p>
            <a:endParaRPr b="0" lang="fr-FR" sz="2000" spc="-1" strike="noStrike">
              <a:solidFill>
                <a:srgbClr val="000000"/>
              </a:solidFill>
              <a:uFill>
                <a:solidFill>
                  <a:srgbClr val="ffffff"/>
                </a:solidFill>
              </a:uFill>
              <a:latin typeface="Arial"/>
            </a:endParaRPr>
          </a:p>
          <a:p>
            <a:r>
              <a:rPr b="0" lang="fr-FR" sz="2000" spc="-1" strike="noStrike">
                <a:solidFill>
                  <a:srgbClr val="000000"/>
                </a:solidFill>
                <a:uFill>
                  <a:solidFill>
                    <a:srgbClr val="ffffff"/>
                  </a:solidFill>
                </a:uFill>
                <a:latin typeface="Arial"/>
              </a:rPr>
              <a:t>Créer en catastrophe conduit justement à la catastrophe !</a:t>
            </a:r>
            <a:endParaRPr b="0" lang="fr-FR" sz="2000" spc="-1" strike="noStrike">
              <a:solidFill>
                <a:srgbClr val="000000"/>
              </a:solidFill>
              <a:uFill>
                <a:solidFill>
                  <a:srgbClr val="ffffff"/>
                </a:solidFill>
              </a:uFill>
              <a:latin typeface="Arial"/>
            </a:endParaRPr>
          </a:p>
          <a:p>
            <a:endParaRPr b="0" lang="fr-FR" sz="2000" spc="-1" strike="noStrike">
              <a:solidFill>
                <a:srgbClr val="000000"/>
              </a:solidFill>
              <a:uFill>
                <a:solidFill>
                  <a:srgbClr val="ffffff"/>
                </a:solidFill>
              </a:uFill>
              <a:latin typeface="Arial"/>
            </a:endParaRPr>
          </a:p>
          <a:p>
            <a:r>
              <a:rPr b="0" lang="fr-FR" sz="2000" spc="-1" strike="noStrike">
                <a:solidFill>
                  <a:srgbClr val="000000"/>
                </a:solidFill>
                <a:uFill>
                  <a:solidFill>
                    <a:srgbClr val="ffffff"/>
                  </a:solidFill>
                </a:uFill>
                <a:latin typeface="Arial"/>
              </a:rPr>
              <a:t>L’environnement familial</a:t>
            </a:r>
            <a:endParaRPr b="0" lang="fr-FR" sz="2000" spc="-1" strike="noStrike">
              <a:solidFill>
                <a:srgbClr val="000000"/>
              </a:solidFill>
              <a:uFill>
                <a:solidFill>
                  <a:srgbClr val="ffffff"/>
                </a:solidFill>
              </a:uFill>
              <a:latin typeface="Arial"/>
            </a:endParaRPr>
          </a:p>
          <a:p>
            <a:r>
              <a:rPr b="0" lang="fr-FR" sz="2000" spc="-1" strike="noStrike">
                <a:solidFill>
                  <a:srgbClr val="000000"/>
                </a:solidFill>
                <a:uFill>
                  <a:solidFill>
                    <a:srgbClr val="ffffff"/>
                  </a:solidFill>
                </a:uFill>
                <a:latin typeface="Arial"/>
              </a:rPr>
              <a:t> </a:t>
            </a:r>
            <a:r>
              <a:rPr b="0" lang="fr-FR" sz="2000" spc="-1" strike="noStrike">
                <a:solidFill>
                  <a:srgbClr val="000000"/>
                </a:solidFill>
                <a:uFill>
                  <a:solidFill>
                    <a:srgbClr val="ffffff"/>
                  </a:solidFill>
                </a:uFill>
                <a:latin typeface="Arial"/>
              </a:rPr>
              <a:t>L'enthousiasme suscité par votre projet est-il partagé par votre conjoint, vos parents, vos amis ?</a:t>
            </a:r>
            <a:endParaRPr b="0" lang="fr-FR" sz="2000" spc="-1" strike="noStrike">
              <a:solidFill>
                <a:srgbClr val="000000"/>
              </a:solidFill>
              <a:uFill>
                <a:solidFill>
                  <a:srgbClr val="ffffff"/>
                </a:solidFill>
              </a:uFill>
              <a:latin typeface="Arial"/>
            </a:endParaRPr>
          </a:p>
          <a:p>
            <a:r>
              <a:rPr b="0" lang="fr-FR" sz="2000" spc="-1" strike="noStrike">
                <a:solidFill>
                  <a:srgbClr val="000000"/>
                </a:solidFill>
                <a:uFill>
                  <a:solidFill>
                    <a:srgbClr val="ffffff"/>
                  </a:solidFill>
                </a:uFill>
                <a:latin typeface="Arial"/>
              </a:rPr>
              <a:t> </a:t>
            </a:r>
            <a:r>
              <a:rPr b="0" lang="fr-FR" sz="2000" spc="-1" strike="noStrike">
                <a:solidFill>
                  <a:srgbClr val="000000"/>
                </a:solidFill>
                <a:uFill>
                  <a:solidFill>
                    <a:srgbClr val="ffffff"/>
                  </a:solidFill>
                </a:uFill>
                <a:latin typeface="Arial"/>
              </a:rPr>
              <a:t>Souvent, plus le conjoint est motivé et participe au projet, plus les chances de succès sont importantes.</a:t>
            </a:r>
            <a:endParaRPr b="0" lang="fr-FR" sz="2000" spc="-1" strike="noStrike">
              <a:solidFill>
                <a:srgbClr val="000000"/>
              </a:solidFill>
              <a:uFill>
                <a:solidFill>
                  <a:srgbClr val="ffffff"/>
                </a:solidFill>
              </a:uFill>
              <a:latin typeface="Arial"/>
            </a:endParaRPr>
          </a:p>
          <a:p>
            <a:r>
              <a:rPr b="0" lang="fr-FR" sz="2000" spc="-1" strike="noStrike">
                <a:solidFill>
                  <a:srgbClr val="000000"/>
                </a:solidFill>
                <a:uFill>
                  <a:solidFill>
                    <a:srgbClr val="ffffff"/>
                  </a:solidFill>
                </a:uFill>
                <a:latin typeface="Arial"/>
              </a:rPr>
              <a:t>Le cadre de vie</a:t>
            </a:r>
            <a:endParaRPr b="0" lang="fr-FR" sz="2000" spc="-1" strike="noStrike">
              <a:solidFill>
                <a:srgbClr val="000000"/>
              </a:solidFill>
              <a:uFill>
                <a:solidFill>
                  <a:srgbClr val="ffffff"/>
                </a:solidFill>
              </a:uFill>
              <a:latin typeface="Arial"/>
            </a:endParaRPr>
          </a:p>
          <a:p>
            <a:r>
              <a:rPr b="0" lang="fr-FR" sz="2000" spc="-1" strike="noStrike">
                <a:solidFill>
                  <a:srgbClr val="000000"/>
                </a:solidFill>
                <a:uFill>
                  <a:solidFill>
                    <a:srgbClr val="ffffff"/>
                  </a:solidFill>
                </a:uFill>
                <a:latin typeface="Arial"/>
              </a:rPr>
              <a:t> </a:t>
            </a:r>
            <a:r>
              <a:rPr b="0" lang="fr-FR" sz="2000" spc="-1" strike="noStrike">
                <a:solidFill>
                  <a:srgbClr val="000000"/>
                </a:solidFill>
                <a:uFill>
                  <a:solidFill>
                    <a:srgbClr val="ffffff"/>
                  </a:solidFill>
                </a:uFill>
                <a:latin typeface="Arial"/>
              </a:rPr>
              <a:t>Ce point peut être également source de difficultés pour le créateur. Quels sont vos critères liés au mode d'habitation ? Quelles en seront les conséquences pour votre conjoint et vos enfants (en cas de déménagement par exemple) ?</a:t>
            </a:r>
            <a:endParaRPr b="0" lang="fr-FR" sz="2000" spc="-1" strike="noStrike">
              <a:solidFill>
                <a:srgbClr val="000000"/>
              </a:solidFill>
              <a:uFill>
                <a:solidFill>
                  <a:srgbClr val="ffffff"/>
                </a:solidFill>
              </a:uFill>
              <a:latin typeface="Arial"/>
            </a:endParaRPr>
          </a:p>
          <a:p>
            <a:r>
              <a:rPr b="0" lang="fr-FR" sz="2000" spc="-1" strike="noStrike">
                <a:solidFill>
                  <a:srgbClr val="000000"/>
                </a:solidFill>
                <a:uFill>
                  <a:solidFill>
                    <a:srgbClr val="ffffff"/>
                  </a:solidFill>
                </a:uFill>
                <a:latin typeface="Arial"/>
              </a:rPr>
              <a:t> </a:t>
            </a:r>
            <a:r>
              <a:rPr b="0" lang="fr-FR" sz="2000" spc="-1" strike="noStrike">
                <a:solidFill>
                  <a:srgbClr val="000000"/>
                </a:solidFill>
                <a:uFill>
                  <a:solidFill>
                    <a:srgbClr val="ffffff"/>
                  </a:solidFill>
                </a:uFill>
                <a:latin typeface="Arial"/>
              </a:rPr>
              <a:t>Ne pas sous-estimer le fait que de nouvelles conditions de vie peuvent peser sur votre environnement familial.</a:t>
            </a:r>
            <a:endParaRPr b="0" lang="fr-FR" sz="2000" spc="-1" strike="noStrike">
              <a:solidFill>
                <a:srgbClr val="000000"/>
              </a:solidFill>
              <a:uFill>
                <a:solidFill>
                  <a:srgbClr val="ffffff"/>
                </a:solidFill>
              </a:uFill>
              <a:latin typeface="Arial"/>
            </a:endParaRPr>
          </a:p>
          <a:p>
            <a:endParaRPr b="0" lang="fr-FR" sz="2000" spc="-1" strike="noStrike">
              <a:solidFill>
                <a:srgbClr val="000000"/>
              </a:solidFill>
              <a:uFill>
                <a:solidFill>
                  <a:srgbClr val="ffffff"/>
                </a:solidFill>
              </a:uFill>
              <a:latin typeface="Arial"/>
            </a:endParaRPr>
          </a:p>
          <a:p>
            <a:r>
              <a:rPr b="0" lang="fr-FR" sz="2000" spc="-1" strike="noStrike">
                <a:solidFill>
                  <a:srgbClr val="000000"/>
                </a:solidFill>
                <a:uFill>
                  <a:solidFill>
                    <a:srgbClr val="ffffff"/>
                  </a:solidFill>
                </a:uFill>
                <a:latin typeface="Arial"/>
              </a:rPr>
              <a:t>La santé</a:t>
            </a:r>
            <a:endParaRPr b="0" lang="fr-FR" sz="2000" spc="-1" strike="noStrike">
              <a:solidFill>
                <a:srgbClr val="000000"/>
              </a:solidFill>
              <a:uFill>
                <a:solidFill>
                  <a:srgbClr val="ffffff"/>
                </a:solidFill>
              </a:uFill>
              <a:latin typeface="Arial"/>
            </a:endParaRPr>
          </a:p>
          <a:p>
            <a:r>
              <a:rPr b="0" lang="fr-FR" sz="2000" spc="-1" strike="noStrike">
                <a:solidFill>
                  <a:srgbClr val="000000"/>
                </a:solidFill>
                <a:uFill>
                  <a:solidFill>
                    <a:srgbClr val="ffffff"/>
                  </a:solidFill>
                </a:uFill>
                <a:latin typeface="Arial"/>
              </a:rPr>
              <a:t> </a:t>
            </a:r>
            <a:r>
              <a:rPr b="0" lang="fr-FR" sz="2000" spc="-1" strike="noStrike">
                <a:solidFill>
                  <a:srgbClr val="000000"/>
                </a:solidFill>
                <a:uFill>
                  <a:solidFill>
                    <a:srgbClr val="ffffff"/>
                  </a:solidFill>
                </a:uFill>
                <a:latin typeface="Arial"/>
              </a:rPr>
              <a:t>Un projet d'entreprise nécessite de la réserve physique et une totale disponibilité personnelle. Certains projets sont plus éprouvants que d'autres en fonction du lieu d’implantation, des clients visés ou de la nature de la prestation proposée.</a:t>
            </a:r>
            <a:endParaRPr b="0" lang="fr-FR" sz="2000" spc="-1" strike="noStrike">
              <a:solidFill>
                <a:srgbClr val="000000"/>
              </a:solidFill>
              <a:uFill>
                <a:solidFill>
                  <a:srgbClr val="ffffff"/>
                </a:solidFill>
              </a:uFill>
              <a:latin typeface="Arial"/>
            </a:endParaRPr>
          </a:p>
          <a:p>
            <a:endParaRPr b="0" lang="fr-FR" sz="2000" spc="-1" strike="noStrike">
              <a:solidFill>
                <a:srgbClr val="000000"/>
              </a:solidFill>
              <a:uFill>
                <a:solidFill>
                  <a:srgbClr val="ffffff"/>
                </a:solidFill>
              </a:uFill>
              <a:latin typeface="Arial"/>
            </a:endParaRPr>
          </a:p>
          <a:p>
            <a:endParaRPr b="0" lang="fr-FR" sz="2000" spc="-1" strike="noStrike">
              <a:solidFill>
                <a:srgbClr val="000000"/>
              </a:solidFill>
              <a:uFill>
                <a:solidFill>
                  <a:srgbClr val="ffffff"/>
                </a:solidFill>
              </a:uFill>
              <a:latin typeface="Arial"/>
            </a:endParaRPr>
          </a:p>
          <a:p>
            <a:r>
              <a:rPr b="0" lang="fr-FR" sz="2000" spc="-1" strike="noStrike">
                <a:solidFill>
                  <a:srgbClr val="000000"/>
                </a:solidFill>
                <a:uFill>
                  <a:solidFill>
                    <a:srgbClr val="ffffff"/>
                  </a:solidFill>
                </a:uFill>
                <a:latin typeface="Arial"/>
              </a:rPr>
              <a:t>  </a:t>
            </a:r>
            <a:endParaRPr b="0" lang="fr-FR" sz="2000" spc="-1" strike="noStrike">
              <a:solidFill>
                <a:srgbClr val="000000"/>
              </a:solidFill>
              <a:uFill>
                <a:solidFill>
                  <a:srgbClr val="ffffff"/>
                </a:solidFill>
              </a:uFill>
              <a:latin typeface="Arial"/>
            </a:endParaRPr>
          </a:p>
          <a:p>
            <a:endParaRPr b="0" lang="fr-FR" sz="2000" spc="-1" strike="noStrike">
              <a:solidFill>
                <a:srgbClr val="000000"/>
              </a:solidFill>
              <a:uFill>
                <a:solidFill>
                  <a:srgbClr val="ffffff"/>
                </a:solidFill>
              </a:uFill>
              <a:latin typeface="Arial"/>
            </a:endParaRPr>
          </a:p>
          <a:p>
            <a:endParaRPr b="0" lang="fr-FR" sz="2000" spc="-1" strike="noStrike">
              <a:solidFill>
                <a:srgbClr val="000000"/>
              </a:solidFill>
              <a:uFill>
                <a:solidFill>
                  <a:srgbClr val="ffffff"/>
                </a:solidFill>
              </a:uFill>
              <a:latin typeface="Arial"/>
            </a:endParaRPr>
          </a:p>
          <a:p>
            <a:endParaRPr b="0" lang="fr-FR" sz="2000" spc="-1" strike="noStrike">
              <a:solidFill>
                <a:srgbClr val="000000"/>
              </a:solidFill>
              <a:uFill>
                <a:solidFill>
                  <a:srgbClr val="ffffff"/>
                </a:solidFill>
              </a:uFill>
              <a:latin typeface="Arial"/>
            </a:endParaRPr>
          </a:p>
        </p:txBody>
      </p:sp>
    </p:spTree>
  </p:cSld>
</p:notes>
</file>

<file path=ppt/notesSlides/notesSlide2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3" name="TextShape 1"/>
          <p:cNvSpPr txBox="1"/>
          <p:nvPr/>
        </p:nvSpPr>
        <p:spPr>
          <a:xfrm>
            <a:off x="3815280" y="9371160"/>
            <a:ext cx="2918520" cy="492840"/>
          </a:xfrm>
          <a:prstGeom prst="rect">
            <a:avLst/>
          </a:prstGeom>
          <a:noFill/>
          <a:ln>
            <a:noFill/>
          </a:ln>
        </p:spPr>
        <p:txBody>
          <a:bodyPr lIns="92160" rIns="92160" tIns="46080" bIns="46080" anchor="b"/>
          <a:p>
            <a:pPr algn="r">
              <a:lnSpc>
                <a:spcPct val="100000"/>
              </a:lnSpc>
            </a:pPr>
            <a:fld id="{5DE7FF9C-265A-4C6D-A700-FD000E1AA24B}" type="slidenum">
              <a:rPr b="0" lang="fr-FR" sz="1200" spc="-1" strike="noStrike">
                <a:solidFill>
                  <a:srgbClr val="000000"/>
                </a:solidFill>
                <a:uFill>
                  <a:solidFill>
                    <a:srgbClr val="ffffff"/>
                  </a:solidFill>
                </a:uFill>
                <a:latin typeface="Times New Roman"/>
                <a:ea typeface="+mn-ea"/>
              </a:rPr>
              <a:t>&lt;numéro&gt;</a:t>
            </a:fld>
            <a:endParaRPr b="0" lang="fr-FR" sz="1200" spc="-1" strike="noStrike">
              <a:solidFill>
                <a:srgbClr val="000000"/>
              </a:solidFill>
              <a:uFill>
                <a:solidFill>
                  <a:srgbClr val="ffffff"/>
                </a:solidFill>
              </a:uFill>
              <a:latin typeface="Times New Roman"/>
            </a:endParaRPr>
          </a:p>
        </p:txBody>
      </p:sp>
      <p:sp>
        <p:nvSpPr>
          <p:cNvPr id="544" name="CustomShape 2"/>
          <p:cNvSpPr/>
          <p:nvPr/>
        </p:nvSpPr>
        <p:spPr>
          <a:xfrm>
            <a:off x="882360" y="756360"/>
            <a:ext cx="4948200" cy="3707640"/>
          </a:xfrm>
          <a:prstGeom prst="rect">
            <a:avLst/>
          </a:prstGeom>
          <a:solidFill>
            <a:srgbClr val="ffffff"/>
          </a:solidFill>
          <a:ln w="9360">
            <a:solidFill>
              <a:srgbClr val="000000"/>
            </a:solidFill>
            <a:miter/>
          </a:ln>
        </p:spPr>
        <p:style>
          <a:lnRef idx="0"/>
          <a:fillRef idx="0"/>
          <a:effectRef idx="0"/>
          <a:fontRef idx="minor"/>
        </p:style>
      </p:sp>
      <p:sp>
        <p:nvSpPr>
          <p:cNvPr id="545" name="PlaceHolder 3"/>
          <p:cNvSpPr>
            <a:spLocks noGrp="1"/>
          </p:cNvSpPr>
          <p:nvPr>
            <p:ph type="body"/>
          </p:nvPr>
        </p:nvSpPr>
        <p:spPr>
          <a:xfrm>
            <a:off x="903240" y="4690440"/>
            <a:ext cx="4900320" cy="4529520"/>
          </a:xfrm>
          <a:prstGeom prst="rect">
            <a:avLst/>
          </a:prstGeom>
        </p:spPr>
        <p:txBody>
          <a:bodyPr lIns="90360" rIns="90360" tIns="45000" bIns="45000"/>
          <a:p>
            <a:pPr marL="216000" indent="-216000">
              <a:lnSpc>
                <a:spcPct val="100000"/>
              </a:lnSpc>
              <a:spcBef>
                <a:spcPts val="442"/>
              </a:spcBef>
            </a:pPr>
            <a:r>
              <a:rPr b="0" lang="fr-FR" sz="2000" spc="-1" strike="noStrike">
                <a:solidFill>
                  <a:srgbClr val="000000"/>
                </a:solidFill>
                <a:uFill>
                  <a:solidFill>
                    <a:srgbClr val="ffffff"/>
                  </a:solidFill>
                </a:uFill>
                <a:latin typeface="Arial"/>
              </a:rPr>
              <a:t>Agrandir en 16 voir 18</a:t>
            </a:r>
            <a:endParaRPr b="0" lang="fr-FR" sz="2000" spc="-1" strike="noStrike">
              <a:solidFill>
                <a:srgbClr val="000000"/>
              </a:solidFill>
              <a:uFill>
                <a:solidFill>
                  <a:srgbClr val="ffffff"/>
                </a:solidFill>
              </a:uFill>
              <a:latin typeface="Arial"/>
            </a:endParaRPr>
          </a:p>
          <a:p>
            <a:pPr marL="216000" indent="-216000">
              <a:lnSpc>
                <a:spcPct val="100000"/>
              </a:lnSpc>
              <a:spcBef>
                <a:spcPts val="442"/>
              </a:spcBef>
            </a:pPr>
            <a:r>
              <a:rPr b="0" lang="fr-FR" sz="2000" spc="-1" strike="noStrike">
                <a:solidFill>
                  <a:srgbClr val="000000"/>
                </a:solidFill>
                <a:uFill>
                  <a:solidFill>
                    <a:srgbClr val="ffffff"/>
                  </a:solidFill>
                </a:uFill>
                <a:latin typeface="Arial"/>
              </a:rPr>
              <a:t>Laisser les grandes parties en bleu</a:t>
            </a:r>
            <a:endParaRPr b="0" lang="fr-FR" sz="2000" spc="-1" strike="noStrike">
              <a:solidFill>
                <a:srgbClr val="000000"/>
              </a:solidFill>
              <a:uFill>
                <a:solidFill>
                  <a:srgbClr val="ffffff"/>
                </a:solidFill>
              </a:uFill>
              <a:latin typeface="Arial"/>
            </a:endParaRPr>
          </a:p>
          <a:p>
            <a:pPr marL="216000" indent="-216000">
              <a:lnSpc>
                <a:spcPct val="100000"/>
              </a:lnSpc>
              <a:spcBef>
                <a:spcPts val="442"/>
              </a:spcBef>
            </a:pPr>
            <a:r>
              <a:rPr b="0" lang="fr-FR" sz="2000" spc="-1" strike="noStrike">
                <a:solidFill>
                  <a:srgbClr val="000000"/>
                </a:solidFill>
                <a:uFill>
                  <a:solidFill>
                    <a:srgbClr val="ffffff"/>
                  </a:solidFill>
                </a:uFill>
                <a:latin typeface="Arial"/>
              </a:rPr>
              <a:t>Enlever edito mettre sommaire</a:t>
            </a:r>
            <a:endParaRPr b="0" lang="fr-FR" sz="2000" spc="-1" strike="noStrike">
              <a:solidFill>
                <a:srgbClr val="000000"/>
              </a:solidFill>
              <a:uFill>
                <a:solidFill>
                  <a:srgbClr val="ffffff"/>
                </a:solidFill>
              </a:uFill>
              <a:latin typeface="Arial"/>
            </a:endParaRPr>
          </a:p>
        </p:txBody>
      </p:sp>
    </p:spTree>
  </p:cSld>
</p:notes>
</file>

<file path=ppt/notesSlides/notesSlide2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6" name="TextShape 1"/>
          <p:cNvSpPr txBox="1"/>
          <p:nvPr/>
        </p:nvSpPr>
        <p:spPr>
          <a:xfrm>
            <a:off x="3815280" y="9371160"/>
            <a:ext cx="2918520" cy="492840"/>
          </a:xfrm>
          <a:prstGeom prst="rect">
            <a:avLst/>
          </a:prstGeom>
          <a:noFill/>
          <a:ln>
            <a:noFill/>
          </a:ln>
        </p:spPr>
        <p:txBody>
          <a:bodyPr lIns="92160" rIns="92160" tIns="46080" bIns="46080" anchor="b"/>
          <a:p>
            <a:pPr algn="r">
              <a:lnSpc>
                <a:spcPct val="100000"/>
              </a:lnSpc>
            </a:pPr>
            <a:fld id="{78EFD847-78D4-4C1F-B045-6749E799832F}" type="slidenum">
              <a:rPr b="0" lang="fr-FR" sz="1200" spc="-1" strike="noStrike">
                <a:solidFill>
                  <a:srgbClr val="000000"/>
                </a:solidFill>
                <a:uFill>
                  <a:solidFill>
                    <a:srgbClr val="ffffff"/>
                  </a:solidFill>
                </a:uFill>
                <a:latin typeface="Times New Roman"/>
                <a:ea typeface="+mn-ea"/>
              </a:rPr>
              <a:t>&lt;numéro&gt;</a:t>
            </a:fld>
            <a:endParaRPr b="0" lang="fr-FR" sz="1200" spc="-1" strike="noStrike">
              <a:solidFill>
                <a:srgbClr val="000000"/>
              </a:solidFill>
              <a:uFill>
                <a:solidFill>
                  <a:srgbClr val="ffffff"/>
                </a:solidFill>
              </a:uFill>
              <a:latin typeface="Times New Roman"/>
            </a:endParaRPr>
          </a:p>
        </p:txBody>
      </p:sp>
      <p:sp>
        <p:nvSpPr>
          <p:cNvPr id="547" name="CustomShape 2"/>
          <p:cNvSpPr/>
          <p:nvPr/>
        </p:nvSpPr>
        <p:spPr>
          <a:xfrm>
            <a:off x="921600" y="779760"/>
            <a:ext cx="5167800" cy="3822840"/>
          </a:xfrm>
          <a:prstGeom prst="rect">
            <a:avLst/>
          </a:prstGeom>
          <a:solidFill>
            <a:srgbClr val="ffffff"/>
          </a:solidFill>
          <a:ln w="9360">
            <a:solidFill>
              <a:srgbClr val="000000"/>
            </a:solidFill>
            <a:miter/>
          </a:ln>
        </p:spPr>
        <p:style>
          <a:lnRef idx="0"/>
          <a:fillRef idx="0"/>
          <a:effectRef idx="0"/>
          <a:fontRef idx="minor"/>
        </p:style>
      </p:sp>
      <p:sp>
        <p:nvSpPr>
          <p:cNvPr id="548" name="PlaceHolder 3"/>
          <p:cNvSpPr>
            <a:spLocks noGrp="1"/>
          </p:cNvSpPr>
          <p:nvPr>
            <p:ph type="body"/>
          </p:nvPr>
        </p:nvSpPr>
        <p:spPr>
          <a:xfrm>
            <a:off x="943200" y="4835880"/>
            <a:ext cx="5117760" cy="4533840"/>
          </a:xfrm>
          <a:prstGeom prst="rect">
            <a:avLst/>
          </a:prstGeom>
        </p:spPr>
        <p:txBody>
          <a:bodyPr lIns="94680" rIns="94680" tIns="47160" bIns="47160"/>
          <a:p>
            <a:endParaRPr b="0" lang="fr-FR" sz="2000" spc="-1" strike="noStrike">
              <a:solidFill>
                <a:srgbClr val="000000"/>
              </a:solidFill>
              <a:uFill>
                <a:solidFill>
                  <a:srgbClr val="ffffff"/>
                </a:solidFill>
              </a:uFill>
              <a:latin typeface="Arial"/>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5.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6.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7.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8.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9.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0.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1.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2.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4.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5.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6.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7.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38.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39.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0.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1.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2.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3.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5.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6.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7.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8.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9.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0.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1.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2.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3.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4.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6.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7.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8.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9.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0.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1.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2.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3.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4.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5.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7.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8.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9.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0.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1.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2.xml.rels><?xml version="1.0" encoding="UTF-8"?>
<Relationships xmlns="http://schemas.openxmlformats.org/package/2006/relationships"><Relationship Id="rId1" Type="http://schemas.openxmlformats.org/officeDocument/2006/relationships/slideMaster" Target="../slideMasters/slideMaster6.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5" name="PlaceHolder 1"/>
          <p:cNvSpPr>
            <a:spLocks noGrp="1"/>
          </p:cNvSpPr>
          <p:nvPr>
            <p:ph type="title"/>
          </p:nvPr>
        </p:nvSpPr>
        <p:spPr>
          <a:xfrm>
            <a:off x="685800" y="2130480"/>
            <a:ext cx="7772040" cy="1469520"/>
          </a:xfrm>
          <a:prstGeom prst="rect">
            <a:avLst/>
          </a:prstGeom>
        </p:spPr>
        <p:txBody>
          <a:bodyPr lIns="0" rIns="0" tIns="0" bIns="0" anchor="ctr"/>
          <a:p>
            <a:endParaRPr b="0" lang="fr-FR" sz="1800" spc="-1" strike="noStrike">
              <a:solidFill>
                <a:srgbClr val="000000"/>
              </a:solidFill>
              <a:uFill>
                <a:solidFill>
                  <a:srgbClr val="ffffff"/>
                </a:solidFill>
              </a:uFill>
              <a:latin typeface="Calibri"/>
            </a:endParaRPr>
          </a:p>
        </p:txBody>
      </p:sp>
      <p:sp>
        <p:nvSpPr>
          <p:cNvPr id="6" name="PlaceHolder 2"/>
          <p:cNvSpPr>
            <a:spLocks noGrp="1"/>
          </p:cNvSpPr>
          <p:nvPr>
            <p:ph type="subTitle"/>
          </p:nvPr>
        </p:nvSpPr>
        <p:spPr>
          <a:xfrm>
            <a:off x="457200" y="1604520"/>
            <a:ext cx="8229240" cy="3977280"/>
          </a:xfrm>
          <a:prstGeom prst="rect">
            <a:avLst/>
          </a:prstGeom>
        </p:spPr>
        <p:txBody>
          <a:bodyPr lIns="0" rIns="0" tIns="0" bIns="0" anchor="ctr"/>
          <a:p>
            <a:pPr algn="ctr"/>
            <a:endParaRPr b="0" lang="fr-FR" sz="3200" spc="-1" strike="noStrike">
              <a:solidFill>
                <a:srgbClr val="000000"/>
              </a:solidFill>
              <a:uFill>
                <a:solidFill>
                  <a:srgbClr val="ffffff"/>
                </a:solidFill>
              </a:uFill>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7" name="PlaceHolder 1"/>
          <p:cNvSpPr>
            <a:spLocks noGrp="1"/>
          </p:cNvSpPr>
          <p:nvPr>
            <p:ph type="title"/>
          </p:nvPr>
        </p:nvSpPr>
        <p:spPr>
          <a:xfrm>
            <a:off x="685800" y="2130480"/>
            <a:ext cx="7772040" cy="1469520"/>
          </a:xfrm>
          <a:prstGeom prst="rect">
            <a:avLst/>
          </a:prstGeom>
        </p:spPr>
        <p:txBody>
          <a:bodyPr lIns="0" rIns="0" tIns="0" bIns="0" anchor="ctr"/>
          <a:p>
            <a:endParaRPr b="0" lang="fr-FR" sz="1800" spc="-1" strike="noStrike">
              <a:solidFill>
                <a:srgbClr val="000000"/>
              </a:solidFill>
              <a:uFill>
                <a:solidFill>
                  <a:srgbClr val="ffffff"/>
                </a:solidFill>
              </a:uFill>
              <a:latin typeface="Calibri"/>
            </a:endParaRPr>
          </a:p>
        </p:txBody>
      </p:sp>
      <p:sp>
        <p:nvSpPr>
          <p:cNvPr id="8" name="PlaceHolder 2"/>
          <p:cNvSpPr>
            <a:spLocks noGrp="1"/>
          </p:cNvSpPr>
          <p:nvPr>
            <p:ph type="body"/>
          </p:nvPr>
        </p:nvSpPr>
        <p:spPr>
          <a:xfrm>
            <a:off x="457200" y="1604520"/>
            <a:ext cx="8229240" cy="3977280"/>
          </a:xfrm>
          <a:prstGeom prst="rect">
            <a:avLst/>
          </a:prstGeom>
        </p:spPr>
        <p:txBody>
          <a:bodyPr lIns="0" rIns="0" tIns="0" bIns="0">
            <a:normAutofit/>
          </a:bodyPr>
          <a:p>
            <a:endParaRPr b="0" lang="fr-FR" sz="3200" spc="-1" strike="noStrike">
              <a:solidFill>
                <a:srgbClr val="000000"/>
              </a:solidFill>
              <a:uFill>
                <a:solidFill>
                  <a:srgbClr val="ffffff"/>
                </a:solidFill>
              </a:uFill>
              <a:latin typeface="Calibri"/>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9" name="PlaceHolder 1"/>
          <p:cNvSpPr>
            <a:spLocks noGrp="1"/>
          </p:cNvSpPr>
          <p:nvPr>
            <p:ph type="title"/>
          </p:nvPr>
        </p:nvSpPr>
        <p:spPr>
          <a:xfrm>
            <a:off x="685800" y="2130480"/>
            <a:ext cx="7772040" cy="1469520"/>
          </a:xfrm>
          <a:prstGeom prst="rect">
            <a:avLst/>
          </a:prstGeom>
        </p:spPr>
        <p:txBody>
          <a:bodyPr lIns="0" rIns="0" tIns="0" bIns="0" anchor="ctr"/>
          <a:p>
            <a:endParaRPr b="0" lang="fr-FR" sz="1800" spc="-1" strike="noStrike">
              <a:solidFill>
                <a:srgbClr val="000000"/>
              </a:solidFill>
              <a:uFill>
                <a:solidFill>
                  <a:srgbClr val="ffffff"/>
                </a:solidFill>
              </a:uFill>
              <a:latin typeface="Calibri"/>
            </a:endParaRPr>
          </a:p>
        </p:txBody>
      </p:sp>
      <p:sp>
        <p:nvSpPr>
          <p:cNvPr id="10" name="PlaceHolder 2"/>
          <p:cNvSpPr>
            <a:spLocks noGrp="1"/>
          </p:cNvSpPr>
          <p:nvPr>
            <p:ph type="body"/>
          </p:nvPr>
        </p:nvSpPr>
        <p:spPr>
          <a:xfrm>
            <a:off x="457200" y="1604520"/>
            <a:ext cx="4015800" cy="3977280"/>
          </a:xfrm>
          <a:prstGeom prst="rect">
            <a:avLst/>
          </a:prstGeom>
        </p:spPr>
        <p:txBody>
          <a:bodyPr lIns="0" rIns="0" tIns="0" bIns="0">
            <a:normAutofit/>
          </a:bodyPr>
          <a:p>
            <a:endParaRPr b="0" lang="fr-FR" sz="3200" spc="-1" strike="noStrike">
              <a:solidFill>
                <a:srgbClr val="000000"/>
              </a:solidFill>
              <a:uFill>
                <a:solidFill>
                  <a:srgbClr val="ffffff"/>
                </a:solidFill>
              </a:uFill>
              <a:latin typeface="Calibri"/>
            </a:endParaRPr>
          </a:p>
        </p:txBody>
      </p:sp>
      <p:sp>
        <p:nvSpPr>
          <p:cNvPr id="11" name="PlaceHolder 3"/>
          <p:cNvSpPr>
            <a:spLocks noGrp="1"/>
          </p:cNvSpPr>
          <p:nvPr>
            <p:ph type="body"/>
          </p:nvPr>
        </p:nvSpPr>
        <p:spPr>
          <a:xfrm>
            <a:off x="4674240" y="1604520"/>
            <a:ext cx="4015800" cy="3977280"/>
          </a:xfrm>
          <a:prstGeom prst="rect">
            <a:avLst/>
          </a:prstGeom>
        </p:spPr>
        <p:txBody>
          <a:bodyPr lIns="0" rIns="0" tIns="0" bIns="0">
            <a:normAutofit/>
          </a:bodyPr>
          <a:p>
            <a:endParaRPr b="0" lang="fr-FR" sz="3200" spc="-1" strike="noStrike">
              <a:solidFill>
                <a:srgbClr val="000000"/>
              </a:solidFill>
              <a:uFill>
                <a:solidFill>
                  <a:srgbClr val="ffffff"/>
                </a:solidFill>
              </a:uFill>
              <a:latin typeface="Calibri"/>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2" name="PlaceHolder 1"/>
          <p:cNvSpPr>
            <a:spLocks noGrp="1"/>
          </p:cNvSpPr>
          <p:nvPr>
            <p:ph type="title"/>
          </p:nvPr>
        </p:nvSpPr>
        <p:spPr>
          <a:xfrm>
            <a:off x="685800" y="2130480"/>
            <a:ext cx="7772040" cy="1469520"/>
          </a:xfrm>
          <a:prstGeom prst="rect">
            <a:avLst/>
          </a:prstGeom>
        </p:spPr>
        <p:txBody>
          <a:bodyPr lIns="0" rIns="0" tIns="0" bIns="0" anchor="ctr"/>
          <a:p>
            <a:endParaRPr b="0" lang="fr-FR" sz="1800" spc="-1" strike="noStrike">
              <a:solidFill>
                <a:srgbClr val="000000"/>
              </a:solidFill>
              <a:uFill>
                <a:solidFill>
                  <a:srgbClr val="ffffff"/>
                </a:solidFill>
              </a:uFill>
              <a:latin typeface="Calibri"/>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3" name="PlaceHolder 1"/>
          <p:cNvSpPr>
            <a:spLocks noGrp="1"/>
          </p:cNvSpPr>
          <p:nvPr>
            <p:ph type="subTitle"/>
          </p:nvPr>
        </p:nvSpPr>
        <p:spPr>
          <a:xfrm>
            <a:off x="685800" y="2130480"/>
            <a:ext cx="7772040" cy="6813000"/>
          </a:xfrm>
          <a:prstGeom prst="rect">
            <a:avLst/>
          </a:prstGeom>
        </p:spPr>
        <p:txBody>
          <a:bodyPr lIns="0" rIns="0" tIns="0" bIns="0" anchor="ctr"/>
          <a:p>
            <a:pPr algn="ctr"/>
            <a:endParaRPr b="0" lang="fr-FR" sz="3200" spc="-1" strike="noStrike">
              <a:solidFill>
                <a:srgbClr val="000000"/>
              </a:solidFill>
              <a:uFill>
                <a:solidFill>
                  <a:srgbClr val="ffffff"/>
                </a:solidFill>
              </a:uFill>
              <a:latin typeface="Arial"/>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4" name="PlaceHolder 1"/>
          <p:cNvSpPr>
            <a:spLocks noGrp="1"/>
          </p:cNvSpPr>
          <p:nvPr>
            <p:ph type="title"/>
          </p:nvPr>
        </p:nvSpPr>
        <p:spPr>
          <a:xfrm>
            <a:off x="685800" y="2130480"/>
            <a:ext cx="7772040" cy="1469520"/>
          </a:xfrm>
          <a:prstGeom prst="rect">
            <a:avLst/>
          </a:prstGeom>
        </p:spPr>
        <p:txBody>
          <a:bodyPr lIns="0" rIns="0" tIns="0" bIns="0" anchor="ctr"/>
          <a:p>
            <a:endParaRPr b="0" lang="fr-FR" sz="1800" spc="-1" strike="noStrike">
              <a:solidFill>
                <a:srgbClr val="000000"/>
              </a:solidFill>
              <a:uFill>
                <a:solidFill>
                  <a:srgbClr val="ffffff"/>
                </a:solidFill>
              </a:uFill>
              <a:latin typeface="Calibri"/>
            </a:endParaRPr>
          </a:p>
        </p:txBody>
      </p:sp>
      <p:sp>
        <p:nvSpPr>
          <p:cNvPr id="15" name="PlaceHolder 2"/>
          <p:cNvSpPr>
            <a:spLocks noGrp="1"/>
          </p:cNvSpPr>
          <p:nvPr>
            <p:ph type="body"/>
          </p:nvPr>
        </p:nvSpPr>
        <p:spPr>
          <a:xfrm>
            <a:off x="457200" y="1604520"/>
            <a:ext cx="4015800" cy="1896840"/>
          </a:xfrm>
          <a:prstGeom prst="rect">
            <a:avLst/>
          </a:prstGeom>
        </p:spPr>
        <p:txBody>
          <a:bodyPr lIns="0" rIns="0" tIns="0" bIns="0">
            <a:normAutofit/>
          </a:bodyPr>
          <a:p>
            <a:endParaRPr b="0" lang="fr-FR" sz="3200" spc="-1" strike="noStrike">
              <a:solidFill>
                <a:srgbClr val="000000"/>
              </a:solidFill>
              <a:uFill>
                <a:solidFill>
                  <a:srgbClr val="ffffff"/>
                </a:solidFill>
              </a:uFill>
              <a:latin typeface="Calibri"/>
            </a:endParaRPr>
          </a:p>
        </p:txBody>
      </p:sp>
      <p:sp>
        <p:nvSpPr>
          <p:cNvPr id="16" name="PlaceHolder 3"/>
          <p:cNvSpPr>
            <a:spLocks noGrp="1"/>
          </p:cNvSpPr>
          <p:nvPr>
            <p:ph type="body"/>
          </p:nvPr>
        </p:nvSpPr>
        <p:spPr>
          <a:xfrm>
            <a:off x="457200" y="3682080"/>
            <a:ext cx="4015800" cy="1896840"/>
          </a:xfrm>
          <a:prstGeom prst="rect">
            <a:avLst/>
          </a:prstGeom>
        </p:spPr>
        <p:txBody>
          <a:bodyPr lIns="0" rIns="0" tIns="0" bIns="0">
            <a:normAutofit/>
          </a:bodyPr>
          <a:p>
            <a:endParaRPr b="0" lang="fr-FR" sz="3200" spc="-1" strike="noStrike">
              <a:solidFill>
                <a:srgbClr val="000000"/>
              </a:solidFill>
              <a:uFill>
                <a:solidFill>
                  <a:srgbClr val="ffffff"/>
                </a:solidFill>
              </a:uFill>
              <a:latin typeface="Calibri"/>
            </a:endParaRPr>
          </a:p>
        </p:txBody>
      </p:sp>
      <p:sp>
        <p:nvSpPr>
          <p:cNvPr id="17" name="PlaceHolder 4"/>
          <p:cNvSpPr>
            <a:spLocks noGrp="1"/>
          </p:cNvSpPr>
          <p:nvPr>
            <p:ph type="body"/>
          </p:nvPr>
        </p:nvSpPr>
        <p:spPr>
          <a:xfrm>
            <a:off x="4674240" y="1604520"/>
            <a:ext cx="4015800" cy="3977280"/>
          </a:xfrm>
          <a:prstGeom prst="rect">
            <a:avLst/>
          </a:prstGeom>
        </p:spPr>
        <p:txBody>
          <a:bodyPr lIns="0" rIns="0" tIns="0" bIns="0">
            <a:normAutofit/>
          </a:bodyPr>
          <a:p>
            <a:endParaRPr b="0" lang="fr-FR" sz="3200" spc="-1" strike="noStrike">
              <a:solidFill>
                <a:srgbClr val="000000"/>
              </a:solidFill>
              <a:uFill>
                <a:solidFill>
                  <a:srgbClr val="ffffff"/>
                </a:solidFill>
              </a:uFill>
              <a:latin typeface="Calibri"/>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8" name="PlaceHolder 1"/>
          <p:cNvSpPr>
            <a:spLocks noGrp="1"/>
          </p:cNvSpPr>
          <p:nvPr>
            <p:ph type="title"/>
          </p:nvPr>
        </p:nvSpPr>
        <p:spPr>
          <a:xfrm>
            <a:off x="685800" y="2130480"/>
            <a:ext cx="7772040" cy="1469520"/>
          </a:xfrm>
          <a:prstGeom prst="rect">
            <a:avLst/>
          </a:prstGeom>
        </p:spPr>
        <p:txBody>
          <a:bodyPr lIns="0" rIns="0" tIns="0" bIns="0" anchor="ctr"/>
          <a:p>
            <a:endParaRPr b="0" lang="fr-FR" sz="1800" spc="-1" strike="noStrike">
              <a:solidFill>
                <a:srgbClr val="000000"/>
              </a:solidFill>
              <a:uFill>
                <a:solidFill>
                  <a:srgbClr val="ffffff"/>
                </a:solidFill>
              </a:uFill>
              <a:latin typeface="Calibri"/>
            </a:endParaRPr>
          </a:p>
        </p:txBody>
      </p:sp>
      <p:sp>
        <p:nvSpPr>
          <p:cNvPr id="19" name="PlaceHolder 2"/>
          <p:cNvSpPr>
            <a:spLocks noGrp="1"/>
          </p:cNvSpPr>
          <p:nvPr>
            <p:ph type="body"/>
          </p:nvPr>
        </p:nvSpPr>
        <p:spPr>
          <a:xfrm>
            <a:off x="457200" y="1604520"/>
            <a:ext cx="4015800" cy="3977280"/>
          </a:xfrm>
          <a:prstGeom prst="rect">
            <a:avLst/>
          </a:prstGeom>
        </p:spPr>
        <p:txBody>
          <a:bodyPr lIns="0" rIns="0" tIns="0" bIns="0">
            <a:normAutofit/>
          </a:bodyPr>
          <a:p>
            <a:endParaRPr b="0" lang="fr-FR" sz="3200" spc="-1" strike="noStrike">
              <a:solidFill>
                <a:srgbClr val="000000"/>
              </a:solidFill>
              <a:uFill>
                <a:solidFill>
                  <a:srgbClr val="ffffff"/>
                </a:solidFill>
              </a:uFill>
              <a:latin typeface="Calibri"/>
            </a:endParaRPr>
          </a:p>
        </p:txBody>
      </p:sp>
      <p:sp>
        <p:nvSpPr>
          <p:cNvPr id="20" name="PlaceHolder 3"/>
          <p:cNvSpPr>
            <a:spLocks noGrp="1"/>
          </p:cNvSpPr>
          <p:nvPr>
            <p:ph type="body"/>
          </p:nvPr>
        </p:nvSpPr>
        <p:spPr>
          <a:xfrm>
            <a:off x="4674240" y="1604520"/>
            <a:ext cx="4015800" cy="1896840"/>
          </a:xfrm>
          <a:prstGeom prst="rect">
            <a:avLst/>
          </a:prstGeom>
        </p:spPr>
        <p:txBody>
          <a:bodyPr lIns="0" rIns="0" tIns="0" bIns="0">
            <a:normAutofit/>
          </a:bodyPr>
          <a:p>
            <a:endParaRPr b="0" lang="fr-FR" sz="3200" spc="-1" strike="noStrike">
              <a:solidFill>
                <a:srgbClr val="000000"/>
              </a:solidFill>
              <a:uFill>
                <a:solidFill>
                  <a:srgbClr val="ffffff"/>
                </a:solidFill>
              </a:uFill>
              <a:latin typeface="Calibri"/>
            </a:endParaRPr>
          </a:p>
        </p:txBody>
      </p:sp>
      <p:sp>
        <p:nvSpPr>
          <p:cNvPr id="21" name="PlaceHolder 4"/>
          <p:cNvSpPr>
            <a:spLocks noGrp="1"/>
          </p:cNvSpPr>
          <p:nvPr>
            <p:ph type="body"/>
          </p:nvPr>
        </p:nvSpPr>
        <p:spPr>
          <a:xfrm>
            <a:off x="4674240" y="3682080"/>
            <a:ext cx="4015800" cy="1896840"/>
          </a:xfrm>
          <a:prstGeom prst="rect">
            <a:avLst/>
          </a:prstGeom>
        </p:spPr>
        <p:txBody>
          <a:bodyPr lIns="0" rIns="0" tIns="0" bIns="0">
            <a:normAutofit/>
          </a:bodyPr>
          <a:p>
            <a:endParaRPr b="0" lang="fr-FR" sz="3200" spc="-1" strike="noStrike">
              <a:solidFill>
                <a:srgbClr val="000000"/>
              </a:solidFill>
              <a:uFill>
                <a:solidFill>
                  <a:srgbClr val="ffffff"/>
                </a:solidFill>
              </a:uFill>
              <a:latin typeface="Calibri"/>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685800" y="2130480"/>
            <a:ext cx="7772040" cy="1469520"/>
          </a:xfrm>
          <a:prstGeom prst="rect">
            <a:avLst/>
          </a:prstGeom>
        </p:spPr>
        <p:txBody>
          <a:bodyPr lIns="0" rIns="0" tIns="0" bIns="0" anchor="ctr"/>
          <a:p>
            <a:endParaRPr b="0" lang="fr-FR" sz="1800" spc="-1" strike="noStrike">
              <a:solidFill>
                <a:srgbClr val="000000"/>
              </a:solidFill>
              <a:uFill>
                <a:solidFill>
                  <a:srgbClr val="ffffff"/>
                </a:solidFill>
              </a:uFill>
              <a:latin typeface="Calibri"/>
            </a:endParaRPr>
          </a:p>
        </p:txBody>
      </p:sp>
      <p:sp>
        <p:nvSpPr>
          <p:cNvPr id="23" name="PlaceHolder 2"/>
          <p:cNvSpPr>
            <a:spLocks noGrp="1"/>
          </p:cNvSpPr>
          <p:nvPr>
            <p:ph type="body"/>
          </p:nvPr>
        </p:nvSpPr>
        <p:spPr>
          <a:xfrm>
            <a:off x="457200" y="1604520"/>
            <a:ext cx="4015800" cy="1896840"/>
          </a:xfrm>
          <a:prstGeom prst="rect">
            <a:avLst/>
          </a:prstGeom>
        </p:spPr>
        <p:txBody>
          <a:bodyPr lIns="0" rIns="0" tIns="0" bIns="0">
            <a:normAutofit/>
          </a:bodyPr>
          <a:p>
            <a:endParaRPr b="0" lang="fr-FR" sz="3200" spc="-1" strike="noStrike">
              <a:solidFill>
                <a:srgbClr val="000000"/>
              </a:solidFill>
              <a:uFill>
                <a:solidFill>
                  <a:srgbClr val="ffffff"/>
                </a:solidFill>
              </a:uFill>
              <a:latin typeface="Calibri"/>
            </a:endParaRPr>
          </a:p>
        </p:txBody>
      </p:sp>
      <p:sp>
        <p:nvSpPr>
          <p:cNvPr id="24" name="PlaceHolder 3"/>
          <p:cNvSpPr>
            <a:spLocks noGrp="1"/>
          </p:cNvSpPr>
          <p:nvPr>
            <p:ph type="body"/>
          </p:nvPr>
        </p:nvSpPr>
        <p:spPr>
          <a:xfrm>
            <a:off x="4674240" y="1604520"/>
            <a:ext cx="4015800" cy="1896840"/>
          </a:xfrm>
          <a:prstGeom prst="rect">
            <a:avLst/>
          </a:prstGeom>
        </p:spPr>
        <p:txBody>
          <a:bodyPr lIns="0" rIns="0" tIns="0" bIns="0">
            <a:normAutofit/>
          </a:bodyPr>
          <a:p>
            <a:endParaRPr b="0" lang="fr-FR" sz="3200" spc="-1" strike="noStrike">
              <a:solidFill>
                <a:srgbClr val="000000"/>
              </a:solidFill>
              <a:uFill>
                <a:solidFill>
                  <a:srgbClr val="ffffff"/>
                </a:solidFill>
              </a:uFill>
              <a:latin typeface="Calibri"/>
            </a:endParaRPr>
          </a:p>
        </p:txBody>
      </p:sp>
      <p:sp>
        <p:nvSpPr>
          <p:cNvPr id="25" name="PlaceHolder 4"/>
          <p:cNvSpPr>
            <a:spLocks noGrp="1"/>
          </p:cNvSpPr>
          <p:nvPr>
            <p:ph type="body"/>
          </p:nvPr>
        </p:nvSpPr>
        <p:spPr>
          <a:xfrm>
            <a:off x="457200" y="3682080"/>
            <a:ext cx="8229240" cy="1896840"/>
          </a:xfrm>
          <a:prstGeom prst="rect">
            <a:avLst/>
          </a:prstGeom>
        </p:spPr>
        <p:txBody>
          <a:bodyPr lIns="0" rIns="0" tIns="0" bIns="0">
            <a:normAutofit/>
          </a:bodyPr>
          <a:p>
            <a:endParaRPr b="0" lang="fr-FR" sz="3200" spc="-1" strike="noStrike">
              <a:solidFill>
                <a:srgbClr val="000000"/>
              </a:solidFill>
              <a:uFill>
                <a:solidFill>
                  <a:srgbClr val="ffffff"/>
                </a:solidFill>
              </a:uFill>
              <a:latin typeface="Calibri"/>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685800" y="2130480"/>
            <a:ext cx="7772040" cy="1469520"/>
          </a:xfrm>
          <a:prstGeom prst="rect">
            <a:avLst/>
          </a:prstGeom>
        </p:spPr>
        <p:txBody>
          <a:bodyPr lIns="0" rIns="0" tIns="0" bIns="0" anchor="ctr"/>
          <a:p>
            <a:endParaRPr b="0" lang="fr-FR" sz="1800" spc="-1" strike="noStrike">
              <a:solidFill>
                <a:srgbClr val="000000"/>
              </a:solidFill>
              <a:uFill>
                <a:solidFill>
                  <a:srgbClr val="ffffff"/>
                </a:solidFill>
              </a:uFill>
              <a:latin typeface="Calibri"/>
            </a:endParaRPr>
          </a:p>
        </p:txBody>
      </p:sp>
      <p:sp>
        <p:nvSpPr>
          <p:cNvPr id="27" name="PlaceHolder 2"/>
          <p:cNvSpPr>
            <a:spLocks noGrp="1"/>
          </p:cNvSpPr>
          <p:nvPr>
            <p:ph type="body"/>
          </p:nvPr>
        </p:nvSpPr>
        <p:spPr>
          <a:xfrm>
            <a:off x="457200" y="1604520"/>
            <a:ext cx="8229240" cy="1896840"/>
          </a:xfrm>
          <a:prstGeom prst="rect">
            <a:avLst/>
          </a:prstGeom>
        </p:spPr>
        <p:txBody>
          <a:bodyPr lIns="0" rIns="0" tIns="0" bIns="0">
            <a:normAutofit/>
          </a:bodyPr>
          <a:p>
            <a:endParaRPr b="0" lang="fr-FR" sz="3200" spc="-1" strike="noStrike">
              <a:solidFill>
                <a:srgbClr val="000000"/>
              </a:solidFill>
              <a:uFill>
                <a:solidFill>
                  <a:srgbClr val="ffffff"/>
                </a:solidFill>
              </a:uFill>
              <a:latin typeface="Calibri"/>
            </a:endParaRPr>
          </a:p>
        </p:txBody>
      </p:sp>
      <p:sp>
        <p:nvSpPr>
          <p:cNvPr id="28" name="PlaceHolder 3"/>
          <p:cNvSpPr>
            <a:spLocks noGrp="1"/>
          </p:cNvSpPr>
          <p:nvPr>
            <p:ph type="body"/>
          </p:nvPr>
        </p:nvSpPr>
        <p:spPr>
          <a:xfrm>
            <a:off x="457200" y="3682080"/>
            <a:ext cx="8229240" cy="1896840"/>
          </a:xfrm>
          <a:prstGeom prst="rect">
            <a:avLst/>
          </a:prstGeom>
        </p:spPr>
        <p:txBody>
          <a:bodyPr lIns="0" rIns="0" tIns="0" bIns="0">
            <a:normAutofit/>
          </a:bodyPr>
          <a:p>
            <a:endParaRPr b="0" lang="fr-FR" sz="3200" spc="-1" strike="noStrike">
              <a:solidFill>
                <a:srgbClr val="000000"/>
              </a:solidFill>
              <a:uFill>
                <a:solidFill>
                  <a:srgbClr val="ffffff"/>
                </a:solidFill>
              </a:uFill>
              <a:latin typeface="Calibri"/>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685800" y="2130480"/>
            <a:ext cx="7772040" cy="1469520"/>
          </a:xfrm>
          <a:prstGeom prst="rect">
            <a:avLst/>
          </a:prstGeom>
        </p:spPr>
        <p:txBody>
          <a:bodyPr lIns="0" rIns="0" tIns="0" bIns="0" anchor="ctr"/>
          <a:p>
            <a:endParaRPr b="0" lang="fr-FR" sz="1800" spc="-1" strike="noStrike">
              <a:solidFill>
                <a:srgbClr val="000000"/>
              </a:solidFill>
              <a:uFill>
                <a:solidFill>
                  <a:srgbClr val="ffffff"/>
                </a:solidFill>
              </a:uFill>
              <a:latin typeface="Calibri"/>
            </a:endParaRPr>
          </a:p>
        </p:txBody>
      </p:sp>
      <p:sp>
        <p:nvSpPr>
          <p:cNvPr id="30" name="PlaceHolder 2"/>
          <p:cNvSpPr>
            <a:spLocks noGrp="1"/>
          </p:cNvSpPr>
          <p:nvPr>
            <p:ph type="body"/>
          </p:nvPr>
        </p:nvSpPr>
        <p:spPr>
          <a:xfrm>
            <a:off x="457200" y="1604520"/>
            <a:ext cx="4015800" cy="1896840"/>
          </a:xfrm>
          <a:prstGeom prst="rect">
            <a:avLst/>
          </a:prstGeom>
        </p:spPr>
        <p:txBody>
          <a:bodyPr lIns="0" rIns="0" tIns="0" bIns="0">
            <a:normAutofit/>
          </a:bodyPr>
          <a:p>
            <a:endParaRPr b="0" lang="fr-FR" sz="3200" spc="-1" strike="noStrike">
              <a:solidFill>
                <a:srgbClr val="000000"/>
              </a:solidFill>
              <a:uFill>
                <a:solidFill>
                  <a:srgbClr val="ffffff"/>
                </a:solidFill>
              </a:uFill>
              <a:latin typeface="Calibri"/>
            </a:endParaRPr>
          </a:p>
        </p:txBody>
      </p:sp>
      <p:sp>
        <p:nvSpPr>
          <p:cNvPr id="31" name="PlaceHolder 3"/>
          <p:cNvSpPr>
            <a:spLocks noGrp="1"/>
          </p:cNvSpPr>
          <p:nvPr>
            <p:ph type="body"/>
          </p:nvPr>
        </p:nvSpPr>
        <p:spPr>
          <a:xfrm>
            <a:off x="4674240" y="1604520"/>
            <a:ext cx="4015800" cy="1896840"/>
          </a:xfrm>
          <a:prstGeom prst="rect">
            <a:avLst/>
          </a:prstGeom>
        </p:spPr>
        <p:txBody>
          <a:bodyPr lIns="0" rIns="0" tIns="0" bIns="0">
            <a:normAutofit/>
          </a:bodyPr>
          <a:p>
            <a:endParaRPr b="0" lang="fr-FR" sz="3200" spc="-1" strike="noStrike">
              <a:solidFill>
                <a:srgbClr val="000000"/>
              </a:solidFill>
              <a:uFill>
                <a:solidFill>
                  <a:srgbClr val="ffffff"/>
                </a:solidFill>
              </a:uFill>
              <a:latin typeface="Calibri"/>
            </a:endParaRPr>
          </a:p>
        </p:txBody>
      </p:sp>
      <p:sp>
        <p:nvSpPr>
          <p:cNvPr id="32" name="PlaceHolder 4"/>
          <p:cNvSpPr>
            <a:spLocks noGrp="1"/>
          </p:cNvSpPr>
          <p:nvPr>
            <p:ph type="body"/>
          </p:nvPr>
        </p:nvSpPr>
        <p:spPr>
          <a:xfrm>
            <a:off x="4674240" y="3682080"/>
            <a:ext cx="4015800" cy="1896840"/>
          </a:xfrm>
          <a:prstGeom prst="rect">
            <a:avLst/>
          </a:prstGeom>
        </p:spPr>
        <p:txBody>
          <a:bodyPr lIns="0" rIns="0" tIns="0" bIns="0">
            <a:normAutofit/>
          </a:bodyPr>
          <a:p>
            <a:endParaRPr b="0" lang="fr-FR" sz="3200" spc="-1" strike="noStrike">
              <a:solidFill>
                <a:srgbClr val="000000"/>
              </a:solidFill>
              <a:uFill>
                <a:solidFill>
                  <a:srgbClr val="ffffff"/>
                </a:solidFill>
              </a:uFill>
              <a:latin typeface="Calibri"/>
            </a:endParaRPr>
          </a:p>
        </p:txBody>
      </p:sp>
      <p:sp>
        <p:nvSpPr>
          <p:cNvPr id="33" name="PlaceHolder 5"/>
          <p:cNvSpPr>
            <a:spLocks noGrp="1"/>
          </p:cNvSpPr>
          <p:nvPr>
            <p:ph type="body"/>
          </p:nvPr>
        </p:nvSpPr>
        <p:spPr>
          <a:xfrm>
            <a:off x="457200" y="3682080"/>
            <a:ext cx="4015800" cy="1896840"/>
          </a:xfrm>
          <a:prstGeom prst="rect">
            <a:avLst/>
          </a:prstGeom>
        </p:spPr>
        <p:txBody>
          <a:bodyPr lIns="0" rIns="0" tIns="0" bIns="0">
            <a:normAutofit/>
          </a:bodyPr>
          <a:p>
            <a:endParaRPr b="0" lang="fr-FR" sz="3200" spc="-1" strike="noStrike">
              <a:solidFill>
                <a:srgbClr val="000000"/>
              </a:solidFill>
              <a:uFill>
                <a:solidFill>
                  <a:srgbClr val="ffffff"/>
                </a:solidFill>
              </a:uFill>
              <a:latin typeface="Calibri"/>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4" name="PlaceHolder 1"/>
          <p:cNvSpPr>
            <a:spLocks noGrp="1"/>
          </p:cNvSpPr>
          <p:nvPr>
            <p:ph type="title"/>
          </p:nvPr>
        </p:nvSpPr>
        <p:spPr>
          <a:xfrm>
            <a:off x="685800" y="2130480"/>
            <a:ext cx="7772040" cy="1469520"/>
          </a:xfrm>
          <a:prstGeom prst="rect">
            <a:avLst/>
          </a:prstGeom>
        </p:spPr>
        <p:txBody>
          <a:bodyPr lIns="0" rIns="0" tIns="0" bIns="0" anchor="ctr"/>
          <a:p>
            <a:endParaRPr b="0" lang="fr-FR" sz="1800" spc="-1" strike="noStrike">
              <a:solidFill>
                <a:srgbClr val="000000"/>
              </a:solidFill>
              <a:uFill>
                <a:solidFill>
                  <a:srgbClr val="ffffff"/>
                </a:solidFill>
              </a:uFill>
              <a:latin typeface="Calibri"/>
            </a:endParaRPr>
          </a:p>
        </p:txBody>
      </p:sp>
      <p:sp>
        <p:nvSpPr>
          <p:cNvPr id="35" name="PlaceHolder 2"/>
          <p:cNvSpPr>
            <a:spLocks noGrp="1"/>
          </p:cNvSpPr>
          <p:nvPr>
            <p:ph type="body"/>
          </p:nvPr>
        </p:nvSpPr>
        <p:spPr>
          <a:xfrm>
            <a:off x="457200" y="1604520"/>
            <a:ext cx="2649600" cy="1896840"/>
          </a:xfrm>
          <a:prstGeom prst="rect">
            <a:avLst/>
          </a:prstGeom>
        </p:spPr>
        <p:txBody>
          <a:bodyPr lIns="0" rIns="0" tIns="0" bIns="0">
            <a:normAutofit/>
          </a:bodyPr>
          <a:p>
            <a:endParaRPr b="0" lang="fr-FR" sz="3200" spc="-1" strike="noStrike">
              <a:solidFill>
                <a:srgbClr val="000000"/>
              </a:solidFill>
              <a:uFill>
                <a:solidFill>
                  <a:srgbClr val="ffffff"/>
                </a:solidFill>
              </a:uFill>
              <a:latin typeface="Calibri"/>
            </a:endParaRPr>
          </a:p>
        </p:txBody>
      </p:sp>
      <p:sp>
        <p:nvSpPr>
          <p:cNvPr id="36" name="PlaceHolder 3"/>
          <p:cNvSpPr>
            <a:spLocks noGrp="1"/>
          </p:cNvSpPr>
          <p:nvPr>
            <p:ph type="body"/>
          </p:nvPr>
        </p:nvSpPr>
        <p:spPr>
          <a:xfrm>
            <a:off x="3239640" y="1604520"/>
            <a:ext cx="2649600" cy="1896840"/>
          </a:xfrm>
          <a:prstGeom prst="rect">
            <a:avLst/>
          </a:prstGeom>
        </p:spPr>
        <p:txBody>
          <a:bodyPr lIns="0" rIns="0" tIns="0" bIns="0">
            <a:normAutofit/>
          </a:bodyPr>
          <a:p>
            <a:endParaRPr b="0" lang="fr-FR" sz="3200" spc="-1" strike="noStrike">
              <a:solidFill>
                <a:srgbClr val="000000"/>
              </a:solidFill>
              <a:uFill>
                <a:solidFill>
                  <a:srgbClr val="ffffff"/>
                </a:solidFill>
              </a:uFill>
              <a:latin typeface="Calibri"/>
            </a:endParaRPr>
          </a:p>
        </p:txBody>
      </p:sp>
      <p:sp>
        <p:nvSpPr>
          <p:cNvPr id="37" name="PlaceHolder 4"/>
          <p:cNvSpPr>
            <a:spLocks noGrp="1"/>
          </p:cNvSpPr>
          <p:nvPr>
            <p:ph type="body"/>
          </p:nvPr>
        </p:nvSpPr>
        <p:spPr>
          <a:xfrm>
            <a:off x="6022080" y="1604520"/>
            <a:ext cx="2649600" cy="1896840"/>
          </a:xfrm>
          <a:prstGeom prst="rect">
            <a:avLst/>
          </a:prstGeom>
        </p:spPr>
        <p:txBody>
          <a:bodyPr lIns="0" rIns="0" tIns="0" bIns="0">
            <a:normAutofit/>
          </a:bodyPr>
          <a:p>
            <a:endParaRPr b="0" lang="fr-FR" sz="3200" spc="-1" strike="noStrike">
              <a:solidFill>
                <a:srgbClr val="000000"/>
              </a:solidFill>
              <a:uFill>
                <a:solidFill>
                  <a:srgbClr val="ffffff"/>
                </a:solidFill>
              </a:uFill>
              <a:latin typeface="Calibri"/>
            </a:endParaRPr>
          </a:p>
        </p:txBody>
      </p:sp>
      <p:sp>
        <p:nvSpPr>
          <p:cNvPr id="38" name="PlaceHolder 5"/>
          <p:cNvSpPr>
            <a:spLocks noGrp="1"/>
          </p:cNvSpPr>
          <p:nvPr>
            <p:ph type="body"/>
          </p:nvPr>
        </p:nvSpPr>
        <p:spPr>
          <a:xfrm>
            <a:off x="6022080" y="3682080"/>
            <a:ext cx="2649600" cy="1896840"/>
          </a:xfrm>
          <a:prstGeom prst="rect">
            <a:avLst/>
          </a:prstGeom>
        </p:spPr>
        <p:txBody>
          <a:bodyPr lIns="0" rIns="0" tIns="0" bIns="0">
            <a:normAutofit/>
          </a:bodyPr>
          <a:p>
            <a:endParaRPr b="0" lang="fr-FR" sz="3200" spc="-1" strike="noStrike">
              <a:solidFill>
                <a:srgbClr val="000000"/>
              </a:solidFill>
              <a:uFill>
                <a:solidFill>
                  <a:srgbClr val="ffffff"/>
                </a:solidFill>
              </a:uFill>
              <a:latin typeface="Calibri"/>
            </a:endParaRPr>
          </a:p>
        </p:txBody>
      </p:sp>
      <p:sp>
        <p:nvSpPr>
          <p:cNvPr id="39" name="PlaceHolder 6"/>
          <p:cNvSpPr>
            <a:spLocks noGrp="1"/>
          </p:cNvSpPr>
          <p:nvPr>
            <p:ph type="body"/>
          </p:nvPr>
        </p:nvSpPr>
        <p:spPr>
          <a:xfrm>
            <a:off x="3239640" y="3682080"/>
            <a:ext cx="2649600" cy="1896840"/>
          </a:xfrm>
          <a:prstGeom prst="rect">
            <a:avLst/>
          </a:prstGeom>
        </p:spPr>
        <p:txBody>
          <a:bodyPr lIns="0" rIns="0" tIns="0" bIns="0">
            <a:normAutofit/>
          </a:bodyPr>
          <a:p>
            <a:endParaRPr b="0" lang="fr-FR" sz="3200" spc="-1" strike="noStrike">
              <a:solidFill>
                <a:srgbClr val="000000"/>
              </a:solidFill>
              <a:uFill>
                <a:solidFill>
                  <a:srgbClr val="ffffff"/>
                </a:solidFill>
              </a:uFill>
              <a:latin typeface="Calibri"/>
            </a:endParaRPr>
          </a:p>
        </p:txBody>
      </p:sp>
      <p:sp>
        <p:nvSpPr>
          <p:cNvPr id="40" name="PlaceHolder 7"/>
          <p:cNvSpPr>
            <a:spLocks noGrp="1"/>
          </p:cNvSpPr>
          <p:nvPr>
            <p:ph type="body"/>
          </p:nvPr>
        </p:nvSpPr>
        <p:spPr>
          <a:xfrm>
            <a:off x="457200" y="3682080"/>
            <a:ext cx="2649600" cy="1896840"/>
          </a:xfrm>
          <a:prstGeom prst="rect">
            <a:avLst/>
          </a:prstGeom>
        </p:spPr>
        <p:txBody>
          <a:bodyPr lIns="0" rIns="0" tIns="0" bIns="0">
            <a:normAutofit/>
          </a:bodyPr>
          <a:p>
            <a:endParaRPr b="0" lang="fr-FR" sz="3200" spc="-1" strike="noStrike">
              <a:solidFill>
                <a:srgbClr val="000000"/>
              </a:solidFill>
              <a:uFill>
                <a:solidFill>
                  <a:srgbClr val="ffffff"/>
                </a:solidFill>
              </a:uFill>
              <a:latin typeface="Calibri"/>
            </a:endParaRP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44" name="PlaceHolder 1"/>
          <p:cNvSpPr>
            <a:spLocks noGrp="1"/>
          </p:cNvSpPr>
          <p:nvPr>
            <p:ph type="title"/>
          </p:nvPr>
        </p:nvSpPr>
        <p:spPr>
          <a:xfrm>
            <a:off x="685800" y="2130480"/>
            <a:ext cx="7772040" cy="1469520"/>
          </a:xfrm>
          <a:prstGeom prst="rect">
            <a:avLst/>
          </a:prstGeom>
        </p:spPr>
        <p:txBody>
          <a:bodyPr lIns="0" rIns="0" tIns="0" bIns="0" anchor="ctr"/>
          <a:p>
            <a:endParaRPr b="0" lang="fr-FR" sz="1800" spc="-1" strike="noStrike">
              <a:solidFill>
                <a:srgbClr val="000000"/>
              </a:solidFill>
              <a:uFill>
                <a:solidFill>
                  <a:srgbClr val="ffffff"/>
                </a:solidFill>
              </a:uFill>
              <a:latin typeface="Calibri"/>
            </a:endParaRPr>
          </a:p>
        </p:txBody>
      </p:sp>
      <p:sp>
        <p:nvSpPr>
          <p:cNvPr id="45" name="PlaceHolder 2"/>
          <p:cNvSpPr>
            <a:spLocks noGrp="1"/>
          </p:cNvSpPr>
          <p:nvPr>
            <p:ph type="subTitle"/>
          </p:nvPr>
        </p:nvSpPr>
        <p:spPr>
          <a:xfrm>
            <a:off x="457200" y="1604520"/>
            <a:ext cx="8229240" cy="3977280"/>
          </a:xfrm>
          <a:prstGeom prst="rect">
            <a:avLst/>
          </a:prstGeom>
        </p:spPr>
        <p:txBody>
          <a:bodyPr lIns="0" rIns="0" tIns="0" bIns="0" anchor="ctr"/>
          <a:p>
            <a:pPr algn="ctr"/>
            <a:endParaRPr b="0" lang="fr-FR" sz="3200" spc="-1" strike="noStrike">
              <a:solidFill>
                <a:srgbClr val="000000"/>
              </a:solidFill>
              <a:uFill>
                <a:solidFill>
                  <a:srgbClr val="ffffff"/>
                </a:solidFill>
              </a:uFill>
              <a:latin typeface="Arial"/>
            </a:endParaRP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46" name="PlaceHolder 1"/>
          <p:cNvSpPr>
            <a:spLocks noGrp="1"/>
          </p:cNvSpPr>
          <p:nvPr>
            <p:ph type="title"/>
          </p:nvPr>
        </p:nvSpPr>
        <p:spPr>
          <a:xfrm>
            <a:off x="685800" y="2130480"/>
            <a:ext cx="7772040" cy="1469520"/>
          </a:xfrm>
          <a:prstGeom prst="rect">
            <a:avLst/>
          </a:prstGeom>
        </p:spPr>
        <p:txBody>
          <a:bodyPr lIns="0" rIns="0" tIns="0" bIns="0" anchor="ctr"/>
          <a:p>
            <a:endParaRPr b="0" lang="fr-FR" sz="1800" spc="-1" strike="noStrike">
              <a:solidFill>
                <a:srgbClr val="000000"/>
              </a:solidFill>
              <a:uFill>
                <a:solidFill>
                  <a:srgbClr val="ffffff"/>
                </a:solidFill>
              </a:uFill>
              <a:latin typeface="Calibri"/>
            </a:endParaRPr>
          </a:p>
        </p:txBody>
      </p:sp>
      <p:sp>
        <p:nvSpPr>
          <p:cNvPr id="47" name="PlaceHolder 2"/>
          <p:cNvSpPr>
            <a:spLocks noGrp="1"/>
          </p:cNvSpPr>
          <p:nvPr>
            <p:ph type="body"/>
          </p:nvPr>
        </p:nvSpPr>
        <p:spPr>
          <a:xfrm>
            <a:off x="457200" y="1604520"/>
            <a:ext cx="8229240" cy="3977280"/>
          </a:xfrm>
          <a:prstGeom prst="rect">
            <a:avLst/>
          </a:prstGeom>
        </p:spPr>
        <p:txBody>
          <a:bodyPr lIns="0" rIns="0" tIns="0" bIns="0">
            <a:normAutofit/>
          </a:bodyPr>
          <a:p>
            <a:endParaRPr b="0" lang="fr-FR" sz="3200" spc="-1" strike="noStrike">
              <a:solidFill>
                <a:srgbClr val="000000"/>
              </a:solidFill>
              <a:uFill>
                <a:solidFill>
                  <a:srgbClr val="ffffff"/>
                </a:solidFill>
              </a:uFill>
              <a:latin typeface="Calibri"/>
            </a:endParaRP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48" name="PlaceHolder 1"/>
          <p:cNvSpPr>
            <a:spLocks noGrp="1"/>
          </p:cNvSpPr>
          <p:nvPr>
            <p:ph type="title"/>
          </p:nvPr>
        </p:nvSpPr>
        <p:spPr>
          <a:xfrm>
            <a:off x="685800" y="2130480"/>
            <a:ext cx="7772040" cy="1469520"/>
          </a:xfrm>
          <a:prstGeom prst="rect">
            <a:avLst/>
          </a:prstGeom>
        </p:spPr>
        <p:txBody>
          <a:bodyPr lIns="0" rIns="0" tIns="0" bIns="0" anchor="ctr"/>
          <a:p>
            <a:endParaRPr b="0" lang="fr-FR" sz="1800" spc="-1" strike="noStrike">
              <a:solidFill>
                <a:srgbClr val="000000"/>
              </a:solidFill>
              <a:uFill>
                <a:solidFill>
                  <a:srgbClr val="ffffff"/>
                </a:solidFill>
              </a:uFill>
              <a:latin typeface="Calibri"/>
            </a:endParaRPr>
          </a:p>
        </p:txBody>
      </p:sp>
      <p:sp>
        <p:nvSpPr>
          <p:cNvPr id="49" name="PlaceHolder 2"/>
          <p:cNvSpPr>
            <a:spLocks noGrp="1"/>
          </p:cNvSpPr>
          <p:nvPr>
            <p:ph type="body"/>
          </p:nvPr>
        </p:nvSpPr>
        <p:spPr>
          <a:xfrm>
            <a:off x="457200" y="1604520"/>
            <a:ext cx="4015800" cy="3977280"/>
          </a:xfrm>
          <a:prstGeom prst="rect">
            <a:avLst/>
          </a:prstGeom>
        </p:spPr>
        <p:txBody>
          <a:bodyPr lIns="0" rIns="0" tIns="0" bIns="0">
            <a:normAutofit/>
          </a:bodyPr>
          <a:p>
            <a:endParaRPr b="0" lang="fr-FR" sz="3200" spc="-1" strike="noStrike">
              <a:solidFill>
                <a:srgbClr val="000000"/>
              </a:solidFill>
              <a:uFill>
                <a:solidFill>
                  <a:srgbClr val="ffffff"/>
                </a:solidFill>
              </a:uFill>
              <a:latin typeface="Calibri"/>
            </a:endParaRPr>
          </a:p>
        </p:txBody>
      </p:sp>
      <p:sp>
        <p:nvSpPr>
          <p:cNvPr id="50" name="PlaceHolder 3"/>
          <p:cNvSpPr>
            <a:spLocks noGrp="1"/>
          </p:cNvSpPr>
          <p:nvPr>
            <p:ph type="body"/>
          </p:nvPr>
        </p:nvSpPr>
        <p:spPr>
          <a:xfrm>
            <a:off x="4674240" y="1604520"/>
            <a:ext cx="4015800" cy="3977280"/>
          </a:xfrm>
          <a:prstGeom prst="rect">
            <a:avLst/>
          </a:prstGeom>
        </p:spPr>
        <p:txBody>
          <a:bodyPr lIns="0" rIns="0" tIns="0" bIns="0">
            <a:normAutofit/>
          </a:bodyPr>
          <a:p>
            <a:endParaRPr b="0" lang="fr-FR" sz="3200" spc="-1" strike="noStrike">
              <a:solidFill>
                <a:srgbClr val="000000"/>
              </a:solidFill>
              <a:uFill>
                <a:solidFill>
                  <a:srgbClr val="ffffff"/>
                </a:solidFill>
              </a:uFill>
              <a:latin typeface="Calibri"/>
            </a:endParaRP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51" name="PlaceHolder 1"/>
          <p:cNvSpPr>
            <a:spLocks noGrp="1"/>
          </p:cNvSpPr>
          <p:nvPr>
            <p:ph type="title"/>
          </p:nvPr>
        </p:nvSpPr>
        <p:spPr>
          <a:xfrm>
            <a:off x="685800" y="2130480"/>
            <a:ext cx="7772040" cy="1469520"/>
          </a:xfrm>
          <a:prstGeom prst="rect">
            <a:avLst/>
          </a:prstGeom>
        </p:spPr>
        <p:txBody>
          <a:bodyPr lIns="0" rIns="0" tIns="0" bIns="0" anchor="ctr"/>
          <a:p>
            <a:endParaRPr b="0" lang="fr-FR" sz="1800" spc="-1" strike="noStrike">
              <a:solidFill>
                <a:srgbClr val="000000"/>
              </a:solidFill>
              <a:uFill>
                <a:solidFill>
                  <a:srgbClr val="ffffff"/>
                </a:solidFill>
              </a:uFill>
              <a:latin typeface="Calibri"/>
            </a:endParaRP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52" name="PlaceHolder 1"/>
          <p:cNvSpPr>
            <a:spLocks noGrp="1"/>
          </p:cNvSpPr>
          <p:nvPr>
            <p:ph type="subTitle"/>
          </p:nvPr>
        </p:nvSpPr>
        <p:spPr>
          <a:xfrm>
            <a:off x="685800" y="2130480"/>
            <a:ext cx="7772040" cy="6813000"/>
          </a:xfrm>
          <a:prstGeom prst="rect">
            <a:avLst/>
          </a:prstGeom>
        </p:spPr>
        <p:txBody>
          <a:bodyPr lIns="0" rIns="0" tIns="0" bIns="0" anchor="ctr"/>
          <a:p>
            <a:pPr algn="ctr"/>
            <a:endParaRPr b="0" lang="fr-FR" sz="3200" spc="-1" strike="noStrike">
              <a:solidFill>
                <a:srgbClr val="000000"/>
              </a:solidFill>
              <a:uFill>
                <a:solidFill>
                  <a:srgbClr val="ffffff"/>
                </a:solidFill>
              </a:uFill>
              <a:latin typeface="Arial"/>
            </a:endParaRP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53" name="PlaceHolder 1"/>
          <p:cNvSpPr>
            <a:spLocks noGrp="1"/>
          </p:cNvSpPr>
          <p:nvPr>
            <p:ph type="title"/>
          </p:nvPr>
        </p:nvSpPr>
        <p:spPr>
          <a:xfrm>
            <a:off x="685800" y="2130480"/>
            <a:ext cx="7772040" cy="1469520"/>
          </a:xfrm>
          <a:prstGeom prst="rect">
            <a:avLst/>
          </a:prstGeom>
        </p:spPr>
        <p:txBody>
          <a:bodyPr lIns="0" rIns="0" tIns="0" bIns="0" anchor="ctr"/>
          <a:p>
            <a:endParaRPr b="0" lang="fr-FR" sz="1800" spc="-1" strike="noStrike">
              <a:solidFill>
                <a:srgbClr val="000000"/>
              </a:solidFill>
              <a:uFill>
                <a:solidFill>
                  <a:srgbClr val="ffffff"/>
                </a:solidFill>
              </a:uFill>
              <a:latin typeface="Calibri"/>
            </a:endParaRPr>
          </a:p>
        </p:txBody>
      </p:sp>
      <p:sp>
        <p:nvSpPr>
          <p:cNvPr id="54" name="PlaceHolder 2"/>
          <p:cNvSpPr>
            <a:spLocks noGrp="1"/>
          </p:cNvSpPr>
          <p:nvPr>
            <p:ph type="body"/>
          </p:nvPr>
        </p:nvSpPr>
        <p:spPr>
          <a:xfrm>
            <a:off x="457200" y="1604520"/>
            <a:ext cx="4015800" cy="1896840"/>
          </a:xfrm>
          <a:prstGeom prst="rect">
            <a:avLst/>
          </a:prstGeom>
        </p:spPr>
        <p:txBody>
          <a:bodyPr lIns="0" rIns="0" tIns="0" bIns="0">
            <a:normAutofit/>
          </a:bodyPr>
          <a:p>
            <a:endParaRPr b="0" lang="fr-FR" sz="3200" spc="-1" strike="noStrike">
              <a:solidFill>
                <a:srgbClr val="000000"/>
              </a:solidFill>
              <a:uFill>
                <a:solidFill>
                  <a:srgbClr val="ffffff"/>
                </a:solidFill>
              </a:uFill>
              <a:latin typeface="Calibri"/>
            </a:endParaRPr>
          </a:p>
        </p:txBody>
      </p:sp>
      <p:sp>
        <p:nvSpPr>
          <p:cNvPr id="55" name="PlaceHolder 3"/>
          <p:cNvSpPr>
            <a:spLocks noGrp="1"/>
          </p:cNvSpPr>
          <p:nvPr>
            <p:ph type="body"/>
          </p:nvPr>
        </p:nvSpPr>
        <p:spPr>
          <a:xfrm>
            <a:off x="457200" y="3682080"/>
            <a:ext cx="4015800" cy="1896840"/>
          </a:xfrm>
          <a:prstGeom prst="rect">
            <a:avLst/>
          </a:prstGeom>
        </p:spPr>
        <p:txBody>
          <a:bodyPr lIns="0" rIns="0" tIns="0" bIns="0">
            <a:normAutofit/>
          </a:bodyPr>
          <a:p>
            <a:endParaRPr b="0" lang="fr-FR" sz="3200" spc="-1" strike="noStrike">
              <a:solidFill>
                <a:srgbClr val="000000"/>
              </a:solidFill>
              <a:uFill>
                <a:solidFill>
                  <a:srgbClr val="ffffff"/>
                </a:solidFill>
              </a:uFill>
              <a:latin typeface="Calibri"/>
            </a:endParaRPr>
          </a:p>
        </p:txBody>
      </p:sp>
      <p:sp>
        <p:nvSpPr>
          <p:cNvPr id="56" name="PlaceHolder 4"/>
          <p:cNvSpPr>
            <a:spLocks noGrp="1"/>
          </p:cNvSpPr>
          <p:nvPr>
            <p:ph type="body"/>
          </p:nvPr>
        </p:nvSpPr>
        <p:spPr>
          <a:xfrm>
            <a:off x="4674240" y="1604520"/>
            <a:ext cx="4015800" cy="3977280"/>
          </a:xfrm>
          <a:prstGeom prst="rect">
            <a:avLst/>
          </a:prstGeom>
        </p:spPr>
        <p:txBody>
          <a:bodyPr lIns="0" rIns="0" tIns="0" bIns="0">
            <a:normAutofit/>
          </a:bodyPr>
          <a:p>
            <a:endParaRPr b="0" lang="fr-FR" sz="3200" spc="-1" strike="noStrike">
              <a:solidFill>
                <a:srgbClr val="000000"/>
              </a:solidFill>
              <a:uFill>
                <a:solidFill>
                  <a:srgbClr val="ffffff"/>
                </a:solidFill>
              </a:uFill>
              <a:latin typeface="Calibri"/>
            </a:endParaRP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57" name="PlaceHolder 1"/>
          <p:cNvSpPr>
            <a:spLocks noGrp="1"/>
          </p:cNvSpPr>
          <p:nvPr>
            <p:ph type="title"/>
          </p:nvPr>
        </p:nvSpPr>
        <p:spPr>
          <a:xfrm>
            <a:off x="685800" y="2130480"/>
            <a:ext cx="7772040" cy="1469520"/>
          </a:xfrm>
          <a:prstGeom prst="rect">
            <a:avLst/>
          </a:prstGeom>
        </p:spPr>
        <p:txBody>
          <a:bodyPr lIns="0" rIns="0" tIns="0" bIns="0" anchor="ctr"/>
          <a:p>
            <a:endParaRPr b="0" lang="fr-FR" sz="1800" spc="-1" strike="noStrike">
              <a:solidFill>
                <a:srgbClr val="000000"/>
              </a:solidFill>
              <a:uFill>
                <a:solidFill>
                  <a:srgbClr val="ffffff"/>
                </a:solidFill>
              </a:uFill>
              <a:latin typeface="Calibri"/>
            </a:endParaRPr>
          </a:p>
        </p:txBody>
      </p:sp>
      <p:sp>
        <p:nvSpPr>
          <p:cNvPr id="58" name="PlaceHolder 2"/>
          <p:cNvSpPr>
            <a:spLocks noGrp="1"/>
          </p:cNvSpPr>
          <p:nvPr>
            <p:ph type="body"/>
          </p:nvPr>
        </p:nvSpPr>
        <p:spPr>
          <a:xfrm>
            <a:off x="457200" y="1604520"/>
            <a:ext cx="4015800" cy="3977280"/>
          </a:xfrm>
          <a:prstGeom prst="rect">
            <a:avLst/>
          </a:prstGeom>
        </p:spPr>
        <p:txBody>
          <a:bodyPr lIns="0" rIns="0" tIns="0" bIns="0">
            <a:normAutofit/>
          </a:bodyPr>
          <a:p>
            <a:endParaRPr b="0" lang="fr-FR" sz="3200" spc="-1" strike="noStrike">
              <a:solidFill>
                <a:srgbClr val="000000"/>
              </a:solidFill>
              <a:uFill>
                <a:solidFill>
                  <a:srgbClr val="ffffff"/>
                </a:solidFill>
              </a:uFill>
              <a:latin typeface="Calibri"/>
            </a:endParaRPr>
          </a:p>
        </p:txBody>
      </p:sp>
      <p:sp>
        <p:nvSpPr>
          <p:cNvPr id="59" name="PlaceHolder 3"/>
          <p:cNvSpPr>
            <a:spLocks noGrp="1"/>
          </p:cNvSpPr>
          <p:nvPr>
            <p:ph type="body"/>
          </p:nvPr>
        </p:nvSpPr>
        <p:spPr>
          <a:xfrm>
            <a:off x="4674240" y="1604520"/>
            <a:ext cx="4015800" cy="1896840"/>
          </a:xfrm>
          <a:prstGeom prst="rect">
            <a:avLst/>
          </a:prstGeom>
        </p:spPr>
        <p:txBody>
          <a:bodyPr lIns="0" rIns="0" tIns="0" bIns="0">
            <a:normAutofit/>
          </a:bodyPr>
          <a:p>
            <a:endParaRPr b="0" lang="fr-FR" sz="3200" spc="-1" strike="noStrike">
              <a:solidFill>
                <a:srgbClr val="000000"/>
              </a:solidFill>
              <a:uFill>
                <a:solidFill>
                  <a:srgbClr val="ffffff"/>
                </a:solidFill>
              </a:uFill>
              <a:latin typeface="Calibri"/>
            </a:endParaRPr>
          </a:p>
        </p:txBody>
      </p:sp>
      <p:sp>
        <p:nvSpPr>
          <p:cNvPr id="60" name="PlaceHolder 4"/>
          <p:cNvSpPr>
            <a:spLocks noGrp="1"/>
          </p:cNvSpPr>
          <p:nvPr>
            <p:ph type="body"/>
          </p:nvPr>
        </p:nvSpPr>
        <p:spPr>
          <a:xfrm>
            <a:off x="4674240" y="3682080"/>
            <a:ext cx="4015800" cy="1896840"/>
          </a:xfrm>
          <a:prstGeom prst="rect">
            <a:avLst/>
          </a:prstGeom>
        </p:spPr>
        <p:txBody>
          <a:bodyPr lIns="0" rIns="0" tIns="0" bIns="0">
            <a:normAutofit/>
          </a:bodyPr>
          <a:p>
            <a:endParaRPr b="0" lang="fr-FR" sz="3200" spc="-1" strike="noStrike">
              <a:solidFill>
                <a:srgbClr val="000000"/>
              </a:solidFill>
              <a:uFill>
                <a:solidFill>
                  <a:srgbClr val="ffffff"/>
                </a:solidFill>
              </a:uFill>
              <a:latin typeface="Calibri"/>
            </a:endParaRP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61" name="PlaceHolder 1"/>
          <p:cNvSpPr>
            <a:spLocks noGrp="1"/>
          </p:cNvSpPr>
          <p:nvPr>
            <p:ph type="title"/>
          </p:nvPr>
        </p:nvSpPr>
        <p:spPr>
          <a:xfrm>
            <a:off x="685800" y="2130480"/>
            <a:ext cx="7772040" cy="1469520"/>
          </a:xfrm>
          <a:prstGeom prst="rect">
            <a:avLst/>
          </a:prstGeom>
        </p:spPr>
        <p:txBody>
          <a:bodyPr lIns="0" rIns="0" tIns="0" bIns="0" anchor="ctr"/>
          <a:p>
            <a:endParaRPr b="0" lang="fr-FR" sz="1800" spc="-1" strike="noStrike">
              <a:solidFill>
                <a:srgbClr val="000000"/>
              </a:solidFill>
              <a:uFill>
                <a:solidFill>
                  <a:srgbClr val="ffffff"/>
                </a:solidFill>
              </a:uFill>
              <a:latin typeface="Calibri"/>
            </a:endParaRPr>
          </a:p>
        </p:txBody>
      </p:sp>
      <p:sp>
        <p:nvSpPr>
          <p:cNvPr id="62" name="PlaceHolder 2"/>
          <p:cNvSpPr>
            <a:spLocks noGrp="1"/>
          </p:cNvSpPr>
          <p:nvPr>
            <p:ph type="body"/>
          </p:nvPr>
        </p:nvSpPr>
        <p:spPr>
          <a:xfrm>
            <a:off x="457200" y="1604520"/>
            <a:ext cx="4015800" cy="1896840"/>
          </a:xfrm>
          <a:prstGeom prst="rect">
            <a:avLst/>
          </a:prstGeom>
        </p:spPr>
        <p:txBody>
          <a:bodyPr lIns="0" rIns="0" tIns="0" bIns="0">
            <a:normAutofit/>
          </a:bodyPr>
          <a:p>
            <a:endParaRPr b="0" lang="fr-FR" sz="3200" spc="-1" strike="noStrike">
              <a:solidFill>
                <a:srgbClr val="000000"/>
              </a:solidFill>
              <a:uFill>
                <a:solidFill>
                  <a:srgbClr val="ffffff"/>
                </a:solidFill>
              </a:uFill>
              <a:latin typeface="Calibri"/>
            </a:endParaRPr>
          </a:p>
        </p:txBody>
      </p:sp>
      <p:sp>
        <p:nvSpPr>
          <p:cNvPr id="63" name="PlaceHolder 3"/>
          <p:cNvSpPr>
            <a:spLocks noGrp="1"/>
          </p:cNvSpPr>
          <p:nvPr>
            <p:ph type="body"/>
          </p:nvPr>
        </p:nvSpPr>
        <p:spPr>
          <a:xfrm>
            <a:off x="4674240" y="1604520"/>
            <a:ext cx="4015800" cy="1896840"/>
          </a:xfrm>
          <a:prstGeom prst="rect">
            <a:avLst/>
          </a:prstGeom>
        </p:spPr>
        <p:txBody>
          <a:bodyPr lIns="0" rIns="0" tIns="0" bIns="0">
            <a:normAutofit/>
          </a:bodyPr>
          <a:p>
            <a:endParaRPr b="0" lang="fr-FR" sz="3200" spc="-1" strike="noStrike">
              <a:solidFill>
                <a:srgbClr val="000000"/>
              </a:solidFill>
              <a:uFill>
                <a:solidFill>
                  <a:srgbClr val="ffffff"/>
                </a:solidFill>
              </a:uFill>
              <a:latin typeface="Calibri"/>
            </a:endParaRPr>
          </a:p>
        </p:txBody>
      </p:sp>
      <p:sp>
        <p:nvSpPr>
          <p:cNvPr id="64" name="PlaceHolder 4"/>
          <p:cNvSpPr>
            <a:spLocks noGrp="1"/>
          </p:cNvSpPr>
          <p:nvPr>
            <p:ph type="body"/>
          </p:nvPr>
        </p:nvSpPr>
        <p:spPr>
          <a:xfrm>
            <a:off x="457200" y="3682080"/>
            <a:ext cx="8229240" cy="1896840"/>
          </a:xfrm>
          <a:prstGeom prst="rect">
            <a:avLst/>
          </a:prstGeom>
        </p:spPr>
        <p:txBody>
          <a:bodyPr lIns="0" rIns="0" tIns="0" bIns="0">
            <a:normAutofit/>
          </a:bodyPr>
          <a:p>
            <a:endParaRPr b="0" lang="fr-FR" sz="3200" spc="-1" strike="noStrike">
              <a:solidFill>
                <a:srgbClr val="000000"/>
              </a:solidFill>
              <a:uFill>
                <a:solidFill>
                  <a:srgbClr val="ffffff"/>
                </a:solidFill>
              </a:uFill>
              <a:latin typeface="Calibri"/>
            </a:endParaRP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65" name="PlaceHolder 1"/>
          <p:cNvSpPr>
            <a:spLocks noGrp="1"/>
          </p:cNvSpPr>
          <p:nvPr>
            <p:ph type="title"/>
          </p:nvPr>
        </p:nvSpPr>
        <p:spPr>
          <a:xfrm>
            <a:off x="685800" y="2130480"/>
            <a:ext cx="7772040" cy="1469520"/>
          </a:xfrm>
          <a:prstGeom prst="rect">
            <a:avLst/>
          </a:prstGeom>
        </p:spPr>
        <p:txBody>
          <a:bodyPr lIns="0" rIns="0" tIns="0" bIns="0" anchor="ctr"/>
          <a:p>
            <a:endParaRPr b="0" lang="fr-FR" sz="1800" spc="-1" strike="noStrike">
              <a:solidFill>
                <a:srgbClr val="000000"/>
              </a:solidFill>
              <a:uFill>
                <a:solidFill>
                  <a:srgbClr val="ffffff"/>
                </a:solidFill>
              </a:uFill>
              <a:latin typeface="Calibri"/>
            </a:endParaRPr>
          </a:p>
        </p:txBody>
      </p:sp>
      <p:sp>
        <p:nvSpPr>
          <p:cNvPr id="66" name="PlaceHolder 2"/>
          <p:cNvSpPr>
            <a:spLocks noGrp="1"/>
          </p:cNvSpPr>
          <p:nvPr>
            <p:ph type="body"/>
          </p:nvPr>
        </p:nvSpPr>
        <p:spPr>
          <a:xfrm>
            <a:off x="457200" y="1604520"/>
            <a:ext cx="8229240" cy="1896840"/>
          </a:xfrm>
          <a:prstGeom prst="rect">
            <a:avLst/>
          </a:prstGeom>
        </p:spPr>
        <p:txBody>
          <a:bodyPr lIns="0" rIns="0" tIns="0" bIns="0">
            <a:normAutofit/>
          </a:bodyPr>
          <a:p>
            <a:endParaRPr b="0" lang="fr-FR" sz="3200" spc="-1" strike="noStrike">
              <a:solidFill>
                <a:srgbClr val="000000"/>
              </a:solidFill>
              <a:uFill>
                <a:solidFill>
                  <a:srgbClr val="ffffff"/>
                </a:solidFill>
              </a:uFill>
              <a:latin typeface="Calibri"/>
            </a:endParaRPr>
          </a:p>
        </p:txBody>
      </p:sp>
      <p:sp>
        <p:nvSpPr>
          <p:cNvPr id="67" name="PlaceHolder 3"/>
          <p:cNvSpPr>
            <a:spLocks noGrp="1"/>
          </p:cNvSpPr>
          <p:nvPr>
            <p:ph type="body"/>
          </p:nvPr>
        </p:nvSpPr>
        <p:spPr>
          <a:xfrm>
            <a:off x="457200" y="3682080"/>
            <a:ext cx="8229240" cy="1896840"/>
          </a:xfrm>
          <a:prstGeom prst="rect">
            <a:avLst/>
          </a:prstGeom>
        </p:spPr>
        <p:txBody>
          <a:bodyPr lIns="0" rIns="0" tIns="0" bIns="0">
            <a:normAutofit/>
          </a:bodyPr>
          <a:p>
            <a:endParaRPr b="0" lang="fr-FR" sz="3200" spc="-1" strike="noStrike">
              <a:solidFill>
                <a:srgbClr val="000000"/>
              </a:solidFill>
              <a:uFill>
                <a:solidFill>
                  <a:srgbClr val="ffffff"/>
                </a:solidFill>
              </a:uFill>
              <a:latin typeface="Calibri"/>
            </a:endParaRPr>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68" name="PlaceHolder 1"/>
          <p:cNvSpPr>
            <a:spLocks noGrp="1"/>
          </p:cNvSpPr>
          <p:nvPr>
            <p:ph type="title"/>
          </p:nvPr>
        </p:nvSpPr>
        <p:spPr>
          <a:xfrm>
            <a:off x="685800" y="2130480"/>
            <a:ext cx="7772040" cy="1469520"/>
          </a:xfrm>
          <a:prstGeom prst="rect">
            <a:avLst/>
          </a:prstGeom>
        </p:spPr>
        <p:txBody>
          <a:bodyPr lIns="0" rIns="0" tIns="0" bIns="0" anchor="ctr"/>
          <a:p>
            <a:endParaRPr b="0" lang="fr-FR" sz="1800" spc="-1" strike="noStrike">
              <a:solidFill>
                <a:srgbClr val="000000"/>
              </a:solidFill>
              <a:uFill>
                <a:solidFill>
                  <a:srgbClr val="ffffff"/>
                </a:solidFill>
              </a:uFill>
              <a:latin typeface="Calibri"/>
            </a:endParaRPr>
          </a:p>
        </p:txBody>
      </p:sp>
      <p:sp>
        <p:nvSpPr>
          <p:cNvPr id="69" name="PlaceHolder 2"/>
          <p:cNvSpPr>
            <a:spLocks noGrp="1"/>
          </p:cNvSpPr>
          <p:nvPr>
            <p:ph type="body"/>
          </p:nvPr>
        </p:nvSpPr>
        <p:spPr>
          <a:xfrm>
            <a:off x="457200" y="1604520"/>
            <a:ext cx="4015800" cy="1896840"/>
          </a:xfrm>
          <a:prstGeom prst="rect">
            <a:avLst/>
          </a:prstGeom>
        </p:spPr>
        <p:txBody>
          <a:bodyPr lIns="0" rIns="0" tIns="0" bIns="0">
            <a:normAutofit/>
          </a:bodyPr>
          <a:p>
            <a:endParaRPr b="0" lang="fr-FR" sz="3200" spc="-1" strike="noStrike">
              <a:solidFill>
                <a:srgbClr val="000000"/>
              </a:solidFill>
              <a:uFill>
                <a:solidFill>
                  <a:srgbClr val="ffffff"/>
                </a:solidFill>
              </a:uFill>
              <a:latin typeface="Calibri"/>
            </a:endParaRPr>
          </a:p>
        </p:txBody>
      </p:sp>
      <p:sp>
        <p:nvSpPr>
          <p:cNvPr id="70" name="PlaceHolder 3"/>
          <p:cNvSpPr>
            <a:spLocks noGrp="1"/>
          </p:cNvSpPr>
          <p:nvPr>
            <p:ph type="body"/>
          </p:nvPr>
        </p:nvSpPr>
        <p:spPr>
          <a:xfrm>
            <a:off x="4674240" y="1604520"/>
            <a:ext cx="4015800" cy="1896840"/>
          </a:xfrm>
          <a:prstGeom prst="rect">
            <a:avLst/>
          </a:prstGeom>
        </p:spPr>
        <p:txBody>
          <a:bodyPr lIns="0" rIns="0" tIns="0" bIns="0">
            <a:normAutofit/>
          </a:bodyPr>
          <a:p>
            <a:endParaRPr b="0" lang="fr-FR" sz="3200" spc="-1" strike="noStrike">
              <a:solidFill>
                <a:srgbClr val="000000"/>
              </a:solidFill>
              <a:uFill>
                <a:solidFill>
                  <a:srgbClr val="ffffff"/>
                </a:solidFill>
              </a:uFill>
              <a:latin typeface="Calibri"/>
            </a:endParaRPr>
          </a:p>
        </p:txBody>
      </p:sp>
      <p:sp>
        <p:nvSpPr>
          <p:cNvPr id="71" name="PlaceHolder 4"/>
          <p:cNvSpPr>
            <a:spLocks noGrp="1"/>
          </p:cNvSpPr>
          <p:nvPr>
            <p:ph type="body"/>
          </p:nvPr>
        </p:nvSpPr>
        <p:spPr>
          <a:xfrm>
            <a:off x="4674240" y="3682080"/>
            <a:ext cx="4015800" cy="1896840"/>
          </a:xfrm>
          <a:prstGeom prst="rect">
            <a:avLst/>
          </a:prstGeom>
        </p:spPr>
        <p:txBody>
          <a:bodyPr lIns="0" rIns="0" tIns="0" bIns="0">
            <a:normAutofit/>
          </a:bodyPr>
          <a:p>
            <a:endParaRPr b="0" lang="fr-FR" sz="3200" spc="-1" strike="noStrike">
              <a:solidFill>
                <a:srgbClr val="000000"/>
              </a:solidFill>
              <a:uFill>
                <a:solidFill>
                  <a:srgbClr val="ffffff"/>
                </a:solidFill>
              </a:uFill>
              <a:latin typeface="Calibri"/>
            </a:endParaRPr>
          </a:p>
        </p:txBody>
      </p:sp>
      <p:sp>
        <p:nvSpPr>
          <p:cNvPr id="72" name="PlaceHolder 5"/>
          <p:cNvSpPr>
            <a:spLocks noGrp="1"/>
          </p:cNvSpPr>
          <p:nvPr>
            <p:ph type="body"/>
          </p:nvPr>
        </p:nvSpPr>
        <p:spPr>
          <a:xfrm>
            <a:off x="457200" y="3682080"/>
            <a:ext cx="4015800" cy="1896840"/>
          </a:xfrm>
          <a:prstGeom prst="rect">
            <a:avLst/>
          </a:prstGeom>
        </p:spPr>
        <p:txBody>
          <a:bodyPr lIns="0" rIns="0" tIns="0" bIns="0">
            <a:normAutofit/>
          </a:bodyPr>
          <a:p>
            <a:endParaRPr b="0" lang="fr-FR" sz="3200" spc="-1" strike="noStrike">
              <a:solidFill>
                <a:srgbClr val="000000"/>
              </a:solidFill>
              <a:uFill>
                <a:solidFill>
                  <a:srgbClr val="ffffff"/>
                </a:solidFill>
              </a:uFill>
              <a:latin typeface="Calibri"/>
            </a:endParaRPr>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73" name="PlaceHolder 1"/>
          <p:cNvSpPr>
            <a:spLocks noGrp="1"/>
          </p:cNvSpPr>
          <p:nvPr>
            <p:ph type="title"/>
          </p:nvPr>
        </p:nvSpPr>
        <p:spPr>
          <a:xfrm>
            <a:off x="685800" y="2130480"/>
            <a:ext cx="7772040" cy="1469520"/>
          </a:xfrm>
          <a:prstGeom prst="rect">
            <a:avLst/>
          </a:prstGeom>
        </p:spPr>
        <p:txBody>
          <a:bodyPr lIns="0" rIns="0" tIns="0" bIns="0" anchor="ctr"/>
          <a:p>
            <a:endParaRPr b="0" lang="fr-FR" sz="1800" spc="-1" strike="noStrike">
              <a:solidFill>
                <a:srgbClr val="000000"/>
              </a:solidFill>
              <a:uFill>
                <a:solidFill>
                  <a:srgbClr val="ffffff"/>
                </a:solidFill>
              </a:uFill>
              <a:latin typeface="Calibri"/>
            </a:endParaRPr>
          </a:p>
        </p:txBody>
      </p:sp>
      <p:sp>
        <p:nvSpPr>
          <p:cNvPr id="74" name="PlaceHolder 2"/>
          <p:cNvSpPr>
            <a:spLocks noGrp="1"/>
          </p:cNvSpPr>
          <p:nvPr>
            <p:ph type="body"/>
          </p:nvPr>
        </p:nvSpPr>
        <p:spPr>
          <a:xfrm>
            <a:off x="457200" y="1604520"/>
            <a:ext cx="2649600" cy="1896840"/>
          </a:xfrm>
          <a:prstGeom prst="rect">
            <a:avLst/>
          </a:prstGeom>
        </p:spPr>
        <p:txBody>
          <a:bodyPr lIns="0" rIns="0" tIns="0" bIns="0">
            <a:normAutofit/>
          </a:bodyPr>
          <a:p>
            <a:endParaRPr b="0" lang="fr-FR" sz="3200" spc="-1" strike="noStrike">
              <a:solidFill>
                <a:srgbClr val="000000"/>
              </a:solidFill>
              <a:uFill>
                <a:solidFill>
                  <a:srgbClr val="ffffff"/>
                </a:solidFill>
              </a:uFill>
              <a:latin typeface="Calibri"/>
            </a:endParaRPr>
          </a:p>
        </p:txBody>
      </p:sp>
      <p:sp>
        <p:nvSpPr>
          <p:cNvPr id="75" name="PlaceHolder 3"/>
          <p:cNvSpPr>
            <a:spLocks noGrp="1"/>
          </p:cNvSpPr>
          <p:nvPr>
            <p:ph type="body"/>
          </p:nvPr>
        </p:nvSpPr>
        <p:spPr>
          <a:xfrm>
            <a:off x="3239640" y="1604520"/>
            <a:ext cx="2649600" cy="1896840"/>
          </a:xfrm>
          <a:prstGeom prst="rect">
            <a:avLst/>
          </a:prstGeom>
        </p:spPr>
        <p:txBody>
          <a:bodyPr lIns="0" rIns="0" tIns="0" bIns="0">
            <a:normAutofit/>
          </a:bodyPr>
          <a:p>
            <a:endParaRPr b="0" lang="fr-FR" sz="3200" spc="-1" strike="noStrike">
              <a:solidFill>
                <a:srgbClr val="000000"/>
              </a:solidFill>
              <a:uFill>
                <a:solidFill>
                  <a:srgbClr val="ffffff"/>
                </a:solidFill>
              </a:uFill>
              <a:latin typeface="Calibri"/>
            </a:endParaRPr>
          </a:p>
        </p:txBody>
      </p:sp>
      <p:sp>
        <p:nvSpPr>
          <p:cNvPr id="76" name="PlaceHolder 4"/>
          <p:cNvSpPr>
            <a:spLocks noGrp="1"/>
          </p:cNvSpPr>
          <p:nvPr>
            <p:ph type="body"/>
          </p:nvPr>
        </p:nvSpPr>
        <p:spPr>
          <a:xfrm>
            <a:off x="6022080" y="1604520"/>
            <a:ext cx="2649600" cy="1896840"/>
          </a:xfrm>
          <a:prstGeom prst="rect">
            <a:avLst/>
          </a:prstGeom>
        </p:spPr>
        <p:txBody>
          <a:bodyPr lIns="0" rIns="0" tIns="0" bIns="0">
            <a:normAutofit/>
          </a:bodyPr>
          <a:p>
            <a:endParaRPr b="0" lang="fr-FR" sz="3200" spc="-1" strike="noStrike">
              <a:solidFill>
                <a:srgbClr val="000000"/>
              </a:solidFill>
              <a:uFill>
                <a:solidFill>
                  <a:srgbClr val="ffffff"/>
                </a:solidFill>
              </a:uFill>
              <a:latin typeface="Calibri"/>
            </a:endParaRPr>
          </a:p>
        </p:txBody>
      </p:sp>
      <p:sp>
        <p:nvSpPr>
          <p:cNvPr id="77" name="PlaceHolder 5"/>
          <p:cNvSpPr>
            <a:spLocks noGrp="1"/>
          </p:cNvSpPr>
          <p:nvPr>
            <p:ph type="body"/>
          </p:nvPr>
        </p:nvSpPr>
        <p:spPr>
          <a:xfrm>
            <a:off x="6022080" y="3682080"/>
            <a:ext cx="2649600" cy="1896840"/>
          </a:xfrm>
          <a:prstGeom prst="rect">
            <a:avLst/>
          </a:prstGeom>
        </p:spPr>
        <p:txBody>
          <a:bodyPr lIns="0" rIns="0" tIns="0" bIns="0">
            <a:normAutofit/>
          </a:bodyPr>
          <a:p>
            <a:endParaRPr b="0" lang="fr-FR" sz="3200" spc="-1" strike="noStrike">
              <a:solidFill>
                <a:srgbClr val="000000"/>
              </a:solidFill>
              <a:uFill>
                <a:solidFill>
                  <a:srgbClr val="ffffff"/>
                </a:solidFill>
              </a:uFill>
              <a:latin typeface="Calibri"/>
            </a:endParaRPr>
          </a:p>
        </p:txBody>
      </p:sp>
      <p:sp>
        <p:nvSpPr>
          <p:cNvPr id="78" name="PlaceHolder 6"/>
          <p:cNvSpPr>
            <a:spLocks noGrp="1"/>
          </p:cNvSpPr>
          <p:nvPr>
            <p:ph type="body"/>
          </p:nvPr>
        </p:nvSpPr>
        <p:spPr>
          <a:xfrm>
            <a:off x="3239640" y="3682080"/>
            <a:ext cx="2649600" cy="1896840"/>
          </a:xfrm>
          <a:prstGeom prst="rect">
            <a:avLst/>
          </a:prstGeom>
        </p:spPr>
        <p:txBody>
          <a:bodyPr lIns="0" rIns="0" tIns="0" bIns="0">
            <a:normAutofit/>
          </a:bodyPr>
          <a:p>
            <a:endParaRPr b="0" lang="fr-FR" sz="3200" spc="-1" strike="noStrike">
              <a:solidFill>
                <a:srgbClr val="000000"/>
              </a:solidFill>
              <a:uFill>
                <a:solidFill>
                  <a:srgbClr val="ffffff"/>
                </a:solidFill>
              </a:uFill>
              <a:latin typeface="Calibri"/>
            </a:endParaRPr>
          </a:p>
        </p:txBody>
      </p:sp>
      <p:sp>
        <p:nvSpPr>
          <p:cNvPr id="79" name="PlaceHolder 7"/>
          <p:cNvSpPr>
            <a:spLocks noGrp="1"/>
          </p:cNvSpPr>
          <p:nvPr>
            <p:ph type="body"/>
          </p:nvPr>
        </p:nvSpPr>
        <p:spPr>
          <a:xfrm>
            <a:off x="457200" y="3682080"/>
            <a:ext cx="2649600" cy="1896840"/>
          </a:xfrm>
          <a:prstGeom prst="rect">
            <a:avLst/>
          </a:prstGeom>
        </p:spPr>
        <p:txBody>
          <a:bodyPr lIns="0" rIns="0" tIns="0" bIns="0">
            <a:normAutofit/>
          </a:bodyPr>
          <a:p>
            <a:endParaRPr b="0" lang="fr-FR" sz="3200" spc="-1" strike="noStrike">
              <a:solidFill>
                <a:srgbClr val="000000"/>
              </a:solidFill>
              <a:uFill>
                <a:solidFill>
                  <a:srgbClr val="ffffff"/>
                </a:solidFill>
              </a:uFill>
              <a:latin typeface="Calibri"/>
            </a:endParaRPr>
          </a:p>
        </p:txBody>
      </p:sp>
    </p:spTree>
  </p:cSld>
</p:sldLayout>
</file>

<file path=ppt/slideLayouts/slideLayout2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2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82" name="PlaceHolder 1"/>
          <p:cNvSpPr>
            <a:spLocks noGrp="1"/>
          </p:cNvSpPr>
          <p:nvPr>
            <p:ph type="title"/>
          </p:nvPr>
        </p:nvSpPr>
        <p:spPr>
          <a:xfrm>
            <a:off x="685800" y="2130480"/>
            <a:ext cx="7772040" cy="1469520"/>
          </a:xfrm>
          <a:prstGeom prst="rect">
            <a:avLst/>
          </a:prstGeom>
        </p:spPr>
        <p:txBody>
          <a:bodyPr lIns="0" rIns="0" tIns="0" bIns="0" anchor="ctr"/>
          <a:p>
            <a:endParaRPr b="0" lang="fr-FR" sz="1800" spc="-1" strike="noStrike">
              <a:solidFill>
                <a:srgbClr val="000000"/>
              </a:solidFill>
              <a:uFill>
                <a:solidFill>
                  <a:srgbClr val="ffffff"/>
                </a:solidFill>
              </a:uFill>
              <a:latin typeface="Calibri"/>
            </a:endParaRPr>
          </a:p>
        </p:txBody>
      </p:sp>
      <p:sp>
        <p:nvSpPr>
          <p:cNvPr id="83" name="PlaceHolder 2"/>
          <p:cNvSpPr>
            <a:spLocks noGrp="1"/>
          </p:cNvSpPr>
          <p:nvPr>
            <p:ph type="subTitle"/>
          </p:nvPr>
        </p:nvSpPr>
        <p:spPr>
          <a:xfrm>
            <a:off x="457200" y="1604520"/>
            <a:ext cx="8229240" cy="3977280"/>
          </a:xfrm>
          <a:prstGeom prst="rect">
            <a:avLst/>
          </a:prstGeom>
        </p:spPr>
        <p:txBody>
          <a:bodyPr lIns="0" rIns="0" tIns="0" bIns="0" anchor="ctr"/>
          <a:p>
            <a:pPr algn="ctr"/>
            <a:endParaRPr b="0" lang="fr-FR" sz="3200" spc="-1" strike="noStrike">
              <a:solidFill>
                <a:srgbClr val="000000"/>
              </a:solidFill>
              <a:uFill>
                <a:solidFill>
                  <a:srgbClr val="ffffff"/>
                </a:solidFill>
              </a:uFill>
              <a:latin typeface="Arial"/>
            </a:endParaRPr>
          </a:p>
        </p:txBody>
      </p:sp>
    </p:spTree>
  </p:cSld>
</p:sldLayout>
</file>

<file path=ppt/slideLayouts/slideLayout2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84" name="PlaceHolder 1"/>
          <p:cNvSpPr>
            <a:spLocks noGrp="1"/>
          </p:cNvSpPr>
          <p:nvPr>
            <p:ph type="title"/>
          </p:nvPr>
        </p:nvSpPr>
        <p:spPr>
          <a:xfrm>
            <a:off x="685800" y="2130480"/>
            <a:ext cx="7772040" cy="1469520"/>
          </a:xfrm>
          <a:prstGeom prst="rect">
            <a:avLst/>
          </a:prstGeom>
        </p:spPr>
        <p:txBody>
          <a:bodyPr lIns="0" rIns="0" tIns="0" bIns="0" anchor="ctr"/>
          <a:p>
            <a:endParaRPr b="0" lang="fr-FR" sz="1800" spc="-1" strike="noStrike">
              <a:solidFill>
                <a:srgbClr val="000000"/>
              </a:solidFill>
              <a:uFill>
                <a:solidFill>
                  <a:srgbClr val="ffffff"/>
                </a:solidFill>
              </a:uFill>
              <a:latin typeface="Calibri"/>
            </a:endParaRPr>
          </a:p>
        </p:txBody>
      </p:sp>
      <p:sp>
        <p:nvSpPr>
          <p:cNvPr id="85" name="PlaceHolder 2"/>
          <p:cNvSpPr>
            <a:spLocks noGrp="1"/>
          </p:cNvSpPr>
          <p:nvPr>
            <p:ph type="body"/>
          </p:nvPr>
        </p:nvSpPr>
        <p:spPr>
          <a:xfrm>
            <a:off x="457200" y="1604520"/>
            <a:ext cx="8229240" cy="3977280"/>
          </a:xfrm>
          <a:prstGeom prst="rect">
            <a:avLst/>
          </a:prstGeom>
        </p:spPr>
        <p:txBody>
          <a:bodyPr lIns="0" rIns="0" tIns="0" bIns="0">
            <a:normAutofit/>
          </a:bodyPr>
          <a:p>
            <a:endParaRPr b="0" lang="fr-FR" sz="3200" spc="-1" strike="noStrike">
              <a:solidFill>
                <a:srgbClr val="000000"/>
              </a:solidFill>
              <a:uFill>
                <a:solidFill>
                  <a:srgbClr val="ffffff"/>
                </a:solidFill>
              </a:uFill>
              <a:latin typeface="Calibri"/>
            </a:endParaRPr>
          </a:p>
        </p:txBody>
      </p:sp>
    </p:spTree>
  </p:cSld>
</p:sldLayout>
</file>

<file path=ppt/slideLayouts/slideLayout2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86" name="PlaceHolder 1"/>
          <p:cNvSpPr>
            <a:spLocks noGrp="1"/>
          </p:cNvSpPr>
          <p:nvPr>
            <p:ph type="title"/>
          </p:nvPr>
        </p:nvSpPr>
        <p:spPr>
          <a:xfrm>
            <a:off x="685800" y="2130480"/>
            <a:ext cx="7772040" cy="1469520"/>
          </a:xfrm>
          <a:prstGeom prst="rect">
            <a:avLst/>
          </a:prstGeom>
        </p:spPr>
        <p:txBody>
          <a:bodyPr lIns="0" rIns="0" tIns="0" bIns="0" anchor="ctr"/>
          <a:p>
            <a:endParaRPr b="0" lang="fr-FR" sz="1800" spc="-1" strike="noStrike">
              <a:solidFill>
                <a:srgbClr val="000000"/>
              </a:solidFill>
              <a:uFill>
                <a:solidFill>
                  <a:srgbClr val="ffffff"/>
                </a:solidFill>
              </a:uFill>
              <a:latin typeface="Calibri"/>
            </a:endParaRPr>
          </a:p>
        </p:txBody>
      </p:sp>
      <p:sp>
        <p:nvSpPr>
          <p:cNvPr id="87" name="PlaceHolder 2"/>
          <p:cNvSpPr>
            <a:spLocks noGrp="1"/>
          </p:cNvSpPr>
          <p:nvPr>
            <p:ph type="body"/>
          </p:nvPr>
        </p:nvSpPr>
        <p:spPr>
          <a:xfrm>
            <a:off x="457200" y="1604520"/>
            <a:ext cx="4015800" cy="3977280"/>
          </a:xfrm>
          <a:prstGeom prst="rect">
            <a:avLst/>
          </a:prstGeom>
        </p:spPr>
        <p:txBody>
          <a:bodyPr lIns="0" rIns="0" tIns="0" bIns="0">
            <a:normAutofit/>
          </a:bodyPr>
          <a:p>
            <a:endParaRPr b="0" lang="fr-FR" sz="3200" spc="-1" strike="noStrike">
              <a:solidFill>
                <a:srgbClr val="000000"/>
              </a:solidFill>
              <a:uFill>
                <a:solidFill>
                  <a:srgbClr val="ffffff"/>
                </a:solidFill>
              </a:uFill>
              <a:latin typeface="Calibri"/>
            </a:endParaRPr>
          </a:p>
        </p:txBody>
      </p:sp>
      <p:sp>
        <p:nvSpPr>
          <p:cNvPr id="88" name="PlaceHolder 3"/>
          <p:cNvSpPr>
            <a:spLocks noGrp="1"/>
          </p:cNvSpPr>
          <p:nvPr>
            <p:ph type="body"/>
          </p:nvPr>
        </p:nvSpPr>
        <p:spPr>
          <a:xfrm>
            <a:off x="4674240" y="1604520"/>
            <a:ext cx="4015800" cy="3977280"/>
          </a:xfrm>
          <a:prstGeom prst="rect">
            <a:avLst/>
          </a:prstGeom>
        </p:spPr>
        <p:txBody>
          <a:bodyPr lIns="0" rIns="0" tIns="0" bIns="0">
            <a:normAutofit/>
          </a:bodyPr>
          <a:p>
            <a:endParaRPr b="0" lang="fr-FR" sz="3200" spc="-1" strike="noStrike">
              <a:solidFill>
                <a:srgbClr val="000000"/>
              </a:solidFill>
              <a:uFill>
                <a:solidFill>
                  <a:srgbClr val="ffffff"/>
                </a:solidFill>
              </a:uFill>
              <a:latin typeface="Calibri"/>
            </a:endParaRPr>
          </a:p>
        </p:txBody>
      </p:sp>
    </p:spTree>
  </p:cSld>
</p:sldLayout>
</file>

<file path=ppt/slideLayouts/slideLayout2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89" name="PlaceHolder 1"/>
          <p:cNvSpPr>
            <a:spLocks noGrp="1"/>
          </p:cNvSpPr>
          <p:nvPr>
            <p:ph type="title"/>
          </p:nvPr>
        </p:nvSpPr>
        <p:spPr>
          <a:xfrm>
            <a:off x="685800" y="2130480"/>
            <a:ext cx="7772040" cy="1469520"/>
          </a:xfrm>
          <a:prstGeom prst="rect">
            <a:avLst/>
          </a:prstGeom>
        </p:spPr>
        <p:txBody>
          <a:bodyPr lIns="0" rIns="0" tIns="0" bIns="0" anchor="ctr"/>
          <a:p>
            <a:endParaRPr b="0" lang="fr-FR" sz="1800" spc="-1" strike="noStrike">
              <a:solidFill>
                <a:srgbClr val="000000"/>
              </a:solidFill>
              <a:uFill>
                <a:solidFill>
                  <a:srgbClr val="ffffff"/>
                </a:solidFill>
              </a:uFill>
              <a:latin typeface="Calibri"/>
            </a:endParaRPr>
          </a:p>
        </p:txBody>
      </p:sp>
    </p:spTree>
  </p:cSld>
</p:sldLayout>
</file>

<file path=ppt/slideLayouts/slideLayout3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90" name="PlaceHolder 1"/>
          <p:cNvSpPr>
            <a:spLocks noGrp="1"/>
          </p:cNvSpPr>
          <p:nvPr>
            <p:ph type="subTitle"/>
          </p:nvPr>
        </p:nvSpPr>
        <p:spPr>
          <a:xfrm>
            <a:off x="685800" y="2130480"/>
            <a:ext cx="7772040" cy="6813000"/>
          </a:xfrm>
          <a:prstGeom prst="rect">
            <a:avLst/>
          </a:prstGeom>
        </p:spPr>
        <p:txBody>
          <a:bodyPr lIns="0" rIns="0" tIns="0" bIns="0" anchor="ctr"/>
          <a:p>
            <a:pPr algn="ctr"/>
            <a:endParaRPr b="0" lang="fr-FR" sz="3200" spc="-1" strike="noStrike">
              <a:solidFill>
                <a:srgbClr val="000000"/>
              </a:solidFill>
              <a:uFill>
                <a:solidFill>
                  <a:srgbClr val="ffffff"/>
                </a:solidFill>
              </a:uFill>
              <a:latin typeface="Arial"/>
            </a:endParaRPr>
          </a:p>
        </p:txBody>
      </p:sp>
    </p:spTree>
  </p:cSld>
</p:sldLayout>
</file>

<file path=ppt/slideLayouts/slideLayout3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91" name="PlaceHolder 1"/>
          <p:cNvSpPr>
            <a:spLocks noGrp="1"/>
          </p:cNvSpPr>
          <p:nvPr>
            <p:ph type="title"/>
          </p:nvPr>
        </p:nvSpPr>
        <p:spPr>
          <a:xfrm>
            <a:off x="685800" y="2130480"/>
            <a:ext cx="7772040" cy="1469520"/>
          </a:xfrm>
          <a:prstGeom prst="rect">
            <a:avLst/>
          </a:prstGeom>
        </p:spPr>
        <p:txBody>
          <a:bodyPr lIns="0" rIns="0" tIns="0" bIns="0" anchor="ctr"/>
          <a:p>
            <a:endParaRPr b="0" lang="fr-FR" sz="1800" spc="-1" strike="noStrike">
              <a:solidFill>
                <a:srgbClr val="000000"/>
              </a:solidFill>
              <a:uFill>
                <a:solidFill>
                  <a:srgbClr val="ffffff"/>
                </a:solidFill>
              </a:uFill>
              <a:latin typeface="Calibri"/>
            </a:endParaRPr>
          </a:p>
        </p:txBody>
      </p:sp>
      <p:sp>
        <p:nvSpPr>
          <p:cNvPr id="92" name="PlaceHolder 2"/>
          <p:cNvSpPr>
            <a:spLocks noGrp="1"/>
          </p:cNvSpPr>
          <p:nvPr>
            <p:ph type="body"/>
          </p:nvPr>
        </p:nvSpPr>
        <p:spPr>
          <a:xfrm>
            <a:off x="457200" y="1604520"/>
            <a:ext cx="4015800" cy="1896840"/>
          </a:xfrm>
          <a:prstGeom prst="rect">
            <a:avLst/>
          </a:prstGeom>
        </p:spPr>
        <p:txBody>
          <a:bodyPr lIns="0" rIns="0" tIns="0" bIns="0">
            <a:normAutofit/>
          </a:bodyPr>
          <a:p>
            <a:endParaRPr b="0" lang="fr-FR" sz="3200" spc="-1" strike="noStrike">
              <a:solidFill>
                <a:srgbClr val="000000"/>
              </a:solidFill>
              <a:uFill>
                <a:solidFill>
                  <a:srgbClr val="ffffff"/>
                </a:solidFill>
              </a:uFill>
              <a:latin typeface="Calibri"/>
            </a:endParaRPr>
          </a:p>
        </p:txBody>
      </p:sp>
      <p:sp>
        <p:nvSpPr>
          <p:cNvPr id="93" name="PlaceHolder 3"/>
          <p:cNvSpPr>
            <a:spLocks noGrp="1"/>
          </p:cNvSpPr>
          <p:nvPr>
            <p:ph type="body"/>
          </p:nvPr>
        </p:nvSpPr>
        <p:spPr>
          <a:xfrm>
            <a:off x="457200" y="3682080"/>
            <a:ext cx="4015800" cy="1896840"/>
          </a:xfrm>
          <a:prstGeom prst="rect">
            <a:avLst/>
          </a:prstGeom>
        </p:spPr>
        <p:txBody>
          <a:bodyPr lIns="0" rIns="0" tIns="0" bIns="0">
            <a:normAutofit/>
          </a:bodyPr>
          <a:p>
            <a:endParaRPr b="0" lang="fr-FR" sz="3200" spc="-1" strike="noStrike">
              <a:solidFill>
                <a:srgbClr val="000000"/>
              </a:solidFill>
              <a:uFill>
                <a:solidFill>
                  <a:srgbClr val="ffffff"/>
                </a:solidFill>
              </a:uFill>
              <a:latin typeface="Calibri"/>
            </a:endParaRPr>
          </a:p>
        </p:txBody>
      </p:sp>
      <p:sp>
        <p:nvSpPr>
          <p:cNvPr id="94" name="PlaceHolder 4"/>
          <p:cNvSpPr>
            <a:spLocks noGrp="1"/>
          </p:cNvSpPr>
          <p:nvPr>
            <p:ph type="body"/>
          </p:nvPr>
        </p:nvSpPr>
        <p:spPr>
          <a:xfrm>
            <a:off x="4674240" y="1604520"/>
            <a:ext cx="4015800" cy="3977280"/>
          </a:xfrm>
          <a:prstGeom prst="rect">
            <a:avLst/>
          </a:prstGeom>
        </p:spPr>
        <p:txBody>
          <a:bodyPr lIns="0" rIns="0" tIns="0" bIns="0">
            <a:normAutofit/>
          </a:bodyPr>
          <a:p>
            <a:endParaRPr b="0" lang="fr-FR" sz="3200" spc="-1" strike="noStrike">
              <a:solidFill>
                <a:srgbClr val="000000"/>
              </a:solidFill>
              <a:uFill>
                <a:solidFill>
                  <a:srgbClr val="ffffff"/>
                </a:solidFill>
              </a:uFill>
              <a:latin typeface="Calibri"/>
            </a:endParaRPr>
          </a:p>
        </p:txBody>
      </p:sp>
    </p:spTree>
  </p:cSld>
</p:sldLayout>
</file>

<file path=ppt/slideLayouts/slideLayout3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95" name="PlaceHolder 1"/>
          <p:cNvSpPr>
            <a:spLocks noGrp="1"/>
          </p:cNvSpPr>
          <p:nvPr>
            <p:ph type="title"/>
          </p:nvPr>
        </p:nvSpPr>
        <p:spPr>
          <a:xfrm>
            <a:off x="685800" y="2130480"/>
            <a:ext cx="7772040" cy="1469520"/>
          </a:xfrm>
          <a:prstGeom prst="rect">
            <a:avLst/>
          </a:prstGeom>
        </p:spPr>
        <p:txBody>
          <a:bodyPr lIns="0" rIns="0" tIns="0" bIns="0" anchor="ctr"/>
          <a:p>
            <a:endParaRPr b="0" lang="fr-FR" sz="1800" spc="-1" strike="noStrike">
              <a:solidFill>
                <a:srgbClr val="000000"/>
              </a:solidFill>
              <a:uFill>
                <a:solidFill>
                  <a:srgbClr val="ffffff"/>
                </a:solidFill>
              </a:uFill>
              <a:latin typeface="Calibri"/>
            </a:endParaRPr>
          </a:p>
        </p:txBody>
      </p:sp>
      <p:sp>
        <p:nvSpPr>
          <p:cNvPr id="96" name="PlaceHolder 2"/>
          <p:cNvSpPr>
            <a:spLocks noGrp="1"/>
          </p:cNvSpPr>
          <p:nvPr>
            <p:ph type="body"/>
          </p:nvPr>
        </p:nvSpPr>
        <p:spPr>
          <a:xfrm>
            <a:off x="457200" y="1604520"/>
            <a:ext cx="4015800" cy="3977280"/>
          </a:xfrm>
          <a:prstGeom prst="rect">
            <a:avLst/>
          </a:prstGeom>
        </p:spPr>
        <p:txBody>
          <a:bodyPr lIns="0" rIns="0" tIns="0" bIns="0">
            <a:normAutofit/>
          </a:bodyPr>
          <a:p>
            <a:endParaRPr b="0" lang="fr-FR" sz="3200" spc="-1" strike="noStrike">
              <a:solidFill>
                <a:srgbClr val="000000"/>
              </a:solidFill>
              <a:uFill>
                <a:solidFill>
                  <a:srgbClr val="ffffff"/>
                </a:solidFill>
              </a:uFill>
              <a:latin typeface="Calibri"/>
            </a:endParaRPr>
          </a:p>
        </p:txBody>
      </p:sp>
      <p:sp>
        <p:nvSpPr>
          <p:cNvPr id="97" name="PlaceHolder 3"/>
          <p:cNvSpPr>
            <a:spLocks noGrp="1"/>
          </p:cNvSpPr>
          <p:nvPr>
            <p:ph type="body"/>
          </p:nvPr>
        </p:nvSpPr>
        <p:spPr>
          <a:xfrm>
            <a:off x="4674240" y="1604520"/>
            <a:ext cx="4015800" cy="1896840"/>
          </a:xfrm>
          <a:prstGeom prst="rect">
            <a:avLst/>
          </a:prstGeom>
        </p:spPr>
        <p:txBody>
          <a:bodyPr lIns="0" rIns="0" tIns="0" bIns="0">
            <a:normAutofit/>
          </a:bodyPr>
          <a:p>
            <a:endParaRPr b="0" lang="fr-FR" sz="3200" spc="-1" strike="noStrike">
              <a:solidFill>
                <a:srgbClr val="000000"/>
              </a:solidFill>
              <a:uFill>
                <a:solidFill>
                  <a:srgbClr val="ffffff"/>
                </a:solidFill>
              </a:uFill>
              <a:latin typeface="Calibri"/>
            </a:endParaRPr>
          </a:p>
        </p:txBody>
      </p:sp>
      <p:sp>
        <p:nvSpPr>
          <p:cNvPr id="98" name="PlaceHolder 4"/>
          <p:cNvSpPr>
            <a:spLocks noGrp="1"/>
          </p:cNvSpPr>
          <p:nvPr>
            <p:ph type="body"/>
          </p:nvPr>
        </p:nvSpPr>
        <p:spPr>
          <a:xfrm>
            <a:off x="4674240" y="3682080"/>
            <a:ext cx="4015800" cy="1896840"/>
          </a:xfrm>
          <a:prstGeom prst="rect">
            <a:avLst/>
          </a:prstGeom>
        </p:spPr>
        <p:txBody>
          <a:bodyPr lIns="0" rIns="0" tIns="0" bIns="0">
            <a:normAutofit/>
          </a:bodyPr>
          <a:p>
            <a:endParaRPr b="0" lang="fr-FR" sz="3200" spc="-1" strike="noStrike">
              <a:solidFill>
                <a:srgbClr val="000000"/>
              </a:solidFill>
              <a:uFill>
                <a:solidFill>
                  <a:srgbClr val="ffffff"/>
                </a:solidFill>
              </a:uFill>
              <a:latin typeface="Calibri"/>
            </a:endParaRPr>
          </a:p>
        </p:txBody>
      </p:sp>
    </p:spTree>
  </p:cSld>
</p:sldLayout>
</file>

<file path=ppt/slideLayouts/slideLayout3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99" name="PlaceHolder 1"/>
          <p:cNvSpPr>
            <a:spLocks noGrp="1"/>
          </p:cNvSpPr>
          <p:nvPr>
            <p:ph type="title"/>
          </p:nvPr>
        </p:nvSpPr>
        <p:spPr>
          <a:xfrm>
            <a:off x="685800" y="2130480"/>
            <a:ext cx="7772040" cy="1469520"/>
          </a:xfrm>
          <a:prstGeom prst="rect">
            <a:avLst/>
          </a:prstGeom>
        </p:spPr>
        <p:txBody>
          <a:bodyPr lIns="0" rIns="0" tIns="0" bIns="0" anchor="ctr"/>
          <a:p>
            <a:endParaRPr b="0" lang="fr-FR" sz="1800" spc="-1" strike="noStrike">
              <a:solidFill>
                <a:srgbClr val="000000"/>
              </a:solidFill>
              <a:uFill>
                <a:solidFill>
                  <a:srgbClr val="ffffff"/>
                </a:solidFill>
              </a:uFill>
              <a:latin typeface="Calibri"/>
            </a:endParaRPr>
          </a:p>
        </p:txBody>
      </p:sp>
      <p:sp>
        <p:nvSpPr>
          <p:cNvPr id="100" name="PlaceHolder 2"/>
          <p:cNvSpPr>
            <a:spLocks noGrp="1"/>
          </p:cNvSpPr>
          <p:nvPr>
            <p:ph type="body"/>
          </p:nvPr>
        </p:nvSpPr>
        <p:spPr>
          <a:xfrm>
            <a:off x="457200" y="1604520"/>
            <a:ext cx="4015800" cy="1896840"/>
          </a:xfrm>
          <a:prstGeom prst="rect">
            <a:avLst/>
          </a:prstGeom>
        </p:spPr>
        <p:txBody>
          <a:bodyPr lIns="0" rIns="0" tIns="0" bIns="0">
            <a:normAutofit/>
          </a:bodyPr>
          <a:p>
            <a:endParaRPr b="0" lang="fr-FR" sz="3200" spc="-1" strike="noStrike">
              <a:solidFill>
                <a:srgbClr val="000000"/>
              </a:solidFill>
              <a:uFill>
                <a:solidFill>
                  <a:srgbClr val="ffffff"/>
                </a:solidFill>
              </a:uFill>
              <a:latin typeface="Calibri"/>
            </a:endParaRPr>
          </a:p>
        </p:txBody>
      </p:sp>
      <p:sp>
        <p:nvSpPr>
          <p:cNvPr id="101" name="PlaceHolder 3"/>
          <p:cNvSpPr>
            <a:spLocks noGrp="1"/>
          </p:cNvSpPr>
          <p:nvPr>
            <p:ph type="body"/>
          </p:nvPr>
        </p:nvSpPr>
        <p:spPr>
          <a:xfrm>
            <a:off x="4674240" y="1604520"/>
            <a:ext cx="4015800" cy="1896840"/>
          </a:xfrm>
          <a:prstGeom prst="rect">
            <a:avLst/>
          </a:prstGeom>
        </p:spPr>
        <p:txBody>
          <a:bodyPr lIns="0" rIns="0" tIns="0" bIns="0">
            <a:normAutofit/>
          </a:bodyPr>
          <a:p>
            <a:endParaRPr b="0" lang="fr-FR" sz="3200" spc="-1" strike="noStrike">
              <a:solidFill>
                <a:srgbClr val="000000"/>
              </a:solidFill>
              <a:uFill>
                <a:solidFill>
                  <a:srgbClr val="ffffff"/>
                </a:solidFill>
              </a:uFill>
              <a:latin typeface="Calibri"/>
            </a:endParaRPr>
          </a:p>
        </p:txBody>
      </p:sp>
      <p:sp>
        <p:nvSpPr>
          <p:cNvPr id="102" name="PlaceHolder 4"/>
          <p:cNvSpPr>
            <a:spLocks noGrp="1"/>
          </p:cNvSpPr>
          <p:nvPr>
            <p:ph type="body"/>
          </p:nvPr>
        </p:nvSpPr>
        <p:spPr>
          <a:xfrm>
            <a:off x="457200" y="3682080"/>
            <a:ext cx="8229240" cy="1896840"/>
          </a:xfrm>
          <a:prstGeom prst="rect">
            <a:avLst/>
          </a:prstGeom>
        </p:spPr>
        <p:txBody>
          <a:bodyPr lIns="0" rIns="0" tIns="0" bIns="0">
            <a:normAutofit/>
          </a:bodyPr>
          <a:p>
            <a:endParaRPr b="0" lang="fr-FR" sz="3200" spc="-1" strike="noStrike">
              <a:solidFill>
                <a:srgbClr val="000000"/>
              </a:solidFill>
              <a:uFill>
                <a:solidFill>
                  <a:srgbClr val="ffffff"/>
                </a:solidFill>
              </a:uFill>
              <a:latin typeface="Calibri"/>
            </a:endParaRPr>
          </a:p>
        </p:txBody>
      </p:sp>
    </p:spTree>
  </p:cSld>
</p:sldLayout>
</file>

<file path=ppt/slideLayouts/slideLayout3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103" name="PlaceHolder 1"/>
          <p:cNvSpPr>
            <a:spLocks noGrp="1"/>
          </p:cNvSpPr>
          <p:nvPr>
            <p:ph type="title"/>
          </p:nvPr>
        </p:nvSpPr>
        <p:spPr>
          <a:xfrm>
            <a:off x="685800" y="2130480"/>
            <a:ext cx="7772040" cy="1469520"/>
          </a:xfrm>
          <a:prstGeom prst="rect">
            <a:avLst/>
          </a:prstGeom>
        </p:spPr>
        <p:txBody>
          <a:bodyPr lIns="0" rIns="0" tIns="0" bIns="0" anchor="ctr"/>
          <a:p>
            <a:endParaRPr b="0" lang="fr-FR" sz="1800" spc="-1" strike="noStrike">
              <a:solidFill>
                <a:srgbClr val="000000"/>
              </a:solidFill>
              <a:uFill>
                <a:solidFill>
                  <a:srgbClr val="ffffff"/>
                </a:solidFill>
              </a:uFill>
              <a:latin typeface="Calibri"/>
            </a:endParaRPr>
          </a:p>
        </p:txBody>
      </p:sp>
      <p:sp>
        <p:nvSpPr>
          <p:cNvPr id="104" name="PlaceHolder 2"/>
          <p:cNvSpPr>
            <a:spLocks noGrp="1"/>
          </p:cNvSpPr>
          <p:nvPr>
            <p:ph type="body"/>
          </p:nvPr>
        </p:nvSpPr>
        <p:spPr>
          <a:xfrm>
            <a:off x="457200" y="1604520"/>
            <a:ext cx="8229240" cy="1896840"/>
          </a:xfrm>
          <a:prstGeom prst="rect">
            <a:avLst/>
          </a:prstGeom>
        </p:spPr>
        <p:txBody>
          <a:bodyPr lIns="0" rIns="0" tIns="0" bIns="0">
            <a:normAutofit/>
          </a:bodyPr>
          <a:p>
            <a:endParaRPr b="0" lang="fr-FR" sz="3200" spc="-1" strike="noStrike">
              <a:solidFill>
                <a:srgbClr val="000000"/>
              </a:solidFill>
              <a:uFill>
                <a:solidFill>
                  <a:srgbClr val="ffffff"/>
                </a:solidFill>
              </a:uFill>
              <a:latin typeface="Calibri"/>
            </a:endParaRPr>
          </a:p>
        </p:txBody>
      </p:sp>
      <p:sp>
        <p:nvSpPr>
          <p:cNvPr id="105" name="PlaceHolder 3"/>
          <p:cNvSpPr>
            <a:spLocks noGrp="1"/>
          </p:cNvSpPr>
          <p:nvPr>
            <p:ph type="body"/>
          </p:nvPr>
        </p:nvSpPr>
        <p:spPr>
          <a:xfrm>
            <a:off x="457200" y="3682080"/>
            <a:ext cx="8229240" cy="1896840"/>
          </a:xfrm>
          <a:prstGeom prst="rect">
            <a:avLst/>
          </a:prstGeom>
        </p:spPr>
        <p:txBody>
          <a:bodyPr lIns="0" rIns="0" tIns="0" bIns="0">
            <a:normAutofit/>
          </a:bodyPr>
          <a:p>
            <a:endParaRPr b="0" lang="fr-FR" sz="3200" spc="-1" strike="noStrike">
              <a:solidFill>
                <a:srgbClr val="000000"/>
              </a:solidFill>
              <a:uFill>
                <a:solidFill>
                  <a:srgbClr val="ffffff"/>
                </a:solidFill>
              </a:uFill>
              <a:latin typeface="Calibri"/>
            </a:endParaRPr>
          </a:p>
        </p:txBody>
      </p:sp>
    </p:spTree>
  </p:cSld>
</p:sldLayout>
</file>

<file path=ppt/slideLayouts/slideLayout3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106" name="PlaceHolder 1"/>
          <p:cNvSpPr>
            <a:spLocks noGrp="1"/>
          </p:cNvSpPr>
          <p:nvPr>
            <p:ph type="title"/>
          </p:nvPr>
        </p:nvSpPr>
        <p:spPr>
          <a:xfrm>
            <a:off x="685800" y="2130480"/>
            <a:ext cx="7772040" cy="1469520"/>
          </a:xfrm>
          <a:prstGeom prst="rect">
            <a:avLst/>
          </a:prstGeom>
        </p:spPr>
        <p:txBody>
          <a:bodyPr lIns="0" rIns="0" tIns="0" bIns="0" anchor="ctr"/>
          <a:p>
            <a:endParaRPr b="0" lang="fr-FR" sz="1800" spc="-1" strike="noStrike">
              <a:solidFill>
                <a:srgbClr val="000000"/>
              </a:solidFill>
              <a:uFill>
                <a:solidFill>
                  <a:srgbClr val="ffffff"/>
                </a:solidFill>
              </a:uFill>
              <a:latin typeface="Calibri"/>
            </a:endParaRPr>
          </a:p>
        </p:txBody>
      </p:sp>
      <p:sp>
        <p:nvSpPr>
          <p:cNvPr id="107" name="PlaceHolder 2"/>
          <p:cNvSpPr>
            <a:spLocks noGrp="1"/>
          </p:cNvSpPr>
          <p:nvPr>
            <p:ph type="body"/>
          </p:nvPr>
        </p:nvSpPr>
        <p:spPr>
          <a:xfrm>
            <a:off x="457200" y="1604520"/>
            <a:ext cx="4015800" cy="1896840"/>
          </a:xfrm>
          <a:prstGeom prst="rect">
            <a:avLst/>
          </a:prstGeom>
        </p:spPr>
        <p:txBody>
          <a:bodyPr lIns="0" rIns="0" tIns="0" bIns="0">
            <a:normAutofit/>
          </a:bodyPr>
          <a:p>
            <a:endParaRPr b="0" lang="fr-FR" sz="3200" spc="-1" strike="noStrike">
              <a:solidFill>
                <a:srgbClr val="000000"/>
              </a:solidFill>
              <a:uFill>
                <a:solidFill>
                  <a:srgbClr val="ffffff"/>
                </a:solidFill>
              </a:uFill>
              <a:latin typeface="Calibri"/>
            </a:endParaRPr>
          </a:p>
        </p:txBody>
      </p:sp>
      <p:sp>
        <p:nvSpPr>
          <p:cNvPr id="108" name="PlaceHolder 3"/>
          <p:cNvSpPr>
            <a:spLocks noGrp="1"/>
          </p:cNvSpPr>
          <p:nvPr>
            <p:ph type="body"/>
          </p:nvPr>
        </p:nvSpPr>
        <p:spPr>
          <a:xfrm>
            <a:off x="4674240" y="1604520"/>
            <a:ext cx="4015800" cy="1896840"/>
          </a:xfrm>
          <a:prstGeom prst="rect">
            <a:avLst/>
          </a:prstGeom>
        </p:spPr>
        <p:txBody>
          <a:bodyPr lIns="0" rIns="0" tIns="0" bIns="0">
            <a:normAutofit/>
          </a:bodyPr>
          <a:p>
            <a:endParaRPr b="0" lang="fr-FR" sz="3200" spc="-1" strike="noStrike">
              <a:solidFill>
                <a:srgbClr val="000000"/>
              </a:solidFill>
              <a:uFill>
                <a:solidFill>
                  <a:srgbClr val="ffffff"/>
                </a:solidFill>
              </a:uFill>
              <a:latin typeface="Calibri"/>
            </a:endParaRPr>
          </a:p>
        </p:txBody>
      </p:sp>
      <p:sp>
        <p:nvSpPr>
          <p:cNvPr id="109" name="PlaceHolder 4"/>
          <p:cNvSpPr>
            <a:spLocks noGrp="1"/>
          </p:cNvSpPr>
          <p:nvPr>
            <p:ph type="body"/>
          </p:nvPr>
        </p:nvSpPr>
        <p:spPr>
          <a:xfrm>
            <a:off x="4674240" y="3682080"/>
            <a:ext cx="4015800" cy="1896840"/>
          </a:xfrm>
          <a:prstGeom prst="rect">
            <a:avLst/>
          </a:prstGeom>
        </p:spPr>
        <p:txBody>
          <a:bodyPr lIns="0" rIns="0" tIns="0" bIns="0">
            <a:normAutofit/>
          </a:bodyPr>
          <a:p>
            <a:endParaRPr b="0" lang="fr-FR" sz="3200" spc="-1" strike="noStrike">
              <a:solidFill>
                <a:srgbClr val="000000"/>
              </a:solidFill>
              <a:uFill>
                <a:solidFill>
                  <a:srgbClr val="ffffff"/>
                </a:solidFill>
              </a:uFill>
              <a:latin typeface="Calibri"/>
            </a:endParaRPr>
          </a:p>
        </p:txBody>
      </p:sp>
      <p:sp>
        <p:nvSpPr>
          <p:cNvPr id="110" name="PlaceHolder 5"/>
          <p:cNvSpPr>
            <a:spLocks noGrp="1"/>
          </p:cNvSpPr>
          <p:nvPr>
            <p:ph type="body"/>
          </p:nvPr>
        </p:nvSpPr>
        <p:spPr>
          <a:xfrm>
            <a:off x="457200" y="3682080"/>
            <a:ext cx="4015800" cy="1896840"/>
          </a:xfrm>
          <a:prstGeom prst="rect">
            <a:avLst/>
          </a:prstGeom>
        </p:spPr>
        <p:txBody>
          <a:bodyPr lIns="0" rIns="0" tIns="0" bIns="0">
            <a:normAutofit/>
          </a:bodyPr>
          <a:p>
            <a:endParaRPr b="0" lang="fr-FR" sz="3200" spc="-1" strike="noStrike">
              <a:solidFill>
                <a:srgbClr val="000000"/>
              </a:solidFill>
              <a:uFill>
                <a:solidFill>
                  <a:srgbClr val="ffffff"/>
                </a:solidFill>
              </a:uFill>
              <a:latin typeface="Calibri"/>
            </a:endParaRPr>
          </a:p>
        </p:txBody>
      </p:sp>
    </p:spTree>
  </p:cSld>
</p:sldLayout>
</file>

<file path=ppt/slideLayouts/slideLayout3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111" name="PlaceHolder 1"/>
          <p:cNvSpPr>
            <a:spLocks noGrp="1"/>
          </p:cNvSpPr>
          <p:nvPr>
            <p:ph type="title"/>
          </p:nvPr>
        </p:nvSpPr>
        <p:spPr>
          <a:xfrm>
            <a:off x="685800" y="2130480"/>
            <a:ext cx="7772040" cy="1469520"/>
          </a:xfrm>
          <a:prstGeom prst="rect">
            <a:avLst/>
          </a:prstGeom>
        </p:spPr>
        <p:txBody>
          <a:bodyPr lIns="0" rIns="0" tIns="0" bIns="0" anchor="ctr"/>
          <a:p>
            <a:endParaRPr b="0" lang="fr-FR" sz="1800" spc="-1" strike="noStrike">
              <a:solidFill>
                <a:srgbClr val="000000"/>
              </a:solidFill>
              <a:uFill>
                <a:solidFill>
                  <a:srgbClr val="ffffff"/>
                </a:solidFill>
              </a:uFill>
              <a:latin typeface="Calibri"/>
            </a:endParaRPr>
          </a:p>
        </p:txBody>
      </p:sp>
      <p:sp>
        <p:nvSpPr>
          <p:cNvPr id="112" name="PlaceHolder 2"/>
          <p:cNvSpPr>
            <a:spLocks noGrp="1"/>
          </p:cNvSpPr>
          <p:nvPr>
            <p:ph type="body"/>
          </p:nvPr>
        </p:nvSpPr>
        <p:spPr>
          <a:xfrm>
            <a:off x="457200" y="1604520"/>
            <a:ext cx="2649600" cy="1896840"/>
          </a:xfrm>
          <a:prstGeom prst="rect">
            <a:avLst/>
          </a:prstGeom>
        </p:spPr>
        <p:txBody>
          <a:bodyPr lIns="0" rIns="0" tIns="0" bIns="0">
            <a:normAutofit/>
          </a:bodyPr>
          <a:p>
            <a:endParaRPr b="0" lang="fr-FR" sz="3200" spc="-1" strike="noStrike">
              <a:solidFill>
                <a:srgbClr val="000000"/>
              </a:solidFill>
              <a:uFill>
                <a:solidFill>
                  <a:srgbClr val="ffffff"/>
                </a:solidFill>
              </a:uFill>
              <a:latin typeface="Calibri"/>
            </a:endParaRPr>
          </a:p>
        </p:txBody>
      </p:sp>
      <p:sp>
        <p:nvSpPr>
          <p:cNvPr id="113" name="PlaceHolder 3"/>
          <p:cNvSpPr>
            <a:spLocks noGrp="1"/>
          </p:cNvSpPr>
          <p:nvPr>
            <p:ph type="body"/>
          </p:nvPr>
        </p:nvSpPr>
        <p:spPr>
          <a:xfrm>
            <a:off x="3239640" y="1604520"/>
            <a:ext cx="2649600" cy="1896840"/>
          </a:xfrm>
          <a:prstGeom prst="rect">
            <a:avLst/>
          </a:prstGeom>
        </p:spPr>
        <p:txBody>
          <a:bodyPr lIns="0" rIns="0" tIns="0" bIns="0">
            <a:normAutofit/>
          </a:bodyPr>
          <a:p>
            <a:endParaRPr b="0" lang="fr-FR" sz="3200" spc="-1" strike="noStrike">
              <a:solidFill>
                <a:srgbClr val="000000"/>
              </a:solidFill>
              <a:uFill>
                <a:solidFill>
                  <a:srgbClr val="ffffff"/>
                </a:solidFill>
              </a:uFill>
              <a:latin typeface="Calibri"/>
            </a:endParaRPr>
          </a:p>
        </p:txBody>
      </p:sp>
      <p:sp>
        <p:nvSpPr>
          <p:cNvPr id="114" name="PlaceHolder 4"/>
          <p:cNvSpPr>
            <a:spLocks noGrp="1"/>
          </p:cNvSpPr>
          <p:nvPr>
            <p:ph type="body"/>
          </p:nvPr>
        </p:nvSpPr>
        <p:spPr>
          <a:xfrm>
            <a:off x="6022080" y="1604520"/>
            <a:ext cx="2649600" cy="1896840"/>
          </a:xfrm>
          <a:prstGeom prst="rect">
            <a:avLst/>
          </a:prstGeom>
        </p:spPr>
        <p:txBody>
          <a:bodyPr lIns="0" rIns="0" tIns="0" bIns="0">
            <a:normAutofit/>
          </a:bodyPr>
          <a:p>
            <a:endParaRPr b="0" lang="fr-FR" sz="3200" spc="-1" strike="noStrike">
              <a:solidFill>
                <a:srgbClr val="000000"/>
              </a:solidFill>
              <a:uFill>
                <a:solidFill>
                  <a:srgbClr val="ffffff"/>
                </a:solidFill>
              </a:uFill>
              <a:latin typeface="Calibri"/>
            </a:endParaRPr>
          </a:p>
        </p:txBody>
      </p:sp>
      <p:sp>
        <p:nvSpPr>
          <p:cNvPr id="115" name="PlaceHolder 5"/>
          <p:cNvSpPr>
            <a:spLocks noGrp="1"/>
          </p:cNvSpPr>
          <p:nvPr>
            <p:ph type="body"/>
          </p:nvPr>
        </p:nvSpPr>
        <p:spPr>
          <a:xfrm>
            <a:off x="6022080" y="3682080"/>
            <a:ext cx="2649600" cy="1896840"/>
          </a:xfrm>
          <a:prstGeom prst="rect">
            <a:avLst/>
          </a:prstGeom>
        </p:spPr>
        <p:txBody>
          <a:bodyPr lIns="0" rIns="0" tIns="0" bIns="0">
            <a:normAutofit/>
          </a:bodyPr>
          <a:p>
            <a:endParaRPr b="0" lang="fr-FR" sz="3200" spc="-1" strike="noStrike">
              <a:solidFill>
                <a:srgbClr val="000000"/>
              </a:solidFill>
              <a:uFill>
                <a:solidFill>
                  <a:srgbClr val="ffffff"/>
                </a:solidFill>
              </a:uFill>
              <a:latin typeface="Calibri"/>
            </a:endParaRPr>
          </a:p>
        </p:txBody>
      </p:sp>
      <p:sp>
        <p:nvSpPr>
          <p:cNvPr id="116" name="PlaceHolder 6"/>
          <p:cNvSpPr>
            <a:spLocks noGrp="1"/>
          </p:cNvSpPr>
          <p:nvPr>
            <p:ph type="body"/>
          </p:nvPr>
        </p:nvSpPr>
        <p:spPr>
          <a:xfrm>
            <a:off x="3239640" y="3682080"/>
            <a:ext cx="2649600" cy="1896840"/>
          </a:xfrm>
          <a:prstGeom prst="rect">
            <a:avLst/>
          </a:prstGeom>
        </p:spPr>
        <p:txBody>
          <a:bodyPr lIns="0" rIns="0" tIns="0" bIns="0">
            <a:normAutofit/>
          </a:bodyPr>
          <a:p>
            <a:endParaRPr b="0" lang="fr-FR" sz="3200" spc="-1" strike="noStrike">
              <a:solidFill>
                <a:srgbClr val="000000"/>
              </a:solidFill>
              <a:uFill>
                <a:solidFill>
                  <a:srgbClr val="ffffff"/>
                </a:solidFill>
              </a:uFill>
              <a:latin typeface="Calibri"/>
            </a:endParaRPr>
          </a:p>
        </p:txBody>
      </p:sp>
      <p:sp>
        <p:nvSpPr>
          <p:cNvPr id="117" name="PlaceHolder 7"/>
          <p:cNvSpPr>
            <a:spLocks noGrp="1"/>
          </p:cNvSpPr>
          <p:nvPr>
            <p:ph type="body"/>
          </p:nvPr>
        </p:nvSpPr>
        <p:spPr>
          <a:xfrm>
            <a:off x="457200" y="3682080"/>
            <a:ext cx="2649600" cy="1896840"/>
          </a:xfrm>
          <a:prstGeom prst="rect">
            <a:avLst/>
          </a:prstGeom>
        </p:spPr>
        <p:txBody>
          <a:bodyPr lIns="0" rIns="0" tIns="0" bIns="0">
            <a:normAutofit/>
          </a:bodyPr>
          <a:p>
            <a:endParaRPr b="0" lang="fr-FR" sz="3200" spc="-1" strike="noStrike">
              <a:solidFill>
                <a:srgbClr val="000000"/>
              </a:solidFill>
              <a:uFill>
                <a:solidFill>
                  <a:srgbClr val="ffffff"/>
                </a:solidFill>
              </a:uFill>
              <a:latin typeface="Calibri"/>
            </a:endParaRPr>
          </a:p>
        </p:txBody>
      </p:sp>
    </p:spTree>
  </p:cSld>
</p:sldLayout>
</file>

<file path=ppt/slideLayouts/slideLayout3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3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123" name="PlaceHolder 1"/>
          <p:cNvSpPr>
            <a:spLocks noGrp="1"/>
          </p:cNvSpPr>
          <p:nvPr>
            <p:ph type="title"/>
          </p:nvPr>
        </p:nvSpPr>
        <p:spPr>
          <a:xfrm>
            <a:off x="685800" y="2130480"/>
            <a:ext cx="7772040" cy="1469520"/>
          </a:xfrm>
          <a:prstGeom prst="rect">
            <a:avLst/>
          </a:prstGeom>
        </p:spPr>
        <p:txBody>
          <a:bodyPr lIns="0" rIns="0" tIns="0" bIns="0" anchor="ctr"/>
          <a:p>
            <a:endParaRPr b="0" lang="fr-FR" sz="1800" spc="-1" strike="noStrike">
              <a:solidFill>
                <a:srgbClr val="000000"/>
              </a:solidFill>
              <a:uFill>
                <a:solidFill>
                  <a:srgbClr val="ffffff"/>
                </a:solidFill>
              </a:uFill>
              <a:latin typeface="Calibri"/>
            </a:endParaRPr>
          </a:p>
        </p:txBody>
      </p:sp>
      <p:sp>
        <p:nvSpPr>
          <p:cNvPr id="124" name="PlaceHolder 2"/>
          <p:cNvSpPr>
            <a:spLocks noGrp="1"/>
          </p:cNvSpPr>
          <p:nvPr>
            <p:ph type="subTitle"/>
          </p:nvPr>
        </p:nvSpPr>
        <p:spPr>
          <a:xfrm>
            <a:off x="457200" y="1604520"/>
            <a:ext cx="8229240" cy="3977280"/>
          </a:xfrm>
          <a:prstGeom prst="rect">
            <a:avLst/>
          </a:prstGeom>
        </p:spPr>
        <p:txBody>
          <a:bodyPr lIns="0" rIns="0" tIns="0" bIns="0" anchor="ctr"/>
          <a:p>
            <a:pPr algn="ctr"/>
            <a:endParaRPr b="0" lang="fr-FR" sz="3200" spc="-1" strike="noStrike">
              <a:solidFill>
                <a:srgbClr val="000000"/>
              </a:solidFill>
              <a:uFill>
                <a:solidFill>
                  <a:srgbClr val="ffffff"/>
                </a:solidFill>
              </a:uFill>
              <a:latin typeface="Arial"/>
            </a:endParaRPr>
          </a:p>
        </p:txBody>
      </p:sp>
    </p:spTree>
  </p:cSld>
</p:sldLayout>
</file>

<file path=ppt/slideLayouts/slideLayout3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125" name="PlaceHolder 1"/>
          <p:cNvSpPr>
            <a:spLocks noGrp="1"/>
          </p:cNvSpPr>
          <p:nvPr>
            <p:ph type="title"/>
          </p:nvPr>
        </p:nvSpPr>
        <p:spPr>
          <a:xfrm>
            <a:off x="685800" y="2130480"/>
            <a:ext cx="7772040" cy="1469520"/>
          </a:xfrm>
          <a:prstGeom prst="rect">
            <a:avLst/>
          </a:prstGeom>
        </p:spPr>
        <p:txBody>
          <a:bodyPr lIns="0" rIns="0" tIns="0" bIns="0" anchor="ctr"/>
          <a:p>
            <a:endParaRPr b="0" lang="fr-FR" sz="1800" spc="-1" strike="noStrike">
              <a:solidFill>
                <a:srgbClr val="000000"/>
              </a:solidFill>
              <a:uFill>
                <a:solidFill>
                  <a:srgbClr val="ffffff"/>
                </a:solidFill>
              </a:uFill>
              <a:latin typeface="Calibri"/>
            </a:endParaRPr>
          </a:p>
        </p:txBody>
      </p:sp>
      <p:sp>
        <p:nvSpPr>
          <p:cNvPr id="126" name="PlaceHolder 2"/>
          <p:cNvSpPr>
            <a:spLocks noGrp="1"/>
          </p:cNvSpPr>
          <p:nvPr>
            <p:ph type="body"/>
          </p:nvPr>
        </p:nvSpPr>
        <p:spPr>
          <a:xfrm>
            <a:off x="457200" y="1604520"/>
            <a:ext cx="8229240" cy="3977280"/>
          </a:xfrm>
          <a:prstGeom prst="rect">
            <a:avLst/>
          </a:prstGeom>
        </p:spPr>
        <p:txBody>
          <a:bodyPr lIns="0" rIns="0" tIns="0" bIns="0">
            <a:normAutofit/>
          </a:bodyPr>
          <a:p>
            <a:endParaRPr b="0" lang="fr-FR" sz="3200" spc="-1" strike="noStrike">
              <a:solidFill>
                <a:srgbClr val="000000"/>
              </a:solidFill>
              <a:uFill>
                <a:solidFill>
                  <a:srgbClr val="ffffff"/>
                </a:solidFill>
              </a:uFill>
              <a:latin typeface="Calibri"/>
            </a:endParaRPr>
          </a:p>
        </p:txBody>
      </p:sp>
    </p:spTree>
  </p:cSld>
</p:sldLayout>
</file>

<file path=ppt/slideLayouts/slideLayout4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27" name="PlaceHolder 1"/>
          <p:cNvSpPr>
            <a:spLocks noGrp="1"/>
          </p:cNvSpPr>
          <p:nvPr>
            <p:ph type="title"/>
          </p:nvPr>
        </p:nvSpPr>
        <p:spPr>
          <a:xfrm>
            <a:off x="685800" y="2130480"/>
            <a:ext cx="7772040" cy="1469520"/>
          </a:xfrm>
          <a:prstGeom prst="rect">
            <a:avLst/>
          </a:prstGeom>
        </p:spPr>
        <p:txBody>
          <a:bodyPr lIns="0" rIns="0" tIns="0" bIns="0" anchor="ctr"/>
          <a:p>
            <a:endParaRPr b="0" lang="fr-FR" sz="1800" spc="-1" strike="noStrike">
              <a:solidFill>
                <a:srgbClr val="000000"/>
              </a:solidFill>
              <a:uFill>
                <a:solidFill>
                  <a:srgbClr val="ffffff"/>
                </a:solidFill>
              </a:uFill>
              <a:latin typeface="Calibri"/>
            </a:endParaRPr>
          </a:p>
        </p:txBody>
      </p:sp>
      <p:sp>
        <p:nvSpPr>
          <p:cNvPr id="128" name="PlaceHolder 2"/>
          <p:cNvSpPr>
            <a:spLocks noGrp="1"/>
          </p:cNvSpPr>
          <p:nvPr>
            <p:ph type="body"/>
          </p:nvPr>
        </p:nvSpPr>
        <p:spPr>
          <a:xfrm>
            <a:off x="457200" y="1604520"/>
            <a:ext cx="4015800" cy="3977280"/>
          </a:xfrm>
          <a:prstGeom prst="rect">
            <a:avLst/>
          </a:prstGeom>
        </p:spPr>
        <p:txBody>
          <a:bodyPr lIns="0" rIns="0" tIns="0" bIns="0">
            <a:normAutofit/>
          </a:bodyPr>
          <a:p>
            <a:endParaRPr b="0" lang="fr-FR" sz="3200" spc="-1" strike="noStrike">
              <a:solidFill>
                <a:srgbClr val="000000"/>
              </a:solidFill>
              <a:uFill>
                <a:solidFill>
                  <a:srgbClr val="ffffff"/>
                </a:solidFill>
              </a:uFill>
              <a:latin typeface="Calibri"/>
            </a:endParaRPr>
          </a:p>
        </p:txBody>
      </p:sp>
      <p:sp>
        <p:nvSpPr>
          <p:cNvPr id="129" name="PlaceHolder 3"/>
          <p:cNvSpPr>
            <a:spLocks noGrp="1"/>
          </p:cNvSpPr>
          <p:nvPr>
            <p:ph type="body"/>
          </p:nvPr>
        </p:nvSpPr>
        <p:spPr>
          <a:xfrm>
            <a:off x="4674240" y="1604520"/>
            <a:ext cx="4015800" cy="3977280"/>
          </a:xfrm>
          <a:prstGeom prst="rect">
            <a:avLst/>
          </a:prstGeom>
        </p:spPr>
        <p:txBody>
          <a:bodyPr lIns="0" rIns="0" tIns="0" bIns="0">
            <a:normAutofit/>
          </a:bodyPr>
          <a:p>
            <a:endParaRPr b="0" lang="fr-FR" sz="3200" spc="-1" strike="noStrike">
              <a:solidFill>
                <a:srgbClr val="000000"/>
              </a:solidFill>
              <a:uFill>
                <a:solidFill>
                  <a:srgbClr val="ffffff"/>
                </a:solidFill>
              </a:uFill>
              <a:latin typeface="Calibri"/>
            </a:endParaRPr>
          </a:p>
        </p:txBody>
      </p:sp>
    </p:spTree>
  </p:cSld>
</p:sldLayout>
</file>

<file path=ppt/slideLayouts/slideLayout4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30" name="PlaceHolder 1"/>
          <p:cNvSpPr>
            <a:spLocks noGrp="1"/>
          </p:cNvSpPr>
          <p:nvPr>
            <p:ph type="title"/>
          </p:nvPr>
        </p:nvSpPr>
        <p:spPr>
          <a:xfrm>
            <a:off x="685800" y="2130480"/>
            <a:ext cx="7772040" cy="1469520"/>
          </a:xfrm>
          <a:prstGeom prst="rect">
            <a:avLst/>
          </a:prstGeom>
        </p:spPr>
        <p:txBody>
          <a:bodyPr lIns="0" rIns="0" tIns="0" bIns="0" anchor="ctr"/>
          <a:p>
            <a:endParaRPr b="0" lang="fr-FR" sz="1800" spc="-1" strike="noStrike">
              <a:solidFill>
                <a:srgbClr val="000000"/>
              </a:solidFill>
              <a:uFill>
                <a:solidFill>
                  <a:srgbClr val="ffffff"/>
                </a:solidFill>
              </a:uFill>
              <a:latin typeface="Calibri"/>
            </a:endParaRPr>
          </a:p>
        </p:txBody>
      </p:sp>
    </p:spTree>
  </p:cSld>
</p:sldLayout>
</file>

<file path=ppt/slideLayouts/slideLayout4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31" name="PlaceHolder 1"/>
          <p:cNvSpPr>
            <a:spLocks noGrp="1"/>
          </p:cNvSpPr>
          <p:nvPr>
            <p:ph type="subTitle"/>
          </p:nvPr>
        </p:nvSpPr>
        <p:spPr>
          <a:xfrm>
            <a:off x="685800" y="2130480"/>
            <a:ext cx="7772040" cy="6813000"/>
          </a:xfrm>
          <a:prstGeom prst="rect">
            <a:avLst/>
          </a:prstGeom>
        </p:spPr>
        <p:txBody>
          <a:bodyPr lIns="0" rIns="0" tIns="0" bIns="0" anchor="ctr"/>
          <a:p>
            <a:pPr algn="ctr"/>
            <a:endParaRPr b="0" lang="fr-FR" sz="3200" spc="-1" strike="noStrike">
              <a:solidFill>
                <a:srgbClr val="000000"/>
              </a:solidFill>
              <a:uFill>
                <a:solidFill>
                  <a:srgbClr val="ffffff"/>
                </a:solidFill>
              </a:uFill>
              <a:latin typeface="Arial"/>
            </a:endParaRPr>
          </a:p>
        </p:txBody>
      </p:sp>
    </p:spTree>
  </p:cSld>
</p:sldLayout>
</file>

<file path=ppt/slideLayouts/slideLayout4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32" name="PlaceHolder 1"/>
          <p:cNvSpPr>
            <a:spLocks noGrp="1"/>
          </p:cNvSpPr>
          <p:nvPr>
            <p:ph type="title"/>
          </p:nvPr>
        </p:nvSpPr>
        <p:spPr>
          <a:xfrm>
            <a:off x="685800" y="2130480"/>
            <a:ext cx="7772040" cy="1469520"/>
          </a:xfrm>
          <a:prstGeom prst="rect">
            <a:avLst/>
          </a:prstGeom>
        </p:spPr>
        <p:txBody>
          <a:bodyPr lIns="0" rIns="0" tIns="0" bIns="0" anchor="ctr"/>
          <a:p>
            <a:endParaRPr b="0" lang="fr-FR" sz="1800" spc="-1" strike="noStrike">
              <a:solidFill>
                <a:srgbClr val="000000"/>
              </a:solidFill>
              <a:uFill>
                <a:solidFill>
                  <a:srgbClr val="ffffff"/>
                </a:solidFill>
              </a:uFill>
              <a:latin typeface="Calibri"/>
            </a:endParaRPr>
          </a:p>
        </p:txBody>
      </p:sp>
      <p:sp>
        <p:nvSpPr>
          <p:cNvPr id="133" name="PlaceHolder 2"/>
          <p:cNvSpPr>
            <a:spLocks noGrp="1"/>
          </p:cNvSpPr>
          <p:nvPr>
            <p:ph type="body"/>
          </p:nvPr>
        </p:nvSpPr>
        <p:spPr>
          <a:xfrm>
            <a:off x="457200" y="1604520"/>
            <a:ext cx="4015800" cy="1896840"/>
          </a:xfrm>
          <a:prstGeom prst="rect">
            <a:avLst/>
          </a:prstGeom>
        </p:spPr>
        <p:txBody>
          <a:bodyPr lIns="0" rIns="0" tIns="0" bIns="0">
            <a:normAutofit/>
          </a:bodyPr>
          <a:p>
            <a:endParaRPr b="0" lang="fr-FR" sz="3200" spc="-1" strike="noStrike">
              <a:solidFill>
                <a:srgbClr val="000000"/>
              </a:solidFill>
              <a:uFill>
                <a:solidFill>
                  <a:srgbClr val="ffffff"/>
                </a:solidFill>
              </a:uFill>
              <a:latin typeface="Calibri"/>
            </a:endParaRPr>
          </a:p>
        </p:txBody>
      </p:sp>
      <p:sp>
        <p:nvSpPr>
          <p:cNvPr id="134" name="PlaceHolder 3"/>
          <p:cNvSpPr>
            <a:spLocks noGrp="1"/>
          </p:cNvSpPr>
          <p:nvPr>
            <p:ph type="body"/>
          </p:nvPr>
        </p:nvSpPr>
        <p:spPr>
          <a:xfrm>
            <a:off x="457200" y="3682080"/>
            <a:ext cx="4015800" cy="1896840"/>
          </a:xfrm>
          <a:prstGeom prst="rect">
            <a:avLst/>
          </a:prstGeom>
        </p:spPr>
        <p:txBody>
          <a:bodyPr lIns="0" rIns="0" tIns="0" bIns="0">
            <a:normAutofit/>
          </a:bodyPr>
          <a:p>
            <a:endParaRPr b="0" lang="fr-FR" sz="3200" spc="-1" strike="noStrike">
              <a:solidFill>
                <a:srgbClr val="000000"/>
              </a:solidFill>
              <a:uFill>
                <a:solidFill>
                  <a:srgbClr val="ffffff"/>
                </a:solidFill>
              </a:uFill>
              <a:latin typeface="Calibri"/>
            </a:endParaRPr>
          </a:p>
        </p:txBody>
      </p:sp>
      <p:sp>
        <p:nvSpPr>
          <p:cNvPr id="135" name="PlaceHolder 4"/>
          <p:cNvSpPr>
            <a:spLocks noGrp="1"/>
          </p:cNvSpPr>
          <p:nvPr>
            <p:ph type="body"/>
          </p:nvPr>
        </p:nvSpPr>
        <p:spPr>
          <a:xfrm>
            <a:off x="4674240" y="1604520"/>
            <a:ext cx="4015800" cy="3977280"/>
          </a:xfrm>
          <a:prstGeom prst="rect">
            <a:avLst/>
          </a:prstGeom>
        </p:spPr>
        <p:txBody>
          <a:bodyPr lIns="0" rIns="0" tIns="0" bIns="0">
            <a:normAutofit/>
          </a:bodyPr>
          <a:p>
            <a:endParaRPr b="0" lang="fr-FR" sz="3200" spc="-1" strike="noStrike">
              <a:solidFill>
                <a:srgbClr val="000000"/>
              </a:solidFill>
              <a:uFill>
                <a:solidFill>
                  <a:srgbClr val="ffffff"/>
                </a:solidFill>
              </a:uFill>
              <a:latin typeface="Calibri"/>
            </a:endParaRPr>
          </a:p>
        </p:txBody>
      </p:sp>
    </p:spTree>
  </p:cSld>
</p:sldLayout>
</file>

<file path=ppt/slideLayouts/slideLayout4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36" name="PlaceHolder 1"/>
          <p:cNvSpPr>
            <a:spLocks noGrp="1"/>
          </p:cNvSpPr>
          <p:nvPr>
            <p:ph type="title"/>
          </p:nvPr>
        </p:nvSpPr>
        <p:spPr>
          <a:xfrm>
            <a:off x="685800" y="2130480"/>
            <a:ext cx="7772040" cy="1469520"/>
          </a:xfrm>
          <a:prstGeom prst="rect">
            <a:avLst/>
          </a:prstGeom>
        </p:spPr>
        <p:txBody>
          <a:bodyPr lIns="0" rIns="0" tIns="0" bIns="0" anchor="ctr"/>
          <a:p>
            <a:endParaRPr b="0" lang="fr-FR" sz="1800" spc="-1" strike="noStrike">
              <a:solidFill>
                <a:srgbClr val="000000"/>
              </a:solidFill>
              <a:uFill>
                <a:solidFill>
                  <a:srgbClr val="ffffff"/>
                </a:solidFill>
              </a:uFill>
              <a:latin typeface="Calibri"/>
            </a:endParaRPr>
          </a:p>
        </p:txBody>
      </p:sp>
      <p:sp>
        <p:nvSpPr>
          <p:cNvPr id="137" name="PlaceHolder 2"/>
          <p:cNvSpPr>
            <a:spLocks noGrp="1"/>
          </p:cNvSpPr>
          <p:nvPr>
            <p:ph type="body"/>
          </p:nvPr>
        </p:nvSpPr>
        <p:spPr>
          <a:xfrm>
            <a:off x="457200" y="1604520"/>
            <a:ext cx="4015800" cy="3977280"/>
          </a:xfrm>
          <a:prstGeom prst="rect">
            <a:avLst/>
          </a:prstGeom>
        </p:spPr>
        <p:txBody>
          <a:bodyPr lIns="0" rIns="0" tIns="0" bIns="0">
            <a:normAutofit/>
          </a:bodyPr>
          <a:p>
            <a:endParaRPr b="0" lang="fr-FR" sz="3200" spc="-1" strike="noStrike">
              <a:solidFill>
                <a:srgbClr val="000000"/>
              </a:solidFill>
              <a:uFill>
                <a:solidFill>
                  <a:srgbClr val="ffffff"/>
                </a:solidFill>
              </a:uFill>
              <a:latin typeface="Calibri"/>
            </a:endParaRPr>
          </a:p>
        </p:txBody>
      </p:sp>
      <p:sp>
        <p:nvSpPr>
          <p:cNvPr id="138" name="PlaceHolder 3"/>
          <p:cNvSpPr>
            <a:spLocks noGrp="1"/>
          </p:cNvSpPr>
          <p:nvPr>
            <p:ph type="body"/>
          </p:nvPr>
        </p:nvSpPr>
        <p:spPr>
          <a:xfrm>
            <a:off x="4674240" y="1604520"/>
            <a:ext cx="4015800" cy="1896840"/>
          </a:xfrm>
          <a:prstGeom prst="rect">
            <a:avLst/>
          </a:prstGeom>
        </p:spPr>
        <p:txBody>
          <a:bodyPr lIns="0" rIns="0" tIns="0" bIns="0">
            <a:normAutofit/>
          </a:bodyPr>
          <a:p>
            <a:endParaRPr b="0" lang="fr-FR" sz="3200" spc="-1" strike="noStrike">
              <a:solidFill>
                <a:srgbClr val="000000"/>
              </a:solidFill>
              <a:uFill>
                <a:solidFill>
                  <a:srgbClr val="ffffff"/>
                </a:solidFill>
              </a:uFill>
              <a:latin typeface="Calibri"/>
            </a:endParaRPr>
          </a:p>
        </p:txBody>
      </p:sp>
      <p:sp>
        <p:nvSpPr>
          <p:cNvPr id="139" name="PlaceHolder 4"/>
          <p:cNvSpPr>
            <a:spLocks noGrp="1"/>
          </p:cNvSpPr>
          <p:nvPr>
            <p:ph type="body"/>
          </p:nvPr>
        </p:nvSpPr>
        <p:spPr>
          <a:xfrm>
            <a:off x="4674240" y="3682080"/>
            <a:ext cx="4015800" cy="1896840"/>
          </a:xfrm>
          <a:prstGeom prst="rect">
            <a:avLst/>
          </a:prstGeom>
        </p:spPr>
        <p:txBody>
          <a:bodyPr lIns="0" rIns="0" tIns="0" bIns="0">
            <a:normAutofit/>
          </a:bodyPr>
          <a:p>
            <a:endParaRPr b="0" lang="fr-FR" sz="3200" spc="-1" strike="noStrike">
              <a:solidFill>
                <a:srgbClr val="000000"/>
              </a:solidFill>
              <a:uFill>
                <a:solidFill>
                  <a:srgbClr val="ffffff"/>
                </a:solidFill>
              </a:uFill>
              <a:latin typeface="Calibri"/>
            </a:endParaRPr>
          </a:p>
        </p:txBody>
      </p:sp>
    </p:spTree>
  </p:cSld>
</p:sldLayout>
</file>

<file path=ppt/slideLayouts/slideLayout4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40" name="PlaceHolder 1"/>
          <p:cNvSpPr>
            <a:spLocks noGrp="1"/>
          </p:cNvSpPr>
          <p:nvPr>
            <p:ph type="title"/>
          </p:nvPr>
        </p:nvSpPr>
        <p:spPr>
          <a:xfrm>
            <a:off x="685800" y="2130480"/>
            <a:ext cx="7772040" cy="1469520"/>
          </a:xfrm>
          <a:prstGeom prst="rect">
            <a:avLst/>
          </a:prstGeom>
        </p:spPr>
        <p:txBody>
          <a:bodyPr lIns="0" rIns="0" tIns="0" bIns="0" anchor="ctr"/>
          <a:p>
            <a:endParaRPr b="0" lang="fr-FR" sz="1800" spc="-1" strike="noStrike">
              <a:solidFill>
                <a:srgbClr val="000000"/>
              </a:solidFill>
              <a:uFill>
                <a:solidFill>
                  <a:srgbClr val="ffffff"/>
                </a:solidFill>
              </a:uFill>
              <a:latin typeface="Calibri"/>
            </a:endParaRPr>
          </a:p>
        </p:txBody>
      </p:sp>
      <p:sp>
        <p:nvSpPr>
          <p:cNvPr id="141" name="PlaceHolder 2"/>
          <p:cNvSpPr>
            <a:spLocks noGrp="1"/>
          </p:cNvSpPr>
          <p:nvPr>
            <p:ph type="body"/>
          </p:nvPr>
        </p:nvSpPr>
        <p:spPr>
          <a:xfrm>
            <a:off x="457200" y="1604520"/>
            <a:ext cx="4015800" cy="1896840"/>
          </a:xfrm>
          <a:prstGeom prst="rect">
            <a:avLst/>
          </a:prstGeom>
        </p:spPr>
        <p:txBody>
          <a:bodyPr lIns="0" rIns="0" tIns="0" bIns="0">
            <a:normAutofit/>
          </a:bodyPr>
          <a:p>
            <a:endParaRPr b="0" lang="fr-FR" sz="3200" spc="-1" strike="noStrike">
              <a:solidFill>
                <a:srgbClr val="000000"/>
              </a:solidFill>
              <a:uFill>
                <a:solidFill>
                  <a:srgbClr val="ffffff"/>
                </a:solidFill>
              </a:uFill>
              <a:latin typeface="Calibri"/>
            </a:endParaRPr>
          </a:p>
        </p:txBody>
      </p:sp>
      <p:sp>
        <p:nvSpPr>
          <p:cNvPr id="142" name="PlaceHolder 3"/>
          <p:cNvSpPr>
            <a:spLocks noGrp="1"/>
          </p:cNvSpPr>
          <p:nvPr>
            <p:ph type="body"/>
          </p:nvPr>
        </p:nvSpPr>
        <p:spPr>
          <a:xfrm>
            <a:off x="4674240" y="1604520"/>
            <a:ext cx="4015800" cy="1896840"/>
          </a:xfrm>
          <a:prstGeom prst="rect">
            <a:avLst/>
          </a:prstGeom>
        </p:spPr>
        <p:txBody>
          <a:bodyPr lIns="0" rIns="0" tIns="0" bIns="0">
            <a:normAutofit/>
          </a:bodyPr>
          <a:p>
            <a:endParaRPr b="0" lang="fr-FR" sz="3200" spc="-1" strike="noStrike">
              <a:solidFill>
                <a:srgbClr val="000000"/>
              </a:solidFill>
              <a:uFill>
                <a:solidFill>
                  <a:srgbClr val="ffffff"/>
                </a:solidFill>
              </a:uFill>
              <a:latin typeface="Calibri"/>
            </a:endParaRPr>
          </a:p>
        </p:txBody>
      </p:sp>
      <p:sp>
        <p:nvSpPr>
          <p:cNvPr id="143" name="PlaceHolder 4"/>
          <p:cNvSpPr>
            <a:spLocks noGrp="1"/>
          </p:cNvSpPr>
          <p:nvPr>
            <p:ph type="body"/>
          </p:nvPr>
        </p:nvSpPr>
        <p:spPr>
          <a:xfrm>
            <a:off x="457200" y="3682080"/>
            <a:ext cx="8229240" cy="1896840"/>
          </a:xfrm>
          <a:prstGeom prst="rect">
            <a:avLst/>
          </a:prstGeom>
        </p:spPr>
        <p:txBody>
          <a:bodyPr lIns="0" rIns="0" tIns="0" bIns="0">
            <a:normAutofit/>
          </a:bodyPr>
          <a:p>
            <a:endParaRPr b="0" lang="fr-FR" sz="3200" spc="-1" strike="noStrike">
              <a:solidFill>
                <a:srgbClr val="000000"/>
              </a:solidFill>
              <a:uFill>
                <a:solidFill>
                  <a:srgbClr val="ffffff"/>
                </a:solidFill>
              </a:uFill>
              <a:latin typeface="Calibri"/>
            </a:endParaRPr>
          </a:p>
        </p:txBody>
      </p:sp>
    </p:spTree>
  </p:cSld>
</p:sldLayout>
</file>

<file path=ppt/slideLayouts/slideLayout4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144" name="PlaceHolder 1"/>
          <p:cNvSpPr>
            <a:spLocks noGrp="1"/>
          </p:cNvSpPr>
          <p:nvPr>
            <p:ph type="title"/>
          </p:nvPr>
        </p:nvSpPr>
        <p:spPr>
          <a:xfrm>
            <a:off x="685800" y="2130480"/>
            <a:ext cx="7772040" cy="1469520"/>
          </a:xfrm>
          <a:prstGeom prst="rect">
            <a:avLst/>
          </a:prstGeom>
        </p:spPr>
        <p:txBody>
          <a:bodyPr lIns="0" rIns="0" tIns="0" bIns="0" anchor="ctr"/>
          <a:p>
            <a:endParaRPr b="0" lang="fr-FR" sz="1800" spc="-1" strike="noStrike">
              <a:solidFill>
                <a:srgbClr val="000000"/>
              </a:solidFill>
              <a:uFill>
                <a:solidFill>
                  <a:srgbClr val="ffffff"/>
                </a:solidFill>
              </a:uFill>
              <a:latin typeface="Calibri"/>
            </a:endParaRPr>
          </a:p>
        </p:txBody>
      </p:sp>
      <p:sp>
        <p:nvSpPr>
          <p:cNvPr id="145" name="PlaceHolder 2"/>
          <p:cNvSpPr>
            <a:spLocks noGrp="1"/>
          </p:cNvSpPr>
          <p:nvPr>
            <p:ph type="body"/>
          </p:nvPr>
        </p:nvSpPr>
        <p:spPr>
          <a:xfrm>
            <a:off x="457200" y="1604520"/>
            <a:ext cx="8229240" cy="1896840"/>
          </a:xfrm>
          <a:prstGeom prst="rect">
            <a:avLst/>
          </a:prstGeom>
        </p:spPr>
        <p:txBody>
          <a:bodyPr lIns="0" rIns="0" tIns="0" bIns="0">
            <a:normAutofit/>
          </a:bodyPr>
          <a:p>
            <a:endParaRPr b="0" lang="fr-FR" sz="3200" spc="-1" strike="noStrike">
              <a:solidFill>
                <a:srgbClr val="000000"/>
              </a:solidFill>
              <a:uFill>
                <a:solidFill>
                  <a:srgbClr val="ffffff"/>
                </a:solidFill>
              </a:uFill>
              <a:latin typeface="Calibri"/>
            </a:endParaRPr>
          </a:p>
        </p:txBody>
      </p:sp>
      <p:sp>
        <p:nvSpPr>
          <p:cNvPr id="146" name="PlaceHolder 3"/>
          <p:cNvSpPr>
            <a:spLocks noGrp="1"/>
          </p:cNvSpPr>
          <p:nvPr>
            <p:ph type="body"/>
          </p:nvPr>
        </p:nvSpPr>
        <p:spPr>
          <a:xfrm>
            <a:off x="457200" y="3682080"/>
            <a:ext cx="8229240" cy="1896840"/>
          </a:xfrm>
          <a:prstGeom prst="rect">
            <a:avLst/>
          </a:prstGeom>
        </p:spPr>
        <p:txBody>
          <a:bodyPr lIns="0" rIns="0" tIns="0" bIns="0">
            <a:normAutofit/>
          </a:bodyPr>
          <a:p>
            <a:endParaRPr b="0" lang="fr-FR" sz="3200" spc="-1" strike="noStrike">
              <a:solidFill>
                <a:srgbClr val="000000"/>
              </a:solidFill>
              <a:uFill>
                <a:solidFill>
                  <a:srgbClr val="ffffff"/>
                </a:solidFill>
              </a:uFill>
              <a:latin typeface="Calibri"/>
            </a:endParaRPr>
          </a:p>
        </p:txBody>
      </p:sp>
    </p:spTree>
  </p:cSld>
</p:sldLayout>
</file>

<file path=ppt/slideLayouts/slideLayout4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147" name="PlaceHolder 1"/>
          <p:cNvSpPr>
            <a:spLocks noGrp="1"/>
          </p:cNvSpPr>
          <p:nvPr>
            <p:ph type="title"/>
          </p:nvPr>
        </p:nvSpPr>
        <p:spPr>
          <a:xfrm>
            <a:off x="685800" y="2130480"/>
            <a:ext cx="7772040" cy="1469520"/>
          </a:xfrm>
          <a:prstGeom prst="rect">
            <a:avLst/>
          </a:prstGeom>
        </p:spPr>
        <p:txBody>
          <a:bodyPr lIns="0" rIns="0" tIns="0" bIns="0" anchor="ctr"/>
          <a:p>
            <a:endParaRPr b="0" lang="fr-FR" sz="1800" spc="-1" strike="noStrike">
              <a:solidFill>
                <a:srgbClr val="000000"/>
              </a:solidFill>
              <a:uFill>
                <a:solidFill>
                  <a:srgbClr val="ffffff"/>
                </a:solidFill>
              </a:uFill>
              <a:latin typeface="Calibri"/>
            </a:endParaRPr>
          </a:p>
        </p:txBody>
      </p:sp>
      <p:sp>
        <p:nvSpPr>
          <p:cNvPr id="148" name="PlaceHolder 2"/>
          <p:cNvSpPr>
            <a:spLocks noGrp="1"/>
          </p:cNvSpPr>
          <p:nvPr>
            <p:ph type="body"/>
          </p:nvPr>
        </p:nvSpPr>
        <p:spPr>
          <a:xfrm>
            <a:off x="457200" y="1604520"/>
            <a:ext cx="4015800" cy="1896840"/>
          </a:xfrm>
          <a:prstGeom prst="rect">
            <a:avLst/>
          </a:prstGeom>
        </p:spPr>
        <p:txBody>
          <a:bodyPr lIns="0" rIns="0" tIns="0" bIns="0">
            <a:normAutofit/>
          </a:bodyPr>
          <a:p>
            <a:endParaRPr b="0" lang="fr-FR" sz="3200" spc="-1" strike="noStrike">
              <a:solidFill>
                <a:srgbClr val="000000"/>
              </a:solidFill>
              <a:uFill>
                <a:solidFill>
                  <a:srgbClr val="ffffff"/>
                </a:solidFill>
              </a:uFill>
              <a:latin typeface="Calibri"/>
            </a:endParaRPr>
          </a:p>
        </p:txBody>
      </p:sp>
      <p:sp>
        <p:nvSpPr>
          <p:cNvPr id="149" name="PlaceHolder 3"/>
          <p:cNvSpPr>
            <a:spLocks noGrp="1"/>
          </p:cNvSpPr>
          <p:nvPr>
            <p:ph type="body"/>
          </p:nvPr>
        </p:nvSpPr>
        <p:spPr>
          <a:xfrm>
            <a:off x="4674240" y="1604520"/>
            <a:ext cx="4015800" cy="1896840"/>
          </a:xfrm>
          <a:prstGeom prst="rect">
            <a:avLst/>
          </a:prstGeom>
        </p:spPr>
        <p:txBody>
          <a:bodyPr lIns="0" rIns="0" tIns="0" bIns="0">
            <a:normAutofit/>
          </a:bodyPr>
          <a:p>
            <a:endParaRPr b="0" lang="fr-FR" sz="3200" spc="-1" strike="noStrike">
              <a:solidFill>
                <a:srgbClr val="000000"/>
              </a:solidFill>
              <a:uFill>
                <a:solidFill>
                  <a:srgbClr val="ffffff"/>
                </a:solidFill>
              </a:uFill>
              <a:latin typeface="Calibri"/>
            </a:endParaRPr>
          </a:p>
        </p:txBody>
      </p:sp>
      <p:sp>
        <p:nvSpPr>
          <p:cNvPr id="150" name="PlaceHolder 4"/>
          <p:cNvSpPr>
            <a:spLocks noGrp="1"/>
          </p:cNvSpPr>
          <p:nvPr>
            <p:ph type="body"/>
          </p:nvPr>
        </p:nvSpPr>
        <p:spPr>
          <a:xfrm>
            <a:off x="4674240" y="3682080"/>
            <a:ext cx="4015800" cy="1896840"/>
          </a:xfrm>
          <a:prstGeom prst="rect">
            <a:avLst/>
          </a:prstGeom>
        </p:spPr>
        <p:txBody>
          <a:bodyPr lIns="0" rIns="0" tIns="0" bIns="0">
            <a:normAutofit/>
          </a:bodyPr>
          <a:p>
            <a:endParaRPr b="0" lang="fr-FR" sz="3200" spc="-1" strike="noStrike">
              <a:solidFill>
                <a:srgbClr val="000000"/>
              </a:solidFill>
              <a:uFill>
                <a:solidFill>
                  <a:srgbClr val="ffffff"/>
                </a:solidFill>
              </a:uFill>
              <a:latin typeface="Calibri"/>
            </a:endParaRPr>
          </a:p>
        </p:txBody>
      </p:sp>
      <p:sp>
        <p:nvSpPr>
          <p:cNvPr id="151" name="PlaceHolder 5"/>
          <p:cNvSpPr>
            <a:spLocks noGrp="1"/>
          </p:cNvSpPr>
          <p:nvPr>
            <p:ph type="body"/>
          </p:nvPr>
        </p:nvSpPr>
        <p:spPr>
          <a:xfrm>
            <a:off x="457200" y="3682080"/>
            <a:ext cx="4015800" cy="1896840"/>
          </a:xfrm>
          <a:prstGeom prst="rect">
            <a:avLst/>
          </a:prstGeom>
        </p:spPr>
        <p:txBody>
          <a:bodyPr lIns="0" rIns="0" tIns="0" bIns="0">
            <a:normAutofit/>
          </a:bodyPr>
          <a:p>
            <a:endParaRPr b="0" lang="fr-FR" sz="3200" spc="-1" strike="noStrike">
              <a:solidFill>
                <a:srgbClr val="000000"/>
              </a:solidFill>
              <a:uFill>
                <a:solidFill>
                  <a:srgbClr val="ffffff"/>
                </a:solidFill>
              </a:uFill>
              <a:latin typeface="Calibri"/>
            </a:endParaRPr>
          </a:p>
        </p:txBody>
      </p:sp>
    </p:spTree>
  </p:cSld>
</p:sldLayout>
</file>

<file path=ppt/slideLayouts/slideLayout4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152" name="PlaceHolder 1"/>
          <p:cNvSpPr>
            <a:spLocks noGrp="1"/>
          </p:cNvSpPr>
          <p:nvPr>
            <p:ph type="title"/>
          </p:nvPr>
        </p:nvSpPr>
        <p:spPr>
          <a:xfrm>
            <a:off x="685800" y="2130480"/>
            <a:ext cx="7772040" cy="1469520"/>
          </a:xfrm>
          <a:prstGeom prst="rect">
            <a:avLst/>
          </a:prstGeom>
        </p:spPr>
        <p:txBody>
          <a:bodyPr lIns="0" rIns="0" tIns="0" bIns="0" anchor="ctr"/>
          <a:p>
            <a:endParaRPr b="0" lang="fr-FR" sz="1800" spc="-1" strike="noStrike">
              <a:solidFill>
                <a:srgbClr val="000000"/>
              </a:solidFill>
              <a:uFill>
                <a:solidFill>
                  <a:srgbClr val="ffffff"/>
                </a:solidFill>
              </a:uFill>
              <a:latin typeface="Calibri"/>
            </a:endParaRPr>
          </a:p>
        </p:txBody>
      </p:sp>
      <p:sp>
        <p:nvSpPr>
          <p:cNvPr id="153" name="PlaceHolder 2"/>
          <p:cNvSpPr>
            <a:spLocks noGrp="1"/>
          </p:cNvSpPr>
          <p:nvPr>
            <p:ph type="body"/>
          </p:nvPr>
        </p:nvSpPr>
        <p:spPr>
          <a:xfrm>
            <a:off x="457200" y="1604520"/>
            <a:ext cx="2649600" cy="1896840"/>
          </a:xfrm>
          <a:prstGeom prst="rect">
            <a:avLst/>
          </a:prstGeom>
        </p:spPr>
        <p:txBody>
          <a:bodyPr lIns="0" rIns="0" tIns="0" bIns="0">
            <a:normAutofit/>
          </a:bodyPr>
          <a:p>
            <a:endParaRPr b="0" lang="fr-FR" sz="3200" spc="-1" strike="noStrike">
              <a:solidFill>
                <a:srgbClr val="000000"/>
              </a:solidFill>
              <a:uFill>
                <a:solidFill>
                  <a:srgbClr val="ffffff"/>
                </a:solidFill>
              </a:uFill>
              <a:latin typeface="Calibri"/>
            </a:endParaRPr>
          </a:p>
        </p:txBody>
      </p:sp>
      <p:sp>
        <p:nvSpPr>
          <p:cNvPr id="154" name="PlaceHolder 3"/>
          <p:cNvSpPr>
            <a:spLocks noGrp="1"/>
          </p:cNvSpPr>
          <p:nvPr>
            <p:ph type="body"/>
          </p:nvPr>
        </p:nvSpPr>
        <p:spPr>
          <a:xfrm>
            <a:off x="3239640" y="1604520"/>
            <a:ext cx="2649600" cy="1896840"/>
          </a:xfrm>
          <a:prstGeom prst="rect">
            <a:avLst/>
          </a:prstGeom>
        </p:spPr>
        <p:txBody>
          <a:bodyPr lIns="0" rIns="0" tIns="0" bIns="0">
            <a:normAutofit/>
          </a:bodyPr>
          <a:p>
            <a:endParaRPr b="0" lang="fr-FR" sz="3200" spc="-1" strike="noStrike">
              <a:solidFill>
                <a:srgbClr val="000000"/>
              </a:solidFill>
              <a:uFill>
                <a:solidFill>
                  <a:srgbClr val="ffffff"/>
                </a:solidFill>
              </a:uFill>
              <a:latin typeface="Calibri"/>
            </a:endParaRPr>
          </a:p>
        </p:txBody>
      </p:sp>
      <p:sp>
        <p:nvSpPr>
          <p:cNvPr id="155" name="PlaceHolder 4"/>
          <p:cNvSpPr>
            <a:spLocks noGrp="1"/>
          </p:cNvSpPr>
          <p:nvPr>
            <p:ph type="body"/>
          </p:nvPr>
        </p:nvSpPr>
        <p:spPr>
          <a:xfrm>
            <a:off x="6022080" y="1604520"/>
            <a:ext cx="2649600" cy="1896840"/>
          </a:xfrm>
          <a:prstGeom prst="rect">
            <a:avLst/>
          </a:prstGeom>
        </p:spPr>
        <p:txBody>
          <a:bodyPr lIns="0" rIns="0" tIns="0" bIns="0">
            <a:normAutofit/>
          </a:bodyPr>
          <a:p>
            <a:endParaRPr b="0" lang="fr-FR" sz="3200" spc="-1" strike="noStrike">
              <a:solidFill>
                <a:srgbClr val="000000"/>
              </a:solidFill>
              <a:uFill>
                <a:solidFill>
                  <a:srgbClr val="ffffff"/>
                </a:solidFill>
              </a:uFill>
              <a:latin typeface="Calibri"/>
            </a:endParaRPr>
          </a:p>
        </p:txBody>
      </p:sp>
      <p:sp>
        <p:nvSpPr>
          <p:cNvPr id="156" name="PlaceHolder 5"/>
          <p:cNvSpPr>
            <a:spLocks noGrp="1"/>
          </p:cNvSpPr>
          <p:nvPr>
            <p:ph type="body"/>
          </p:nvPr>
        </p:nvSpPr>
        <p:spPr>
          <a:xfrm>
            <a:off x="6022080" y="3682080"/>
            <a:ext cx="2649600" cy="1896840"/>
          </a:xfrm>
          <a:prstGeom prst="rect">
            <a:avLst/>
          </a:prstGeom>
        </p:spPr>
        <p:txBody>
          <a:bodyPr lIns="0" rIns="0" tIns="0" bIns="0">
            <a:normAutofit/>
          </a:bodyPr>
          <a:p>
            <a:endParaRPr b="0" lang="fr-FR" sz="3200" spc="-1" strike="noStrike">
              <a:solidFill>
                <a:srgbClr val="000000"/>
              </a:solidFill>
              <a:uFill>
                <a:solidFill>
                  <a:srgbClr val="ffffff"/>
                </a:solidFill>
              </a:uFill>
              <a:latin typeface="Calibri"/>
            </a:endParaRPr>
          </a:p>
        </p:txBody>
      </p:sp>
      <p:sp>
        <p:nvSpPr>
          <p:cNvPr id="157" name="PlaceHolder 6"/>
          <p:cNvSpPr>
            <a:spLocks noGrp="1"/>
          </p:cNvSpPr>
          <p:nvPr>
            <p:ph type="body"/>
          </p:nvPr>
        </p:nvSpPr>
        <p:spPr>
          <a:xfrm>
            <a:off x="3239640" y="3682080"/>
            <a:ext cx="2649600" cy="1896840"/>
          </a:xfrm>
          <a:prstGeom prst="rect">
            <a:avLst/>
          </a:prstGeom>
        </p:spPr>
        <p:txBody>
          <a:bodyPr lIns="0" rIns="0" tIns="0" bIns="0">
            <a:normAutofit/>
          </a:bodyPr>
          <a:p>
            <a:endParaRPr b="0" lang="fr-FR" sz="3200" spc="-1" strike="noStrike">
              <a:solidFill>
                <a:srgbClr val="000000"/>
              </a:solidFill>
              <a:uFill>
                <a:solidFill>
                  <a:srgbClr val="ffffff"/>
                </a:solidFill>
              </a:uFill>
              <a:latin typeface="Calibri"/>
            </a:endParaRPr>
          </a:p>
        </p:txBody>
      </p:sp>
      <p:sp>
        <p:nvSpPr>
          <p:cNvPr id="158" name="PlaceHolder 7"/>
          <p:cNvSpPr>
            <a:spLocks noGrp="1"/>
          </p:cNvSpPr>
          <p:nvPr>
            <p:ph type="body"/>
          </p:nvPr>
        </p:nvSpPr>
        <p:spPr>
          <a:xfrm>
            <a:off x="457200" y="3682080"/>
            <a:ext cx="2649600" cy="1896840"/>
          </a:xfrm>
          <a:prstGeom prst="rect">
            <a:avLst/>
          </a:prstGeom>
        </p:spPr>
        <p:txBody>
          <a:bodyPr lIns="0" rIns="0" tIns="0" bIns="0">
            <a:normAutofit/>
          </a:bodyPr>
          <a:p>
            <a:endParaRPr b="0" lang="fr-FR" sz="3200" spc="-1" strike="noStrike">
              <a:solidFill>
                <a:srgbClr val="000000"/>
              </a:solidFill>
              <a:uFill>
                <a:solidFill>
                  <a:srgbClr val="ffffff"/>
                </a:solidFill>
              </a:uFill>
              <a:latin typeface="Calibri"/>
            </a:endParaRPr>
          </a:p>
        </p:txBody>
      </p:sp>
    </p:spTree>
  </p:cSld>
</p:sldLayout>
</file>

<file path=ppt/slideLayouts/slideLayout4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5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164" name="PlaceHolder 1"/>
          <p:cNvSpPr>
            <a:spLocks noGrp="1"/>
          </p:cNvSpPr>
          <p:nvPr>
            <p:ph type="title"/>
          </p:nvPr>
        </p:nvSpPr>
        <p:spPr>
          <a:xfrm>
            <a:off x="685800" y="2130480"/>
            <a:ext cx="7772040" cy="1469520"/>
          </a:xfrm>
          <a:prstGeom prst="rect">
            <a:avLst/>
          </a:prstGeom>
        </p:spPr>
        <p:txBody>
          <a:bodyPr lIns="0" rIns="0" tIns="0" bIns="0" anchor="ctr"/>
          <a:p>
            <a:endParaRPr b="0" lang="fr-FR" sz="1800" spc="-1" strike="noStrike">
              <a:solidFill>
                <a:srgbClr val="000000"/>
              </a:solidFill>
              <a:uFill>
                <a:solidFill>
                  <a:srgbClr val="ffffff"/>
                </a:solidFill>
              </a:uFill>
              <a:latin typeface="Calibri"/>
            </a:endParaRPr>
          </a:p>
        </p:txBody>
      </p:sp>
      <p:sp>
        <p:nvSpPr>
          <p:cNvPr id="165" name="PlaceHolder 2"/>
          <p:cNvSpPr>
            <a:spLocks noGrp="1"/>
          </p:cNvSpPr>
          <p:nvPr>
            <p:ph type="subTitle"/>
          </p:nvPr>
        </p:nvSpPr>
        <p:spPr>
          <a:xfrm>
            <a:off x="457200" y="1604520"/>
            <a:ext cx="8229240" cy="3977280"/>
          </a:xfrm>
          <a:prstGeom prst="rect">
            <a:avLst/>
          </a:prstGeom>
        </p:spPr>
        <p:txBody>
          <a:bodyPr lIns="0" rIns="0" tIns="0" bIns="0" anchor="ctr"/>
          <a:p>
            <a:pPr algn="ctr"/>
            <a:endParaRPr b="0" lang="fr-FR" sz="3200" spc="-1" strike="noStrike">
              <a:solidFill>
                <a:srgbClr val="000000"/>
              </a:solidFill>
              <a:uFill>
                <a:solidFill>
                  <a:srgbClr val="ffffff"/>
                </a:solidFill>
              </a:uFill>
              <a:latin typeface="Arial"/>
            </a:endParaRPr>
          </a:p>
        </p:txBody>
      </p:sp>
    </p:spTree>
  </p:cSld>
</p:sldLayout>
</file>

<file path=ppt/slideLayouts/slideLayout5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166" name="PlaceHolder 1"/>
          <p:cNvSpPr>
            <a:spLocks noGrp="1"/>
          </p:cNvSpPr>
          <p:nvPr>
            <p:ph type="title"/>
          </p:nvPr>
        </p:nvSpPr>
        <p:spPr>
          <a:xfrm>
            <a:off x="685800" y="2130480"/>
            <a:ext cx="7772040" cy="1469520"/>
          </a:xfrm>
          <a:prstGeom prst="rect">
            <a:avLst/>
          </a:prstGeom>
        </p:spPr>
        <p:txBody>
          <a:bodyPr lIns="0" rIns="0" tIns="0" bIns="0" anchor="ctr"/>
          <a:p>
            <a:endParaRPr b="0" lang="fr-FR" sz="1800" spc="-1" strike="noStrike">
              <a:solidFill>
                <a:srgbClr val="000000"/>
              </a:solidFill>
              <a:uFill>
                <a:solidFill>
                  <a:srgbClr val="ffffff"/>
                </a:solidFill>
              </a:uFill>
              <a:latin typeface="Calibri"/>
            </a:endParaRPr>
          </a:p>
        </p:txBody>
      </p:sp>
      <p:sp>
        <p:nvSpPr>
          <p:cNvPr id="167" name="PlaceHolder 2"/>
          <p:cNvSpPr>
            <a:spLocks noGrp="1"/>
          </p:cNvSpPr>
          <p:nvPr>
            <p:ph type="body"/>
          </p:nvPr>
        </p:nvSpPr>
        <p:spPr>
          <a:xfrm>
            <a:off x="457200" y="1604520"/>
            <a:ext cx="8229240" cy="3977280"/>
          </a:xfrm>
          <a:prstGeom prst="rect">
            <a:avLst/>
          </a:prstGeom>
        </p:spPr>
        <p:txBody>
          <a:bodyPr lIns="0" rIns="0" tIns="0" bIns="0">
            <a:normAutofit/>
          </a:bodyPr>
          <a:p>
            <a:endParaRPr b="0" lang="fr-FR" sz="3200" spc="-1" strike="noStrike">
              <a:solidFill>
                <a:srgbClr val="000000"/>
              </a:solidFill>
              <a:uFill>
                <a:solidFill>
                  <a:srgbClr val="ffffff"/>
                </a:solidFill>
              </a:uFill>
              <a:latin typeface="Calibri"/>
            </a:endParaRPr>
          </a:p>
        </p:txBody>
      </p:sp>
    </p:spTree>
  </p:cSld>
</p:sldLayout>
</file>

<file path=ppt/slideLayouts/slideLayout5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68" name="PlaceHolder 1"/>
          <p:cNvSpPr>
            <a:spLocks noGrp="1"/>
          </p:cNvSpPr>
          <p:nvPr>
            <p:ph type="title"/>
          </p:nvPr>
        </p:nvSpPr>
        <p:spPr>
          <a:xfrm>
            <a:off x="685800" y="2130480"/>
            <a:ext cx="7772040" cy="1469520"/>
          </a:xfrm>
          <a:prstGeom prst="rect">
            <a:avLst/>
          </a:prstGeom>
        </p:spPr>
        <p:txBody>
          <a:bodyPr lIns="0" rIns="0" tIns="0" bIns="0" anchor="ctr"/>
          <a:p>
            <a:endParaRPr b="0" lang="fr-FR" sz="1800" spc="-1" strike="noStrike">
              <a:solidFill>
                <a:srgbClr val="000000"/>
              </a:solidFill>
              <a:uFill>
                <a:solidFill>
                  <a:srgbClr val="ffffff"/>
                </a:solidFill>
              </a:uFill>
              <a:latin typeface="Calibri"/>
            </a:endParaRPr>
          </a:p>
        </p:txBody>
      </p:sp>
      <p:sp>
        <p:nvSpPr>
          <p:cNvPr id="169" name="PlaceHolder 2"/>
          <p:cNvSpPr>
            <a:spLocks noGrp="1"/>
          </p:cNvSpPr>
          <p:nvPr>
            <p:ph type="body"/>
          </p:nvPr>
        </p:nvSpPr>
        <p:spPr>
          <a:xfrm>
            <a:off x="457200" y="1604520"/>
            <a:ext cx="4015800" cy="3977280"/>
          </a:xfrm>
          <a:prstGeom prst="rect">
            <a:avLst/>
          </a:prstGeom>
        </p:spPr>
        <p:txBody>
          <a:bodyPr lIns="0" rIns="0" tIns="0" bIns="0">
            <a:normAutofit/>
          </a:bodyPr>
          <a:p>
            <a:endParaRPr b="0" lang="fr-FR" sz="3200" spc="-1" strike="noStrike">
              <a:solidFill>
                <a:srgbClr val="000000"/>
              </a:solidFill>
              <a:uFill>
                <a:solidFill>
                  <a:srgbClr val="ffffff"/>
                </a:solidFill>
              </a:uFill>
              <a:latin typeface="Calibri"/>
            </a:endParaRPr>
          </a:p>
        </p:txBody>
      </p:sp>
      <p:sp>
        <p:nvSpPr>
          <p:cNvPr id="170" name="PlaceHolder 3"/>
          <p:cNvSpPr>
            <a:spLocks noGrp="1"/>
          </p:cNvSpPr>
          <p:nvPr>
            <p:ph type="body"/>
          </p:nvPr>
        </p:nvSpPr>
        <p:spPr>
          <a:xfrm>
            <a:off x="4674240" y="1604520"/>
            <a:ext cx="4015800" cy="3977280"/>
          </a:xfrm>
          <a:prstGeom prst="rect">
            <a:avLst/>
          </a:prstGeom>
        </p:spPr>
        <p:txBody>
          <a:bodyPr lIns="0" rIns="0" tIns="0" bIns="0">
            <a:normAutofit/>
          </a:bodyPr>
          <a:p>
            <a:endParaRPr b="0" lang="fr-FR" sz="3200" spc="-1" strike="noStrike">
              <a:solidFill>
                <a:srgbClr val="000000"/>
              </a:solidFill>
              <a:uFill>
                <a:solidFill>
                  <a:srgbClr val="ffffff"/>
                </a:solidFill>
              </a:uFill>
              <a:latin typeface="Calibri"/>
            </a:endParaRPr>
          </a:p>
        </p:txBody>
      </p:sp>
    </p:spTree>
  </p:cSld>
</p:sldLayout>
</file>

<file path=ppt/slideLayouts/slideLayout5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71" name="PlaceHolder 1"/>
          <p:cNvSpPr>
            <a:spLocks noGrp="1"/>
          </p:cNvSpPr>
          <p:nvPr>
            <p:ph type="title"/>
          </p:nvPr>
        </p:nvSpPr>
        <p:spPr>
          <a:xfrm>
            <a:off x="685800" y="2130480"/>
            <a:ext cx="7772040" cy="1469520"/>
          </a:xfrm>
          <a:prstGeom prst="rect">
            <a:avLst/>
          </a:prstGeom>
        </p:spPr>
        <p:txBody>
          <a:bodyPr lIns="0" rIns="0" tIns="0" bIns="0" anchor="ctr"/>
          <a:p>
            <a:endParaRPr b="0" lang="fr-FR" sz="1800" spc="-1" strike="noStrike">
              <a:solidFill>
                <a:srgbClr val="000000"/>
              </a:solidFill>
              <a:uFill>
                <a:solidFill>
                  <a:srgbClr val="ffffff"/>
                </a:solidFill>
              </a:uFill>
              <a:latin typeface="Calibri"/>
            </a:endParaRPr>
          </a:p>
        </p:txBody>
      </p:sp>
    </p:spTree>
  </p:cSld>
</p:sldLayout>
</file>

<file path=ppt/slideLayouts/slideLayout5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72" name="PlaceHolder 1"/>
          <p:cNvSpPr>
            <a:spLocks noGrp="1"/>
          </p:cNvSpPr>
          <p:nvPr>
            <p:ph type="subTitle"/>
          </p:nvPr>
        </p:nvSpPr>
        <p:spPr>
          <a:xfrm>
            <a:off x="685800" y="2130480"/>
            <a:ext cx="7772040" cy="6813000"/>
          </a:xfrm>
          <a:prstGeom prst="rect">
            <a:avLst/>
          </a:prstGeom>
        </p:spPr>
        <p:txBody>
          <a:bodyPr lIns="0" rIns="0" tIns="0" bIns="0" anchor="ctr"/>
          <a:p>
            <a:pPr algn="ctr"/>
            <a:endParaRPr b="0" lang="fr-FR" sz="3200" spc="-1" strike="noStrike">
              <a:solidFill>
                <a:srgbClr val="000000"/>
              </a:solidFill>
              <a:uFill>
                <a:solidFill>
                  <a:srgbClr val="ffffff"/>
                </a:solidFill>
              </a:uFill>
              <a:latin typeface="Arial"/>
            </a:endParaRPr>
          </a:p>
        </p:txBody>
      </p:sp>
    </p:spTree>
  </p:cSld>
</p:sldLayout>
</file>

<file path=ppt/slideLayouts/slideLayout5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73" name="PlaceHolder 1"/>
          <p:cNvSpPr>
            <a:spLocks noGrp="1"/>
          </p:cNvSpPr>
          <p:nvPr>
            <p:ph type="title"/>
          </p:nvPr>
        </p:nvSpPr>
        <p:spPr>
          <a:xfrm>
            <a:off x="685800" y="2130480"/>
            <a:ext cx="7772040" cy="1469520"/>
          </a:xfrm>
          <a:prstGeom prst="rect">
            <a:avLst/>
          </a:prstGeom>
        </p:spPr>
        <p:txBody>
          <a:bodyPr lIns="0" rIns="0" tIns="0" bIns="0" anchor="ctr"/>
          <a:p>
            <a:endParaRPr b="0" lang="fr-FR" sz="1800" spc="-1" strike="noStrike">
              <a:solidFill>
                <a:srgbClr val="000000"/>
              </a:solidFill>
              <a:uFill>
                <a:solidFill>
                  <a:srgbClr val="ffffff"/>
                </a:solidFill>
              </a:uFill>
              <a:latin typeface="Calibri"/>
            </a:endParaRPr>
          </a:p>
        </p:txBody>
      </p:sp>
      <p:sp>
        <p:nvSpPr>
          <p:cNvPr id="174" name="PlaceHolder 2"/>
          <p:cNvSpPr>
            <a:spLocks noGrp="1"/>
          </p:cNvSpPr>
          <p:nvPr>
            <p:ph type="body"/>
          </p:nvPr>
        </p:nvSpPr>
        <p:spPr>
          <a:xfrm>
            <a:off x="457200" y="1604520"/>
            <a:ext cx="4015800" cy="1896840"/>
          </a:xfrm>
          <a:prstGeom prst="rect">
            <a:avLst/>
          </a:prstGeom>
        </p:spPr>
        <p:txBody>
          <a:bodyPr lIns="0" rIns="0" tIns="0" bIns="0">
            <a:normAutofit/>
          </a:bodyPr>
          <a:p>
            <a:endParaRPr b="0" lang="fr-FR" sz="3200" spc="-1" strike="noStrike">
              <a:solidFill>
                <a:srgbClr val="000000"/>
              </a:solidFill>
              <a:uFill>
                <a:solidFill>
                  <a:srgbClr val="ffffff"/>
                </a:solidFill>
              </a:uFill>
              <a:latin typeface="Calibri"/>
            </a:endParaRPr>
          </a:p>
        </p:txBody>
      </p:sp>
      <p:sp>
        <p:nvSpPr>
          <p:cNvPr id="175" name="PlaceHolder 3"/>
          <p:cNvSpPr>
            <a:spLocks noGrp="1"/>
          </p:cNvSpPr>
          <p:nvPr>
            <p:ph type="body"/>
          </p:nvPr>
        </p:nvSpPr>
        <p:spPr>
          <a:xfrm>
            <a:off x="457200" y="3682080"/>
            <a:ext cx="4015800" cy="1896840"/>
          </a:xfrm>
          <a:prstGeom prst="rect">
            <a:avLst/>
          </a:prstGeom>
        </p:spPr>
        <p:txBody>
          <a:bodyPr lIns="0" rIns="0" tIns="0" bIns="0">
            <a:normAutofit/>
          </a:bodyPr>
          <a:p>
            <a:endParaRPr b="0" lang="fr-FR" sz="3200" spc="-1" strike="noStrike">
              <a:solidFill>
                <a:srgbClr val="000000"/>
              </a:solidFill>
              <a:uFill>
                <a:solidFill>
                  <a:srgbClr val="ffffff"/>
                </a:solidFill>
              </a:uFill>
              <a:latin typeface="Calibri"/>
            </a:endParaRPr>
          </a:p>
        </p:txBody>
      </p:sp>
      <p:sp>
        <p:nvSpPr>
          <p:cNvPr id="176" name="PlaceHolder 4"/>
          <p:cNvSpPr>
            <a:spLocks noGrp="1"/>
          </p:cNvSpPr>
          <p:nvPr>
            <p:ph type="body"/>
          </p:nvPr>
        </p:nvSpPr>
        <p:spPr>
          <a:xfrm>
            <a:off x="4674240" y="1604520"/>
            <a:ext cx="4015800" cy="3977280"/>
          </a:xfrm>
          <a:prstGeom prst="rect">
            <a:avLst/>
          </a:prstGeom>
        </p:spPr>
        <p:txBody>
          <a:bodyPr lIns="0" rIns="0" tIns="0" bIns="0">
            <a:normAutofit/>
          </a:bodyPr>
          <a:p>
            <a:endParaRPr b="0" lang="fr-FR" sz="3200" spc="-1" strike="noStrike">
              <a:solidFill>
                <a:srgbClr val="000000"/>
              </a:solidFill>
              <a:uFill>
                <a:solidFill>
                  <a:srgbClr val="ffffff"/>
                </a:solidFill>
              </a:uFill>
              <a:latin typeface="Calibri"/>
            </a:endParaRPr>
          </a:p>
        </p:txBody>
      </p:sp>
    </p:spTree>
  </p:cSld>
</p:sldLayout>
</file>

<file path=ppt/slideLayouts/slideLayout5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77" name="PlaceHolder 1"/>
          <p:cNvSpPr>
            <a:spLocks noGrp="1"/>
          </p:cNvSpPr>
          <p:nvPr>
            <p:ph type="title"/>
          </p:nvPr>
        </p:nvSpPr>
        <p:spPr>
          <a:xfrm>
            <a:off x="685800" y="2130480"/>
            <a:ext cx="7772040" cy="1469520"/>
          </a:xfrm>
          <a:prstGeom prst="rect">
            <a:avLst/>
          </a:prstGeom>
        </p:spPr>
        <p:txBody>
          <a:bodyPr lIns="0" rIns="0" tIns="0" bIns="0" anchor="ctr"/>
          <a:p>
            <a:endParaRPr b="0" lang="fr-FR" sz="1800" spc="-1" strike="noStrike">
              <a:solidFill>
                <a:srgbClr val="000000"/>
              </a:solidFill>
              <a:uFill>
                <a:solidFill>
                  <a:srgbClr val="ffffff"/>
                </a:solidFill>
              </a:uFill>
              <a:latin typeface="Calibri"/>
            </a:endParaRPr>
          </a:p>
        </p:txBody>
      </p:sp>
      <p:sp>
        <p:nvSpPr>
          <p:cNvPr id="178" name="PlaceHolder 2"/>
          <p:cNvSpPr>
            <a:spLocks noGrp="1"/>
          </p:cNvSpPr>
          <p:nvPr>
            <p:ph type="body"/>
          </p:nvPr>
        </p:nvSpPr>
        <p:spPr>
          <a:xfrm>
            <a:off x="457200" y="1604520"/>
            <a:ext cx="4015800" cy="3977280"/>
          </a:xfrm>
          <a:prstGeom prst="rect">
            <a:avLst/>
          </a:prstGeom>
        </p:spPr>
        <p:txBody>
          <a:bodyPr lIns="0" rIns="0" tIns="0" bIns="0">
            <a:normAutofit/>
          </a:bodyPr>
          <a:p>
            <a:endParaRPr b="0" lang="fr-FR" sz="3200" spc="-1" strike="noStrike">
              <a:solidFill>
                <a:srgbClr val="000000"/>
              </a:solidFill>
              <a:uFill>
                <a:solidFill>
                  <a:srgbClr val="ffffff"/>
                </a:solidFill>
              </a:uFill>
              <a:latin typeface="Calibri"/>
            </a:endParaRPr>
          </a:p>
        </p:txBody>
      </p:sp>
      <p:sp>
        <p:nvSpPr>
          <p:cNvPr id="179" name="PlaceHolder 3"/>
          <p:cNvSpPr>
            <a:spLocks noGrp="1"/>
          </p:cNvSpPr>
          <p:nvPr>
            <p:ph type="body"/>
          </p:nvPr>
        </p:nvSpPr>
        <p:spPr>
          <a:xfrm>
            <a:off x="4674240" y="1604520"/>
            <a:ext cx="4015800" cy="1896840"/>
          </a:xfrm>
          <a:prstGeom prst="rect">
            <a:avLst/>
          </a:prstGeom>
        </p:spPr>
        <p:txBody>
          <a:bodyPr lIns="0" rIns="0" tIns="0" bIns="0">
            <a:normAutofit/>
          </a:bodyPr>
          <a:p>
            <a:endParaRPr b="0" lang="fr-FR" sz="3200" spc="-1" strike="noStrike">
              <a:solidFill>
                <a:srgbClr val="000000"/>
              </a:solidFill>
              <a:uFill>
                <a:solidFill>
                  <a:srgbClr val="ffffff"/>
                </a:solidFill>
              </a:uFill>
              <a:latin typeface="Calibri"/>
            </a:endParaRPr>
          </a:p>
        </p:txBody>
      </p:sp>
      <p:sp>
        <p:nvSpPr>
          <p:cNvPr id="180" name="PlaceHolder 4"/>
          <p:cNvSpPr>
            <a:spLocks noGrp="1"/>
          </p:cNvSpPr>
          <p:nvPr>
            <p:ph type="body"/>
          </p:nvPr>
        </p:nvSpPr>
        <p:spPr>
          <a:xfrm>
            <a:off x="4674240" y="3682080"/>
            <a:ext cx="4015800" cy="1896840"/>
          </a:xfrm>
          <a:prstGeom prst="rect">
            <a:avLst/>
          </a:prstGeom>
        </p:spPr>
        <p:txBody>
          <a:bodyPr lIns="0" rIns="0" tIns="0" bIns="0">
            <a:normAutofit/>
          </a:bodyPr>
          <a:p>
            <a:endParaRPr b="0" lang="fr-FR" sz="3200" spc="-1" strike="noStrike">
              <a:solidFill>
                <a:srgbClr val="000000"/>
              </a:solidFill>
              <a:uFill>
                <a:solidFill>
                  <a:srgbClr val="ffffff"/>
                </a:solidFill>
              </a:uFill>
              <a:latin typeface="Calibri"/>
            </a:endParaRPr>
          </a:p>
        </p:txBody>
      </p:sp>
    </p:spTree>
  </p:cSld>
</p:sldLayout>
</file>

<file path=ppt/slideLayouts/slideLayout5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81" name="PlaceHolder 1"/>
          <p:cNvSpPr>
            <a:spLocks noGrp="1"/>
          </p:cNvSpPr>
          <p:nvPr>
            <p:ph type="title"/>
          </p:nvPr>
        </p:nvSpPr>
        <p:spPr>
          <a:xfrm>
            <a:off x="685800" y="2130480"/>
            <a:ext cx="7772040" cy="1469520"/>
          </a:xfrm>
          <a:prstGeom prst="rect">
            <a:avLst/>
          </a:prstGeom>
        </p:spPr>
        <p:txBody>
          <a:bodyPr lIns="0" rIns="0" tIns="0" bIns="0" anchor="ctr"/>
          <a:p>
            <a:endParaRPr b="0" lang="fr-FR" sz="1800" spc="-1" strike="noStrike">
              <a:solidFill>
                <a:srgbClr val="000000"/>
              </a:solidFill>
              <a:uFill>
                <a:solidFill>
                  <a:srgbClr val="ffffff"/>
                </a:solidFill>
              </a:uFill>
              <a:latin typeface="Calibri"/>
            </a:endParaRPr>
          </a:p>
        </p:txBody>
      </p:sp>
      <p:sp>
        <p:nvSpPr>
          <p:cNvPr id="182" name="PlaceHolder 2"/>
          <p:cNvSpPr>
            <a:spLocks noGrp="1"/>
          </p:cNvSpPr>
          <p:nvPr>
            <p:ph type="body"/>
          </p:nvPr>
        </p:nvSpPr>
        <p:spPr>
          <a:xfrm>
            <a:off x="457200" y="1604520"/>
            <a:ext cx="4015800" cy="1896840"/>
          </a:xfrm>
          <a:prstGeom prst="rect">
            <a:avLst/>
          </a:prstGeom>
        </p:spPr>
        <p:txBody>
          <a:bodyPr lIns="0" rIns="0" tIns="0" bIns="0">
            <a:normAutofit/>
          </a:bodyPr>
          <a:p>
            <a:endParaRPr b="0" lang="fr-FR" sz="3200" spc="-1" strike="noStrike">
              <a:solidFill>
                <a:srgbClr val="000000"/>
              </a:solidFill>
              <a:uFill>
                <a:solidFill>
                  <a:srgbClr val="ffffff"/>
                </a:solidFill>
              </a:uFill>
              <a:latin typeface="Calibri"/>
            </a:endParaRPr>
          </a:p>
        </p:txBody>
      </p:sp>
      <p:sp>
        <p:nvSpPr>
          <p:cNvPr id="183" name="PlaceHolder 3"/>
          <p:cNvSpPr>
            <a:spLocks noGrp="1"/>
          </p:cNvSpPr>
          <p:nvPr>
            <p:ph type="body"/>
          </p:nvPr>
        </p:nvSpPr>
        <p:spPr>
          <a:xfrm>
            <a:off x="4674240" y="1604520"/>
            <a:ext cx="4015800" cy="1896840"/>
          </a:xfrm>
          <a:prstGeom prst="rect">
            <a:avLst/>
          </a:prstGeom>
        </p:spPr>
        <p:txBody>
          <a:bodyPr lIns="0" rIns="0" tIns="0" bIns="0">
            <a:normAutofit/>
          </a:bodyPr>
          <a:p>
            <a:endParaRPr b="0" lang="fr-FR" sz="3200" spc="-1" strike="noStrike">
              <a:solidFill>
                <a:srgbClr val="000000"/>
              </a:solidFill>
              <a:uFill>
                <a:solidFill>
                  <a:srgbClr val="ffffff"/>
                </a:solidFill>
              </a:uFill>
              <a:latin typeface="Calibri"/>
            </a:endParaRPr>
          </a:p>
        </p:txBody>
      </p:sp>
      <p:sp>
        <p:nvSpPr>
          <p:cNvPr id="184" name="PlaceHolder 4"/>
          <p:cNvSpPr>
            <a:spLocks noGrp="1"/>
          </p:cNvSpPr>
          <p:nvPr>
            <p:ph type="body"/>
          </p:nvPr>
        </p:nvSpPr>
        <p:spPr>
          <a:xfrm>
            <a:off x="457200" y="3682080"/>
            <a:ext cx="8229240" cy="1896840"/>
          </a:xfrm>
          <a:prstGeom prst="rect">
            <a:avLst/>
          </a:prstGeom>
        </p:spPr>
        <p:txBody>
          <a:bodyPr lIns="0" rIns="0" tIns="0" bIns="0">
            <a:normAutofit/>
          </a:bodyPr>
          <a:p>
            <a:endParaRPr b="0" lang="fr-FR" sz="3200" spc="-1" strike="noStrike">
              <a:solidFill>
                <a:srgbClr val="000000"/>
              </a:solidFill>
              <a:uFill>
                <a:solidFill>
                  <a:srgbClr val="ffffff"/>
                </a:solidFill>
              </a:uFill>
              <a:latin typeface="Calibri"/>
            </a:endParaRPr>
          </a:p>
        </p:txBody>
      </p:sp>
    </p:spTree>
  </p:cSld>
</p:sldLayout>
</file>

<file path=ppt/slideLayouts/slideLayout5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185" name="PlaceHolder 1"/>
          <p:cNvSpPr>
            <a:spLocks noGrp="1"/>
          </p:cNvSpPr>
          <p:nvPr>
            <p:ph type="title"/>
          </p:nvPr>
        </p:nvSpPr>
        <p:spPr>
          <a:xfrm>
            <a:off x="685800" y="2130480"/>
            <a:ext cx="7772040" cy="1469520"/>
          </a:xfrm>
          <a:prstGeom prst="rect">
            <a:avLst/>
          </a:prstGeom>
        </p:spPr>
        <p:txBody>
          <a:bodyPr lIns="0" rIns="0" tIns="0" bIns="0" anchor="ctr"/>
          <a:p>
            <a:endParaRPr b="0" lang="fr-FR" sz="1800" spc="-1" strike="noStrike">
              <a:solidFill>
                <a:srgbClr val="000000"/>
              </a:solidFill>
              <a:uFill>
                <a:solidFill>
                  <a:srgbClr val="ffffff"/>
                </a:solidFill>
              </a:uFill>
              <a:latin typeface="Calibri"/>
            </a:endParaRPr>
          </a:p>
        </p:txBody>
      </p:sp>
      <p:sp>
        <p:nvSpPr>
          <p:cNvPr id="186" name="PlaceHolder 2"/>
          <p:cNvSpPr>
            <a:spLocks noGrp="1"/>
          </p:cNvSpPr>
          <p:nvPr>
            <p:ph type="body"/>
          </p:nvPr>
        </p:nvSpPr>
        <p:spPr>
          <a:xfrm>
            <a:off x="457200" y="1604520"/>
            <a:ext cx="8229240" cy="1896840"/>
          </a:xfrm>
          <a:prstGeom prst="rect">
            <a:avLst/>
          </a:prstGeom>
        </p:spPr>
        <p:txBody>
          <a:bodyPr lIns="0" rIns="0" tIns="0" bIns="0">
            <a:normAutofit/>
          </a:bodyPr>
          <a:p>
            <a:endParaRPr b="0" lang="fr-FR" sz="3200" spc="-1" strike="noStrike">
              <a:solidFill>
                <a:srgbClr val="000000"/>
              </a:solidFill>
              <a:uFill>
                <a:solidFill>
                  <a:srgbClr val="ffffff"/>
                </a:solidFill>
              </a:uFill>
              <a:latin typeface="Calibri"/>
            </a:endParaRPr>
          </a:p>
        </p:txBody>
      </p:sp>
      <p:sp>
        <p:nvSpPr>
          <p:cNvPr id="187" name="PlaceHolder 3"/>
          <p:cNvSpPr>
            <a:spLocks noGrp="1"/>
          </p:cNvSpPr>
          <p:nvPr>
            <p:ph type="body"/>
          </p:nvPr>
        </p:nvSpPr>
        <p:spPr>
          <a:xfrm>
            <a:off x="457200" y="3682080"/>
            <a:ext cx="8229240" cy="1896840"/>
          </a:xfrm>
          <a:prstGeom prst="rect">
            <a:avLst/>
          </a:prstGeom>
        </p:spPr>
        <p:txBody>
          <a:bodyPr lIns="0" rIns="0" tIns="0" bIns="0">
            <a:normAutofit/>
          </a:bodyPr>
          <a:p>
            <a:endParaRPr b="0" lang="fr-FR" sz="3200" spc="-1" strike="noStrike">
              <a:solidFill>
                <a:srgbClr val="000000"/>
              </a:solidFill>
              <a:uFill>
                <a:solidFill>
                  <a:srgbClr val="ffffff"/>
                </a:solidFill>
              </a:uFill>
              <a:latin typeface="Calibri"/>
            </a:endParaRPr>
          </a:p>
        </p:txBody>
      </p:sp>
    </p:spTree>
  </p:cSld>
</p:sldLayout>
</file>

<file path=ppt/slideLayouts/slideLayout5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188" name="PlaceHolder 1"/>
          <p:cNvSpPr>
            <a:spLocks noGrp="1"/>
          </p:cNvSpPr>
          <p:nvPr>
            <p:ph type="title"/>
          </p:nvPr>
        </p:nvSpPr>
        <p:spPr>
          <a:xfrm>
            <a:off x="685800" y="2130480"/>
            <a:ext cx="7772040" cy="1469520"/>
          </a:xfrm>
          <a:prstGeom prst="rect">
            <a:avLst/>
          </a:prstGeom>
        </p:spPr>
        <p:txBody>
          <a:bodyPr lIns="0" rIns="0" tIns="0" bIns="0" anchor="ctr"/>
          <a:p>
            <a:endParaRPr b="0" lang="fr-FR" sz="1800" spc="-1" strike="noStrike">
              <a:solidFill>
                <a:srgbClr val="000000"/>
              </a:solidFill>
              <a:uFill>
                <a:solidFill>
                  <a:srgbClr val="ffffff"/>
                </a:solidFill>
              </a:uFill>
              <a:latin typeface="Calibri"/>
            </a:endParaRPr>
          </a:p>
        </p:txBody>
      </p:sp>
      <p:sp>
        <p:nvSpPr>
          <p:cNvPr id="189" name="PlaceHolder 2"/>
          <p:cNvSpPr>
            <a:spLocks noGrp="1"/>
          </p:cNvSpPr>
          <p:nvPr>
            <p:ph type="body"/>
          </p:nvPr>
        </p:nvSpPr>
        <p:spPr>
          <a:xfrm>
            <a:off x="457200" y="1604520"/>
            <a:ext cx="4015800" cy="1896840"/>
          </a:xfrm>
          <a:prstGeom prst="rect">
            <a:avLst/>
          </a:prstGeom>
        </p:spPr>
        <p:txBody>
          <a:bodyPr lIns="0" rIns="0" tIns="0" bIns="0">
            <a:normAutofit/>
          </a:bodyPr>
          <a:p>
            <a:endParaRPr b="0" lang="fr-FR" sz="3200" spc="-1" strike="noStrike">
              <a:solidFill>
                <a:srgbClr val="000000"/>
              </a:solidFill>
              <a:uFill>
                <a:solidFill>
                  <a:srgbClr val="ffffff"/>
                </a:solidFill>
              </a:uFill>
              <a:latin typeface="Calibri"/>
            </a:endParaRPr>
          </a:p>
        </p:txBody>
      </p:sp>
      <p:sp>
        <p:nvSpPr>
          <p:cNvPr id="190" name="PlaceHolder 3"/>
          <p:cNvSpPr>
            <a:spLocks noGrp="1"/>
          </p:cNvSpPr>
          <p:nvPr>
            <p:ph type="body"/>
          </p:nvPr>
        </p:nvSpPr>
        <p:spPr>
          <a:xfrm>
            <a:off x="4674240" y="1604520"/>
            <a:ext cx="4015800" cy="1896840"/>
          </a:xfrm>
          <a:prstGeom prst="rect">
            <a:avLst/>
          </a:prstGeom>
        </p:spPr>
        <p:txBody>
          <a:bodyPr lIns="0" rIns="0" tIns="0" bIns="0">
            <a:normAutofit/>
          </a:bodyPr>
          <a:p>
            <a:endParaRPr b="0" lang="fr-FR" sz="3200" spc="-1" strike="noStrike">
              <a:solidFill>
                <a:srgbClr val="000000"/>
              </a:solidFill>
              <a:uFill>
                <a:solidFill>
                  <a:srgbClr val="ffffff"/>
                </a:solidFill>
              </a:uFill>
              <a:latin typeface="Calibri"/>
            </a:endParaRPr>
          </a:p>
        </p:txBody>
      </p:sp>
      <p:sp>
        <p:nvSpPr>
          <p:cNvPr id="191" name="PlaceHolder 4"/>
          <p:cNvSpPr>
            <a:spLocks noGrp="1"/>
          </p:cNvSpPr>
          <p:nvPr>
            <p:ph type="body"/>
          </p:nvPr>
        </p:nvSpPr>
        <p:spPr>
          <a:xfrm>
            <a:off x="4674240" y="3682080"/>
            <a:ext cx="4015800" cy="1896840"/>
          </a:xfrm>
          <a:prstGeom prst="rect">
            <a:avLst/>
          </a:prstGeom>
        </p:spPr>
        <p:txBody>
          <a:bodyPr lIns="0" rIns="0" tIns="0" bIns="0">
            <a:normAutofit/>
          </a:bodyPr>
          <a:p>
            <a:endParaRPr b="0" lang="fr-FR" sz="3200" spc="-1" strike="noStrike">
              <a:solidFill>
                <a:srgbClr val="000000"/>
              </a:solidFill>
              <a:uFill>
                <a:solidFill>
                  <a:srgbClr val="ffffff"/>
                </a:solidFill>
              </a:uFill>
              <a:latin typeface="Calibri"/>
            </a:endParaRPr>
          </a:p>
        </p:txBody>
      </p:sp>
      <p:sp>
        <p:nvSpPr>
          <p:cNvPr id="192" name="PlaceHolder 5"/>
          <p:cNvSpPr>
            <a:spLocks noGrp="1"/>
          </p:cNvSpPr>
          <p:nvPr>
            <p:ph type="body"/>
          </p:nvPr>
        </p:nvSpPr>
        <p:spPr>
          <a:xfrm>
            <a:off x="457200" y="3682080"/>
            <a:ext cx="4015800" cy="1896840"/>
          </a:xfrm>
          <a:prstGeom prst="rect">
            <a:avLst/>
          </a:prstGeom>
        </p:spPr>
        <p:txBody>
          <a:bodyPr lIns="0" rIns="0" tIns="0" bIns="0">
            <a:normAutofit/>
          </a:bodyPr>
          <a:p>
            <a:endParaRPr b="0" lang="fr-FR" sz="3200" spc="-1" strike="noStrike">
              <a:solidFill>
                <a:srgbClr val="000000"/>
              </a:solidFill>
              <a:uFill>
                <a:solidFill>
                  <a:srgbClr val="ffffff"/>
                </a:solidFill>
              </a:uFill>
              <a:latin typeface="Calibri"/>
            </a:endParaRPr>
          </a:p>
        </p:txBody>
      </p:sp>
    </p:spTree>
  </p:cSld>
</p:sldLayout>
</file>

<file path=ppt/slideLayouts/slideLayout6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193" name="PlaceHolder 1"/>
          <p:cNvSpPr>
            <a:spLocks noGrp="1"/>
          </p:cNvSpPr>
          <p:nvPr>
            <p:ph type="title"/>
          </p:nvPr>
        </p:nvSpPr>
        <p:spPr>
          <a:xfrm>
            <a:off x="685800" y="2130480"/>
            <a:ext cx="7772040" cy="1469520"/>
          </a:xfrm>
          <a:prstGeom prst="rect">
            <a:avLst/>
          </a:prstGeom>
        </p:spPr>
        <p:txBody>
          <a:bodyPr lIns="0" rIns="0" tIns="0" bIns="0" anchor="ctr"/>
          <a:p>
            <a:endParaRPr b="0" lang="fr-FR" sz="1800" spc="-1" strike="noStrike">
              <a:solidFill>
                <a:srgbClr val="000000"/>
              </a:solidFill>
              <a:uFill>
                <a:solidFill>
                  <a:srgbClr val="ffffff"/>
                </a:solidFill>
              </a:uFill>
              <a:latin typeface="Calibri"/>
            </a:endParaRPr>
          </a:p>
        </p:txBody>
      </p:sp>
      <p:sp>
        <p:nvSpPr>
          <p:cNvPr id="194" name="PlaceHolder 2"/>
          <p:cNvSpPr>
            <a:spLocks noGrp="1"/>
          </p:cNvSpPr>
          <p:nvPr>
            <p:ph type="body"/>
          </p:nvPr>
        </p:nvSpPr>
        <p:spPr>
          <a:xfrm>
            <a:off x="457200" y="1604520"/>
            <a:ext cx="2649600" cy="1896840"/>
          </a:xfrm>
          <a:prstGeom prst="rect">
            <a:avLst/>
          </a:prstGeom>
        </p:spPr>
        <p:txBody>
          <a:bodyPr lIns="0" rIns="0" tIns="0" bIns="0">
            <a:normAutofit/>
          </a:bodyPr>
          <a:p>
            <a:endParaRPr b="0" lang="fr-FR" sz="3200" spc="-1" strike="noStrike">
              <a:solidFill>
                <a:srgbClr val="000000"/>
              </a:solidFill>
              <a:uFill>
                <a:solidFill>
                  <a:srgbClr val="ffffff"/>
                </a:solidFill>
              </a:uFill>
              <a:latin typeface="Calibri"/>
            </a:endParaRPr>
          </a:p>
        </p:txBody>
      </p:sp>
      <p:sp>
        <p:nvSpPr>
          <p:cNvPr id="195" name="PlaceHolder 3"/>
          <p:cNvSpPr>
            <a:spLocks noGrp="1"/>
          </p:cNvSpPr>
          <p:nvPr>
            <p:ph type="body"/>
          </p:nvPr>
        </p:nvSpPr>
        <p:spPr>
          <a:xfrm>
            <a:off x="3239640" y="1604520"/>
            <a:ext cx="2649600" cy="1896840"/>
          </a:xfrm>
          <a:prstGeom prst="rect">
            <a:avLst/>
          </a:prstGeom>
        </p:spPr>
        <p:txBody>
          <a:bodyPr lIns="0" rIns="0" tIns="0" bIns="0">
            <a:normAutofit/>
          </a:bodyPr>
          <a:p>
            <a:endParaRPr b="0" lang="fr-FR" sz="3200" spc="-1" strike="noStrike">
              <a:solidFill>
                <a:srgbClr val="000000"/>
              </a:solidFill>
              <a:uFill>
                <a:solidFill>
                  <a:srgbClr val="ffffff"/>
                </a:solidFill>
              </a:uFill>
              <a:latin typeface="Calibri"/>
            </a:endParaRPr>
          </a:p>
        </p:txBody>
      </p:sp>
      <p:sp>
        <p:nvSpPr>
          <p:cNvPr id="196" name="PlaceHolder 4"/>
          <p:cNvSpPr>
            <a:spLocks noGrp="1"/>
          </p:cNvSpPr>
          <p:nvPr>
            <p:ph type="body"/>
          </p:nvPr>
        </p:nvSpPr>
        <p:spPr>
          <a:xfrm>
            <a:off x="6022080" y="1604520"/>
            <a:ext cx="2649600" cy="1896840"/>
          </a:xfrm>
          <a:prstGeom prst="rect">
            <a:avLst/>
          </a:prstGeom>
        </p:spPr>
        <p:txBody>
          <a:bodyPr lIns="0" rIns="0" tIns="0" bIns="0">
            <a:normAutofit/>
          </a:bodyPr>
          <a:p>
            <a:endParaRPr b="0" lang="fr-FR" sz="3200" spc="-1" strike="noStrike">
              <a:solidFill>
                <a:srgbClr val="000000"/>
              </a:solidFill>
              <a:uFill>
                <a:solidFill>
                  <a:srgbClr val="ffffff"/>
                </a:solidFill>
              </a:uFill>
              <a:latin typeface="Calibri"/>
            </a:endParaRPr>
          </a:p>
        </p:txBody>
      </p:sp>
      <p:sp>
        <p:nvSpPr>
          <p:cNvPr id="197" name="PlaceHolder 5"/>
          <p:cNvSpPr>
            <a:spLocks noGrp="1"/>
          </p:cNvSpPr>
          <p:nvPr>
            <p:ph type="body"/>
          </p:nvPr>
        </p:nvSpPr>
        <p:spPr>
          <a:xfrm>
            <a:off x="6022080" y="3682080"/>
            <a:ext cx="2649600" cy="1896840"/>
          </a:xfrm>
          <a:prstGeom prst="rect">
            <a:avLst/>
          </a:prstGeom>
        </p:spPr>
        <p:txBody>
          <a:bodyPr lIns="0" rIns="0" tIns="0" bIns="0">
            <a:normAutofit/>
          </a:bodyPr>
          <a:p>
            <a:endParaRPr b="0" lang="fr-FR" sz="3200" spc="-1" strike="noStrike">
              <a:solidFill>
                <a:srgbClr val="000000"/>
              </a:solidFill>
              <a:uFill>
                <a:solidFill>
                  <a:srgbClr val="ffffff"/>
                </a:solidFill>
              </a:uFill>
              <a:latin typeface="Calibri"/>
            </a:endParaRPr>
          </a:p>
        </p:txBody>
      </p:sp>
      <p:sp>
        <p:nvSpPr>
          <p:cNvPr id="198" name="PlaceHolder 6"/>
          <p:cNvSpPr>
            <a:spLocks noGrp="1"/>
          </p:cNvSpPr>
          <p:nvPr>
            <p:ph type="body"/>
          </p:nvPr>
        </p:nvSpPr>
        <p:spPr>
          <a:xfrm>
            <a:off x="3239640" y="3682080"/>
            <a:ext cx="2649600" cy="1896840"/>
          </a:xfrm>
          <a:prstGeom prst="rect">
            <a:avLst/>
          </a:prstGeom>
        </p:spPr>
        <p:txBody>
          <a:bodyPr lIns="0" rIns="0" tIns="0" bIns="0">
            <a:normAutofit/>
          </a:bodyPr>
          <a:p>
            <a:endParaRPr b="0" lang="fr-FR" sz="3200" spc="-1" strike="noStrike">
              <a:solidFill>
                <a:srgbClr val="000000"/>
              </a:solidFill>
              <a:uFill>
                <a:solidFill>
                  <a:srgbClr val="ffffff"/>
                </a:solidFill>
              </a:uFill>
              <a:latin typeface="Calibri"/>
            </a:endParaRPr>
          </a:p>
        </p:txBody>
      </p:sp>
      <p:sp>
        <p:nvSpPr>
          <p:cNvPr id="199" name="PlaceHolder 7"/>
          <p:cNvSpPr>
            <a:spLocks noGrp="1"/>
          </p:cNvSpPr>
          <p:nvPr>
            <p:ph type="body"/>
          </p:nvPr>
        </p:nvSpPr>
        <p:spPr>
          <a:xfrm>
            <a:off x="457200" y="3682080"/>
            <a:ext cx="2649600" cy="1896840"/>
          </a:xfrm>
          <a:prstGeom prst="rect">
            <a:avLst/>
          </a:prstGeom>
        </p:spPr>
        <p:txBody>
          <a:bodyPr lIns="0" rIns="0" tIns="0" bIns="0">
            <a:normAutofit/>
          </a:bodyPr>
          <a:p>
            <a:endParaRPr b="0" lang="fr-FR" sz="3200" spc="-1" strike="noStrike">
              <a:solidFill>
                <a:srgbClr val="000000"/>
              </a:solidFill>
              <a:uFill>
                <a:solidFill>
                  <a:srgbClr val="ffffff"/>
                </a:solidFill>
              </a:uFill>
              <a:latin typeface="Calibri"/>
            </a:endParaRPr>
          </a:p>
        </p:txBody>
      </p:sp>
    </p:spTree>
  </p:cSld>
</p:sldLayout>
</file>

<file path=ppt/slideLayouts/slideLayout6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6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205" name="PlaceHolder 1"/>
          <p:cNvSpPr>
            <a:spLocks noGrp="1"/>
          </p:cNvSpPr>
          <p:nvPr>
            <p:ph type="title"/>
          </p:nvPr>
        </p:nvSpPr>
        <p:spPr>
          <a:xfrm>
            <a:off x="685800" y="2130480"/>
            <a:ext cx="7772040" cy="1469520"/>
          </a:xfrm>
          <a:prstGeom prst="rect">
            <a:avLst/>
          </a:prstGeom>
        </p:spPr>
        <p:txBody>
          <a:bodyPr lIns="0" rIns="0" tIns="0" bIns="0" anchor="ctr"/>
          <a:p>
            <a:endParaRPr b="0" lang="fr-FR" sz="1800" spc="-1" strike="noStrike">
              <a:solidFill>
                <a:srgbClr val="000000"/>
              </a:solidFill>
              <a:uFill>
                <a:solidFill>
                  <a:srgbClr val="ffffff"/>
                </a:solidFill>
              </a:uFill>
              <a:latin typeface="Calibri"/>
            </a:endParaRPr>
          </a:p>
        </p:txBody>
      </p:sp>
      <p:sp>
        <p:nvSpPr>
          <p:cNvPr id="206" name="PlaceHolder 2"/>
          <p:cNvSpPr>
            <a:spLocks noGrp="1"/>
          </p:cNvSpPr>
          <p:nvPr>
            <p:ph type="subTitle"/>
          </p:nvPr>
        </p:nvSpPr>
        <p:spPr>
          <a:xfrm>
            <a:off x="457200" y="1604520"/>
            <a:ext cx="8229240" cy="3977280"/>
          </a:xfrm>
          <a:prstGeom prst="rect">
            <a:avLst/>
          </a:prstGeom>
        </p:spPr>
        <p:txBody>
          <a:bodyPr lIns="0" rIns="0" tIns="0" bIns="0" anchor="ctr"/>
          <a:p>
            <a:pPr algn="ctr"/>
            <a:endParaRPr b="0" lang="fr-FR" sz="3200" spc="-1" strike="noStrike">
              <a:solidFill>
                <a:srgbClr val="000000"/>
              </a:solidFill>
              <a:uFill>
                <a:solidFill>
                  <a:srgbClr val="ffffff"/>
                </a:solidFill>
              </a:uFill>
              <a:latin typeface="Arial"/>
            </a:endParaRPr>
          </a:p>
        </p:txBody>
      </p:sp>
    </p:spTree>
  </p:cSld>
</p:sldLayout>
</file>

<file path=ppt/slideLayouts/slideLayout6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207" name="PlaceHolder 1"/>
          <p:cNvSpPr>
            <a:spLocks noGrp="1"/>
          </p:cNvSpPr>
          <p:nvPr>
            <p:ph type="title"/>
          </p:nvPr>
        </p:nvSpPr>
        <p:spPr>
          <a:xfrm>
            <a:off x="685800" y="2130480"/>
            <a:ext cx="7772040" cy="1469520"/>
          </a:xfrm>
          <a:prstGeom prst="rect">
            <a:avLst/>
          </a:prstGeom>
        </p:spPr>
        <p:txBody>
          <a:bodyPr lIns="0" rIns="0" tIns="0" bIns="0" anchor="ctr"/>
          <a:p>
            <a:endParaRPr b="0" lang="fr-FR" sz="1800" spc="-1" strike="noStrike">
              <a:solidFill>
                <a:srgbClr val="000000"/>
              </a:solidFill>
              <a:uFill>
                <a:solidFill>
                  <a:srgbClr val="ffffff"/>
                </a:solidFill>
              </a:uFill>
              <a:latin typeface="Calibri"/>
            </a:endParaRPr>
          </a:p>
        </p:txBody>
      </p:sp>
      <p:sp>
        <p:nvSpPr>
          <p:cNvPr id="208" name="PlaceHolder 2"/>
          <p:cNvSpPr>
            <a:spLocks noGrp="1"/>
          </p:cNvSpPr>
          <p:nvPr>
            <p:ph type="body"/>
          </p:nvPr>
        </p:nvSpPr>
        <p:spPr>
          <a:xfrm>
            <a:off x="457200" y="1604520"/>
            <a:ext cx="8229240" cy="3977280"/>
          </a:xfrm>
          <a:prstGeom prst="rect">
            <a:avLst/>
          </a:prstGeom>
        </p:spPr>
        <p:txBody>
          <a:bodyPr lIns="0" rIns="0" tIns="0" bIns="0">
            <a:normAutofit/>
          </a:bodyPr>
          <a:p>
            <a:endParaRPr b="0" lang="fr-FR" sz="3200" spc="-1" strike="noStrike">
              <a:solidFill>
                <a:srgbClr val="000000"/>
              </a:solidFill>
              <a:uFill>
                <a:solidFill>
                  <a:srgbClr val="ffffff"/>
                </a:solidFill>
              </a:uFill>
              <a:latin typeface="Calibri"/>
            </a:endParaRPr>
          </a:p>
        </p:txBody>
      </p:sp>
    </p:spTree>
  </p:cSld>
</p:sldLayout>
</file>

<file path=ppt/slideLayouts/slideLayout6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209" name="PlaceHolder 1"/>
          <p:cNvSpPr>
            <a:spLocks noGrp="1"/>
          </p:cNvSpPr>
          <p:nvPr>
            <p:ph type="title"/>
          </p:nvPr>
        </p:nvSpPr>
        <p:spPr>
          <a:xfrm>
            <a:off x="685800" y="2130480"/>
            <a:ext cx="7772040" cy="1469520"/>
          </a:xfrm>
          <a:prstGeom prst="rect">
            <a:avLst/>
          </a:prstGeom>
        </p:spPr>
        <p:txBody>
          <a:bodyPr lIns="0" rIns="0" tIns="0" bIns="0" anchor="ctr"/>
          <a:p>
            <a:endParaRPr b="0" lang="fr-FR" sz="1800" spc="-1" strike="noStrike">
              <a:solidFill>
                <a:srgbClr val="000000"/>
              </a:solidFill>
              <a:uFill>
                <a:solidFill>
                  <a:srgbClr val="ffffff"/>
                </a:solidFill>
              </a:uFill>
              <a:latin typeface="Calibri"/>
            </a:endParaRPr>
          </a:p>
        </p:txBody>
      </p:sp>
      <p:sp>
        <p:nvSpPr>
          <p:cNvPr id="210" name="PlaceHolder 2"/>
          <p:cNvSpPr>
            <a:spLocks noGrp="1"/>
          </p:cNvSpPr>
          <p:nvPr>
            <p:ph type="body"/>
          </p:nvPr>
        </p:nvSpPr>
        <p:spPr>
          <a:xfrm>
            <a:off x="457200" y="1604520"/>
            <a:ext cx="4015800" cy="3977280"/>
          </a:xfrm>
          <a:prstGeom prst="rect">
            <a:avLst/>
          </a:prstGeom>
        </p:spPr>
        <p:txBody>
          <a:bodyPr lIns="0" rIns="0" tIns="0" bIns="0">
            <a:normAutofit/>
          </a:bodyPr>
          <a:p>
            <a:endParaRPr b="0" lang="fr-FR" sz="3200" spc="-1" strike="noStrike">
              <a:solidFill>
                <a:srgbClr val="000000"/>
              </a:solidFill>
              <a:uFill>
                <a:solidFill>
                  <a:srgbClr val="ffffff"/>
                </a:solidFill>
              </a:uFill>
              <a:latin typeface="Calibri"/>
            </a:endParaRPr>
          </a:p>
        </p:txBody>
      </p:sp>
      <p:sp>
        <p:nvSpPr>
          <p:cNvPr id="211" name="PlaceHolder 3"/>
          <p:cNvSpPr>
            <a:spLocks noGrp="1"/>
          </p:cNvSpPr>
          <p:nvPr>
            <p:ph type="body"/>
          </p:nvPr>
        </p:nvSpPr>
        <p:spPr>
          <a:xfrm>
            <a:off x="4674240" y="1604520"/>
            <a:ext cx="4015800" cy="3977280"/>
          </a:xfrm>
          <a:prstGeom prst="rect">
            <a:avLst/>
          </a:prstGeom>
        </p:spPr>
        <p:txBody>
          <a:bodyPr lIns="0" rIns="0" tIns="0" bIns="0">
            <a:normAutofit/>
          </a:bodyPr>
          <a:p>
            <a:endParaRPr b="0" lang="fr-FR" sz="3200" spc="-1" strike="noStrike">
              <a:solidFill>
                <a:srgbClr val="000000"/>
              </a:solidFill>
              <a:uFill>
                <a:solidFill>
                  <a:srgbClr val="ffffff"/>
                </a:solidFill>
              </a:uFill>
              <a:latin typeface="Calibri"/>
            </a:endParaRPr>
          </a:p>
        </p:txBody>
      </p:sp>
    </p:spTree>
  </p:cSld>
</p:sldLayout>
</file>

<file path=ppt/slideLayouts/slideLayout6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212" name="PlaceHolder 1"/>
          <p:cNvSpPr>
            <a:spLocks noGrp="1"/>
          </p:cNvSpPr>
          <p:nvPr>
            <p:ph type="title"/>
          </p:nvPr>
        </p:nvSpPr>
        <p:spPr>
          <a:xfrm>
            <a:off x="685800" y="2130480"/>
            <a:ext cx="7772040" cy="1469520"/>
          </a:xfrm>
          <a:prstGeom prst="rect">
            <a:avLst/>
          </a:prstGeom>
        </p:spPr>
        <p:txBody>
          <a:bodyPr lIns="0" rIns="0" tIns="0" bIns="0" anchor="ctr"/>
          <a:p>
            <a:endParaRPr b="0" lang="fr-FR" sz="1800" spc="-1" strike="noStrike">
              <a:solidFill>
                <a:srgbClr val="000000"/>
              </a:solidFill>
              <a:uFill>
                <a:solidFill>
                  <a:srgbClr val="ffffff"/>
                </a:solidFill>
              </a:uFill>
              <a:latin typeface="Calibri"/>
            </a:endParaRPr>
          </a:p>
        </p:txBody>
      </p:sp>
    </p:spTree>
  </p:cSld>
</p:sldLayout>
</file>

<file path=ppt/slideLayouts/slideLayout6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213" name="PlaceHolder 1"/>
          <p:cNvSpPr>
            <a:spLocks noGrp="1"/>
          </p:cNvSpPr>
          <p:nvPr>
            <p:ph type="subTitle"/>
          </p:nvPr>
        </p:nvSpPr>
        <p:spPr>
          <a:xfrm>
            <a:off x="685800" y="2130480"/>
            <a:ext cx="7772040" cy="6813000"/>
          </a:xfrm>
          <a:prstGeom prst="rect">
            <a:avLst/>
          </a:prstGeom>
        </p:spPr>
        <p:txBody>
          <a:bodyPr lIns="0" rIns="0" tIns="0" bIns="0" anchor="ctr"/>
          <a:p>
            <a:pPr algn="ctr"/>
            <a:endParaRPr b="0" lang="fr-FR" sz="3200" spc="-1" strike="noStrike">
              <a:solidFill>
                <a:srgbClr val="000000"/>
              </a:solidFill>
              <a:uFill>
                <a:solidFill>
                  <a:srgbClr val="ffffff"/>
                </a:solidFill>
              </a:uFill>
              <a:latin typeface="Arial"/>
            </a:endParaRPr>
          </a:p>
        </p:txBody>
      </p:sp>
    </p:spTree>
  </p:cSld>
</p:sldLayout>
</file>

<file path=ppt/slideLayouts/slideLayout6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214" name="PlaceHolder 1"/>
          <p:cNvSpPr>
            <a:spLocks noGrp="1"/>
          </p:cNvSpPr>
          <p:nvPr>
            <p:ph type="title"/>
          </p:nvPr>
        </p:nvSpPr>
        <p:spPr>
          <a:xfrm>
            <a:off x="685800" y="2130480"/>
            <a:ext cx="7772040" cy="1469520"/>
          </a:xfrm>
          <a:prstGeom prst="rect">
            <a:avLst/>
          </a:prstGeom>
        </p:spPr>
        <p:txBody>
          <a:bodyPr lIns="0" rIns="0" tIns="0" bIns="0" anchor="ctr"/>
          <a:p>
            <a:endParaRPr b="0" lang="fr-FR" sz="1800" spc="-1" strike="noStrike">
              <a:solidFill>
                <a:srgbClr val="000000"/>
              </a:solidFill>
              <a:uFill>
                <a:solidFill>
                  <a:srgbClr val="ffffff"/>
                </a:solidFill>
              </a:uFill>
              <a:latin typeface="Calibri"/>
            </a:endParaRPr>
          </a:p>
        </p:txBody>
      </p:sp>
      <p:sp>
        <p:nvSpPr>
          <p:cNvPr id="215" name="PlaceHolder 2"/>
          <p:cNvSpPr>
            <a:spLocks noGrp="1"/>
          </p:cNvSpPr>
          <p:nvPr>
            <p:ph type="body"/>
          </p:nvPr>
        </p:nvSpPr>
        <p:spPr>
          <a:xfrm>
            <a:off x="457200" y="1604520"/>
            <a:ext cx="4015800" cy="1896840"/>
          </a:xfrm>
          <a:prstGeom prst="rect">
            <a:avLst/>
          </a:prstGeom>
        </p:spPr>
        <p:txBody>
          <a:bodyPr lIns="0" rIns="0" tIns="0" bIns="0">
            <a:normAutofit/>
          </a:bodyPr>
          <a:p>
            <a:endParaRPr b="0" lang="fr-FR" sz="3200" spc="-1" strike="noStrike">
              <a:solidFill>
                <a:srgbClr val="000000"/>
              </a:solidFill>
              <a:uFill>
                <a:solidFill>
                  <a:srgbClr val="ffffff"/>
                </a:solidFill>
              </a:uFill>
              <a:latin typeface="Calibri"/>
            </a:endParaRPr>
          </a:p>
        </p:txBody>
      </p:sp>
      <p:sp>
        <p:nvSpPr>
          <p:cNvPr id="216" name="PlaceHolder 3"/>
          <p:cNvSpPr>
            <a:spLocks noGrp="1"/>
          </p:cNvSpPr>
          <p:nvPr>
            <p:ph type="body"/>
          </p:nvPr>
        </p:nvSpPr>
        <p:spPr>
          <a:xfrm>
            <a:off x="457200" y="3682080"/>
            <a:ext cx="4015800" cy="1896840"/>
          </a:xfrm>
          <a:prstGeom prst="rect">
            <a:avLst/>
          </a:prstGeom>
        </p:spPr>
        <p:txBody>
          <a:bodyPr lIns="0" rIns="0" tIns="0" bIns="0">
            <a:normAutofit/>
          </a:bodyPr>
          <a:p>
            <a:endParaRPr b="0" lang="fr-FR" sz="3200" spc="-1" strike="noStrike">
              <a:solidFill>
                <a:srgbClr val="000000"/>
              </a:solidFill>
              <a:uFill>
                <a:solidFill>
                  <a:srgbClr val="ffffff"/>
                </a:solidFill>
              </a:uFill>
              <a:latin typeface="Calibri"/>
            </a:endParaRPr>
          </a:p>
        </p:txBody>
      </p:sp>
      <p:sp>
        <p:nvSpPr>
          <p:cNvPr id="217" name="PlaceHolder 4"/>
          <p:cNvSpPr>
            <a:spLocks noGrp="1"/>
          </p:cNvSpPr>
          <p:nvPr>
            <p:ph type="body"/>
          </p:nvPr>
        </p:nvSpPr>
        <p:spPr>
          <a:xfrm>
            <a:off x="4674240" y="1604520"/>
            <a:ext cx="4015800" cy="3977280"/>
          </a:xfrm>
          <a:prstGeom prst="rect">
            <a:avLst/>
          </a:prstGeom>
        </p:spPr>
        <p:txBody>
          <a:bodyPr lIns="0" rIns="0" tIns="0" bIns="0">
            <a:normAutofit/>
          </a:bodyPr>
          <a:p>
            <a:endParaRPr b="0" lang="fr-FR" sz="3200" spc="-1" strike="noStrike">
              <a:solidFill>
                <a:srgbClr val="000000"/>
              </a:solidFill>
              <a:uFill>
                <a:solidFill>
                  <a:srgbClr val="ffffff"/>
                </a:solidFill>
              </a:uFill>
              <a:latin typeface="Calibri"/>
            </a:endParaRPr>
          </a:p>
        </p:txBody>
      </p:sp>
    </p:spTree>
  </p:cSld>
</p:sldLayout>
</file>

<file path=ppt/slideLayouts/slideLayout6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218" name="PlaceHolder 1"/>
          <p:cNvSpPr>
            <a:spLocks noGrp="1"/>
          </p:cNvSpPr>
          <p:nvPr>
            <p:ph type="title"/>
          </p:nvPr>
        </p:nvSpPr>
        <p:spPr>
          <a:xfrm>
            <a:off x="685800" y="2130480"/>
            <a:ext cx="7772040" cy="1469520"/>
          </a:xfrm>
          <a:prstGeom prst="rect">
            <a:avLst/>
          </a:prstGeom>
        </p:spPr>
        <p:txBody>
          <a:bodyPr lIns="0" rIns="0" tIns="0" bIns="0" anchor="ctr"/>
          <a:p>
            <a:endParaRPr b="0" lang="fr-FR" sz="1800" spc="-1" strike="noStrike">
              <a:solidFill>
                <a:srgbClr val="000000"/>
              </a:solidFill>
              <a:uFill>
                <a:solidFill>
                  <a:srgbClr val="ffffff"/>
                </a:solidFill>
              </a:uFill>
              <a:latin typeface="Calibri"/>
            </a:endParaRPr>
          </a:p>
        </p:txBody>
      </p:sp>
      <p:sp>
        <p:nvSpPr>
          <p:cNvPr id="219" name="PlaceHolder 2"/>
          <p:cNvSpPr>
            <a:spLocks noGrp="1"/>
          </p:cNvSpPr>
          <p:nvPr>
            <p:ph type="body"/>
          </p:nvPr>
        </p:nvSpPr>
        <p:spPr>
          <a:xfrm>
            <a:off x="457200" y="1604520"/>
            <a:ext cx="4015800" cy="3977280"/>
          </a:xfrm>
          <a:prstGeom prst="rect">
            <a:avLst/>
          </a:prstGeom>
        </p:spPr>
        <p:txBody>
          <a:bodyPr lIns="0" rIns="0" tIns="0" bIns="0">
            <a:normAutofit/>
          </a:bodyPr>
          <a:p>
            <a:endParaRPr b="0" lang="fr-FR" sz="3200" spc="-1" strike="noStrike">
              <a:solidFill>
                <a:srgbClr val="000000"/>
              </a:solidFill>
              <a:uFill>
                <a:solidFill>
                  <a:srgbClr val="ffffff"/>
                </a:solidFill>
              </a:uFill>
              <a:latin typeface="Calibri"/>
            </a:endParaRPr>
          </a:p>
        </p:txBody>
      </p:sp>
      <p:sp>
        <p:nvSpPr>
          <p:cNvPr id="220" name="PlaceHolder 3"/>
          <p:cNvSpPr>
            <a:spLocks noGrp="1"/>
          </p:cNvSpPr>
          <p:nvPr>
            <p:ph type="body"/>
          </p:nvPr>
        </p:nvSpPr>
        <p:spPr>
          <a:xfrm>
            <a:off x="4674240" y="1604520"/>
            <a:ext cx="4015800" cy="1896840"/>
          </a:xfrm>
          <a:prstGeom prst="rect">
            <a:avLst/>
          </a:prstGeom>
        </p:spPr>
        <p:txBody>
          <a:bodyPr lIns="0" rIns="0" tIns="0" bIns="0">
            <a:normAutofit/>
          </a:bodyPr>
          <a:p>
            <a:endParaRPr b="0" lang="fr-FR" sz="3200" spc="-1" strike="noStrike">
              <a:solidFill>
                <a:srgbClr val="000000"/>
              </a:solidFill>
              <a:uFill>
                <a:solidFill>
                  <a:srgbClr val="ffffff"/>
                </a:solidFill>
              </a:uFill>
              <a:latin typeface="Calibri"/>
            </a:endParaRPr>
          </a:p>
        </p:txBody>
      </p:sp>
      <p:sp>
        <p:nvSpPr>
          <p:cNvPr id="221" name="PlaceHolder 4"/>
          <p:cNvSpPr>
            <a:spLocks noGrp="1"/>
          </p:cNvSpPr>
          <p:nvPr>
            <p:ph type="body"/>
          </p:nvPr>
        </p:nvSpPr>
        <p:spPr>
          <a:xfrm>
            <a:off x="4674240" y="3682080"/>
            <a:ext cx="4015800" cy="1896840"/>
          </a:xfrm>
          <a:prstGeom prst="rect">
            <a:avLst/>
          </a:prstGeom>
        </p:spPr>
        <p:txBody>
          <a:bodyPr lIns="0" rIns="0" tIns="0" bIns="0">
            <a:normAutofit/>
          </a:bodyPr>
          <a:p>
            <a:endParaRPr b="0" lang="fr-FR" sz="3200" spc="-1" strike="noStrike">
              <a:solidFill>
                <a:srgbClr val="000000"/>
              </a:solidFill>
              <a:uFill>
                <a:solidFill>
                  <a:srgbClr val="ffffff"/>
                </a:solidFill>
              </a:uFill>
              <a:latin typeface="Calibri"/>
            </a:endParaRPr>
          </a:p>
        </p:txBody>
      </p:sp>
    </p:spTree>
  </p:cSld>
</p:sldLayout>
</file>

<file path=ppt/slideLayouts/slideLayout6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22" name="PlaceHolder 1"/>
          <p:cNvSpPr>
            <a:spLocks noGrp="1"/>
          </p:cNvSpPr>
          <p:nvPr>
            <p:ph type="title"/>
          </p:nvPr>
        </p:nvSpPr>
        <p:spPr>
          <a:xfrm>
            <a:off x="685800" y="2130480"/>
            <a:ext cx="7772040" cy="1469520"/>
          </a:xfrm>
          <a:prstGeom prst="rect">
            <a:avLst/>
          </a:prstGeom>
        </p:spPr>
        <p:txBody>
          <a:bodyPr lIns="0" rIns="0" tIns="0" bIns="0" anchor="ctr"/>
          <a:p>
            <a:endParaRPr b="0" lang="fr-FR" sz="1800" spc="-1" strike="noStrike">
              <a:solidFill>
                <a:srgbClr val="000000"/>
              </a:solidFill>
              <a:uFill>
                <a:solidFill>
                  <a:srgbClr val="ffffff"/>
                </a:solidFill>
              </a:uFill>
              <a:latin typeface="Calibri"/>
            </a:endParaRPr>
          </a:p>
        </p:txBody>
      </p:sp>
      <p:sp>
        <p:nvSpPr>
          <p:cNvPr id="223" name="PlaceHolder 2"/>
          <p:cNvSpPr>
            <a:spLocks noGrp="1"/>
          </p:cNvSpPr>
          <p:nvPr>
            <p:ph type="body"/>
          </p:nvPr>
        </p:nvSpPr>
        <p:spPr>
          <a:xfrm>
            <a:off x="457200" y="1604520"/>
            <a:ext cx="4015800" cy="1896840"/>
          </a:xfrm>
          <a:prstGeom prst="rect">
            <a:avLst/>
          </a:prstGeom>
        </p:spPr>
        <p:txBody>
          <a:bodyPr lIns="0" rIns="0" tIns="0" bIns="0">
            <a:normAutofit/>
          </a:bodyPr>
          <a:p>
            <a:endParaRPr b="0" lang="fr-FR" sz="3200" spc="-1" strike="noStrike">
              <a:solidFill>
                <a:srgbClr val="000000"/>
              </a:solidFill>
              <a:uFill>
                <a:solidFill>
                  <a:srgbClr val="ffffff"/>
                </a:solidFill>
              </a:uFill>
              <a:latin typeface="Calibri"/>
            </a:endParaRPr>
          </a:p>
        </p:txBody>
      </p:sp>
      <p:sp>
        <p:nvSpPr>
          <p:cNvPr id="224" name="PlaceHolder 3"/>
          <p:cNvSpPr>
            <a:spLocks noGrp="1"/>
          </p:cNvSpPr>
          <p:nvPr>
            <p:ph type="body"/>
          </p:nvPr>
        </p:nvSpPr>
        <p:spPr>
          <a:xfrm>
            <a:off x="4674240" y="1604520"/>
            <a:ext cx="4015800" cy="1896840"/>
          </a:xfrm>
          <a:prstGeom prst="rect">
            <a:avLst/>
          </a:prstGeom>
        </p:spPr>
        <p:txBody>
          <a:bodyPr lIns="0" rIns="0" tIns="0" bIns="0">
            <a:normAutofit/>
          </a:bodyPr>
          <a:p>
            <a:endParaRPr b="0" lang="fr-FR" sz="3200" spc="-1" strike="noStrike">
              <a:solidFill>
                <a:srgbClr val="000000"/>
              </a:solidFill>
              <a:uFill>
                <a:solidFill>
                  <a:srgbClr val="ffffff"/>
                </a:solidFill>
              </a:uFill>
              <a:latin typeface="Calibri"/>
            </a:endParaRPr>
          </a:p>
        </p:txBody>
      </p:sp>
      <p:sp>
        <p:nvSpPr>
          <p:cNvPr id="225" name="PlaceHolder 4"/>
          <p:cNvSpPr>
            <a:spLocks noGrp="1"/>
          </p:cNvSpPr>
          <p:nvPr>
            <p:ph type="body"/>
          </p:nvPr>
        </p:nvSpPr>
        <p:spPr>
          <a:xfrm>
            <a:off x="457200" y="3682080"/>
            <a:ext cx="8229240" cy="1896840"/>
          </a:xfrm>
          <a:prstGeom prst="rect">
            <a:avLst/>
          </a:prstGeom>
        </p:spPr>
        <p:txBody>
          <a:bodyPr lIns="0" rIns="0" tIns="0" bIns="0">
            <a:normAutofit/>
          </a:bodyPr>
          <a:p>
            <a:endParaRPr b="0" lang="fr-FR" sz="3200" spc="-1" strike="noStrike">
              <a:solidFill>
                <a:srgbClr val="000000"/>
              </a:solidFill>
              <a:uFill>
                <a:solidFill>
                  <a:srgbClr val="ffffff"/>
                </a:solidFill>
              </a:uFill>
              <a:latin typeface="Calibri"/>
            </a:endParaRPr>
          </a:p>
        </p:txBody>
      </p:sp>
    </p:spTree>
  </p:cSld>
</p:sldLayout>
</file>

<file path=ppt/slideLayouts/slideLayout7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26" name="PlaceHolder 1"/>
          <p:cNvSpPr>
            <a:spLocks noGrp="1"/>
          </p:cNvSpPr>
          <p:nvPr>
            <p:ph type="title"/>
          </p:nvPr>
        </p:nvSpPr>
        <p:spPr>
          <a:xfrm>
            <a:off x="685800" y="2130480"/>
            <a:ext cx="7772040" cy="1469520"/>
          </a:xfrm>
          <a:prstGeom prst="rect">
            <a:avLst/>
          </a:prstGeom>
        </p:spPr>
        <p:txBody>
          <a:bodyPr lIns="0" rIns="0" tIns="0" bIns="0" anchor="ctr"/>
          <a:p>
            <a:endParaRPr b="0" lang="fr-FR" sz="1800" spc="-1" strike="noStrike">
              <a:solidFill>
                <a:srgbClr val="000000"/>
              </a:solidFill>
              <a:uFill>
                <a:solidFill>
                  <a:srgbClr val="ffffff"/>
                </a:solidFill>
              </a:uFill>
              <a:latin typeface="Calibri"/>
            </a:endParaRPr>
          </a:p>
        </p:txBody>
      </p:sp>
      <p:sp>
        <p:nvSpPr>
          <p:cNvPr id="227" name="PlaceHolder 2"/>
          <p:cNvSpPr>
            <a:spLocks noGrp="1"/>
          </p:cNvSpPr>
          <p:nvPr>
            <p:ph type="body"/>
          </p:nvPr>
        </p:nvSpPr>
        <p:spPr>
          <a:xfrm>
            <a:off x="457200" y="1604520"/>
            <a:ext cx="8229240" cy="1896840"/>
          </a:xfrm>
          <a:prstGeom prst="rect">
            <a:avLst/>
          </a:prstGeom>
        </p:spPr>
        <p:txBody>
          <a:bodyPr lIns="0" rIns="0" tIns="0" bIns="0">
            <a:normAutofit/>
          </a:bodyPr>
          <a:p>
            <a:endParaRPr b="0" lang="fr-FR" sz="3200" spc="-1" strike="noStrike">
              <a:solidFill>
                <a:srgbClr val="000000"/>
              </a:solidFill>
              <a:uFill>
                <a:solidFill>
                  <a:srgbClr val="ffffff"/>
                </a:solidFill>
              </a:uFill>
              <a:latin typeface="Calibri"/>
            </a:endParaRPr>
          </a:p>
        </p:txBody>
      </p:sp>
      <p:sp>
        <p:nvSpPr>
          <p:cNvPr id="228" name="PlaceHolder 3"/>
          <p:cNvSpPr>
            <a:spLocks noGrp="1"/>
          </p:cNvSpPr>
          <p:nvPr>
            <p:ph type="body"/>
          </p:nvPr>
        </p:nvSpPr>
        <p:spPr>
          <a:xfrm>
            <a:off x="457200" y="3682080"/>
            <a:ext cx="8229240" cy="1896840"/>
          </a:xfrm>
          <a:prstGeom prst="rect">
            <a:avLst/>
          </a:prstGeom>
        </p:spPr>
        <p:txBody>
          <a:bodyPr lIns="0" rIns="0" tIns="0" bIns="0">
            <a:normAutofit/>
          </a:bodyPr>
          <a:p>
            <a:endParaRPr b="0" lang="fr-FR" sz="3200" spc="-1" strike="noStrike">
              <a:solidFill>
                <a:srgbClr val="000000"/>
              </a:solidFill>
              <a:uFill>
                <a:solidFill>
                  <a:srgbClr val="ffffff"/>
                </a:solidFill>
              </a:uFill>
              <a:latin typeface="Calibri"/>
            </a:endParaRPr>
          </a:p>
        </p:txBody>
      </p:sp>
    </p:spTree>
  </p:cSld>
</p:sldLayout>
</file>

<file path=ppt/slideLayouts/slideLayout7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29" name="PlaceHolder 1"/>
          <p:cNvSpPr>
            <a:spLocks noGrp="1"/>
          </p:cNvSpPr>
          <p:nvPr>
            <p:ph type="title"/>
          </p:nvPr>
        </p:nvSpPr>
        <p:spPr>
          <a:xfrm>
            <a:off x="685800" y="2130480"/>
            <a:ext cx="7772040" cy="1469520"/>
          </a:xfrm>
          <a:prstGeom prst="rect">
            <a:avLst/>
          </a:prstGeom>
        </p:spPr>
        <p:txBody>
          <a:bodyPr lIns="0" rIns="0" tIns="0" bIns="0" anchor="ctr"/>
          <a:p>
            <a:endParaRPr b="0" lang="fr-FR" sz="1800" spc="-1" strike="noStrike">
              <a:solidFill>
                <a:srgbClr val="000000"/>
              </a:solidFill>
              <a:uFill>
                <a:solidFill>
                  <a:srgbClr val="ffffff"/>
                </a:solidFill>
              </a:uFill>
              <a:latin typeface="Calibri"/>
            </a:endParaRPr>
          </a:p>
        </p:txBody>
      </p:sp>
      <p:sp>
        <p:nvSpPr>
          <p:cNvPr id="230" name="PlaceHolder 2"/>
          <p:cNvSpPr>
            <a:spLocks noGrp="1"/>
          </p:cNvSpPr>
          <p:nvPr>
            <p:ph type="body"/>
          </p:nvPr>
        </p:nvSpPr>
        <p:spPr>
          <a:xfrm>
            <a:off x="457200" y="1604520"/>
            <a:ext cx="4015800" cy="1896840"/>
          </a:xfrm>
          <a:prstGeom prst="rect">
            <a:avLst/>
          </a:prstGeom>
        </p:spPr>
        <p:txBody>
          <a:bodyPr lIns="0" rIns="0" tIns="0" bIns="0">
            <a:normAutofit/>
          </a:bodyPr>
          <a:p>
            <a:endParaRPr b="0" lang="fr-FR" sz="3200" spc="-1" strike="noStrike">
              <a:solidFill>
                <a:srgbClr val="000000"/>
              </a:solidFill>
              <a:uFill>
                <a:solidFill>
                  <a:srgbClr val="ffffff"/>
                </a:solidFill>
              </a:uFill>
              <a:latin typeface="Calibri"/>
            </a:endParaRPr>
          </a:p>
        </p:txBody>
      </p:sp>
      <p:sp>
        <p:nvSpPr>
          <p:cNvPr id="231" name="PlaceHolder 3"/>
          <p:cNvSpPr>
            <a:spLocks noGrp="1"/>
          </p:cNvSpPr>
          <p:nvPr>
            <p:ph type="body"/>
          </p:nvPr>
        </p:nvSpPr>
        <p:spPr>
          <a:xfrm>
            <a:off x="4674240" y="1604520"/>
            <a:ext cx="4015800" cy="1896840"/>
          </a:xfrm>
          <a:prstGeom prst="rect">
            <a:avLst/>
          </a:prstGeom>
        </p:spPr>
        <p:txBody>
          <a:bodyPr lIns="0" rIns="0" tIns="0" bIns="0">
            <a:normAutofit/>
          </a:bodyPr>
          <a:p>
            <a:endParaRPr b="0" lang="fr-FR" sz="3200" spc="-1" strike="noStrike">
              <a:solidFill>
                <a:srgbClr val="000000"/>
              </a:solidFill>
              <a:uFill>
                <a:solidFill>
                  <a:srgbClr val="ffffff"/>
                </a:solidFill>
              </a:uFill>
              <a:latin typeface="Calibri"/>
            </a:endParaRPr>
          </a:p>
        </p:txBody>
      </p:sp>
      <p:sp>
        <p:nvSpPr>
          <p:cNvPr id="232" name="PlaceHolder 4"/>
          <p:cNvSpPr>
            <a:spLocks noGrp="1"/>
          </p:cNvSpPr>
          <p:nvPr>
            <p:ph type="body"/>
          </p:nvPr>
        </p:nvSpPr>
        <p:spPr>
          <a:xfrm>
            <a:off x="4674240" y="3682080"/>
            <a:ext cx="4015800" cy="1896840"/>
          </a:xfrm>
          <a:prstGeom prst="rect">
            <a:avLst/>
          </a:prstGeom>
        </p:spPr>
        <p:txBody>
          <a:bodyPr lIns="0" rIns="0" tIns="0" bIns="0">
            <a:normAutofit/>
          </a:bodyPr>
          <a:p>
            <a:endParaRPr b="0" lang="fr-FR" sz="3200" spc="-1" strike="noStrike">
              <a:solidFill>
                <a:srgbClr val="000000"/>
              </a:solidFill>
              <a:uFill>
                <a:solidFill>
                  <a:srgbClr val="ffffff"/>
                </a:solidFill>
              </a:uFill>
              <a:latin typeface="Calibri"/>
            </a:endParaRPr>
          </a:p>
        </p:txBody>
      </p:sp>
      <p:sp>
        <p:nvSpPr>
          <p:cNvPr id="233" name="PlaceHolder 5"/>
          <p:cNvSpPr>
            <a:spLocks noGrp="1"/>
          </p:cNvSpPr>
          <p:nvPr>
            <p:ph type="body"/>
          </p:nvPr>
        </p:nvSpPr>
        <p:spPr>
          <a:xfrm>
            <a:off x="457200" y="3682080"/>
            <a:ext cx="4015800" cy="1896840"/>
          </a:xfrm>
          <a:prstGeom prst="rect">
            <a:avLst/>
          </a:prstGeom>
        </p:spPr>
        <p:txBody>
          <a:bodyPr lIns="0" rIns="0" tIns="0" bIns="0">
            <a:normAutofit/>
          </a:bodyPr>
          <a:p>
            <a:endParaRPr b="0" lang="fr-FR" sz="3200" spc="-1" strike="noStrike">
              <a:solidFill>
                <a:srgbClr val="000000"/>
              </a:solidFill>
              <a:uFill>
                <a:solidFill>
                  <a:srgbClr val="ffffff"/>
                </a:solidFill>
              </a:uFill>
              <a:latin typeface="Calibri"/>
            </a:endParaRPr>
          </a:p>
        </p:txBody>
      </p:sp>
    </p:spTree>
  </p:cSld>
</p:sldLayout>
</file>

<file path=ppt/slideLayouts/slideLayout7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234" name="PlaceHolder 1"/>
          <p:cNvSpPr>
            <a:spLocks noGrp="1"/>
          </p:cNvSpPr>
          <p:nvPr>
            <p:ph type="title"/>
          </p:nvPr>
        </p:nvSpPr>
        <p:spPr>
          <a:xfrm>
            <a:off x="685800" y="2130480"/>
            <a:ext cx="7772040" cy="1469520"/>
          </a:xfrm>
          <a:prstGeom prst="rect">
            <a:avLst/>
          </a:prstGeom>
        </p:spPr>
        <p:txBody>
          <a:bodyPr lIns="0" rIns="0" tIns="0" bIns="0" anchor="ctr"/>
          <a:p>
            <a:endParaRPr b="0" lang="fr-FR" sz="1800" spc="-1" strike="noStrike">
              <a:solidFill>
                <a:srgbClr val="000000"/>
              </a:solidFill>
              <a:uFill>
                <a:solidFill>
                  <a:srgbClr val="ffffff"/>
                </a:solidFill>
              </a:uFill>
              <a:latin typeface="Calibri"/>
            </a:endParaRPr>
          </a:p>
        </p:txBody>
      </p:sp>
      <p:sp>
        <p:nvSpPr>
          <p:cNvPr id="235" name="PlaceHolder 2"/>
          <p:cNvSpPr>
            <a:spLocks noGrp="1"/>
          </p:cNvSpPr>
          <p:nvPr>
            <p:ph type="body"/>
          </p:nvPr>
        </p:nvSpPr>
        <p:spPr>
          <a:xfrm>
            <a:off x="457200" y="1604520"/>
            <a:ext cx="2649600" cy="1896840"/>
          </a:xfrm>
          <a:prstGeom prst="rect">
            <a:avLst/>
          </a:prstGeom>
        </p:spPr>
        <p:txBody>
          <a:bodyPr lIns="0" rIns="0" tIns="0" bIns="0">
            <a:normAutofit/>
          </a:bodyPr>
          <a:p>
            <a:endParaRPr b="0" lang="fr-FR" sz="3200" spc="-1" strike="noStrike">
              <a:solidFill>
                <a:srgbClr val="000000"/>
              </a:solidFill>
              <a:uFill>
                <a:solidFill>
                  <a:srgbClr val="ffffff"/>
                </a:solidFill>
              </a:uFill>
              <a:latin typeface="Calibri"/>
            </a:endParaRPr>
          </a:p>
        </p:txBody>
      </p:sp>
      <p:sp>
        <p:nvSpPr>
          <p:cNvPr id="236" name="PlaceHolder 3"/>
          <p:cNvSpPr>
            <a:spLocks noGrp="1"/>
          </p:cNvSpPr>
          <p:nvPr>
            <p:ph type="body"/>
          </p:nvPr>
        </p:nvSpPr>
        <p:spPr>
          <a:xfrm>
            <a:off x="3239640" y="1604520"/>
            <a:ext cx="2649600" cy="1896840"/>
          </a:xfrm>
          <a:prstGeom prst="rect">
            <a:avLst/>
          </a:prstGeom>
        </p:spPr>
        <p:txBody>
          <a:bodyPr lIns="0" rIns="0" tIns="0" bIns="0">
            <a:normAutofit/>
          </a:bodyPr>
          <a:p>
            <a:endParaRPr b="0" lang="fr-FR" sz="3200" spc="-1" strike="noStrike">
              <a:solidFill>
                <a:srgbClr val="000000"/>
              </a:solidFill>
              <a:uFill>
                <a:solidFill>
                  <a:srgbClr val="ffffff"/>
                </a:solidFill>
              </a:uFill>
              <a:latin typeface="Calibri"/>
            </a:endParaRPr>
          </a:p>
        </p:txBody>
      </p:sp>
      <p:sp>
        <p:nvSpPr>
          <p:cNvPr id="237" name="PlaceHolder 4"/>
          <p:cNvSpPr>
            <a:spLocks noGrp="1"/>
          </p:cNvSpPr>
          <p:nvPr>
            <p:ph type="body"/>
          </p:nvPr>
        </p:nvSpPr>
        <p:spPr>
          <a:xfrm>
            <a:off x="6022080" y="1604520"/>
            <a:ext cx="2649600" cy="1896840"/>
          </a:xfrm>
          <a:prstGeom prst="rect">
            <a:avLst/>
          </a:prstGeom>
        </p:spPr>
        <p:txBody>
          <a:bodyPr lIns="0" rIns="0" tIns="0" bIns="0">
            <a:normAutofit/>
          </a:bodyPr>
          <a:p>
            <a:endParaRPr b="0" lang="fr-FR" sz="3200" spc="-1" strike="noStrike">
              <a:solidFill>
                <a:srgbClr val="000000"/>
              </a:solidFill>
              <a:uFill>
                <a:solidFill>
                  <a:srgbClr val="ffffff"/>
                </a:solidFill>
              </a:uFill>
              <a:latin typeface="Calibri"/>
            </a:endParaRPr>
          </a:p>
        </p:txBody>
      </p:sp>
      <p:sp>
        <p:nvSpPr>
          <p:cNvPr id="238" name="PlaceHolder 5"/>
          <p:cNvSpPr>
            <a:spLocks noGrp="1"/>
          </p:cNvSpPr>
          <p:nvPr>
            <p:ph type="body"/>
          </p:nvPr>
        </p:nvSpPr>
        <p:spPr>
          <a:xfrm>
            <a:off x="6022080" y="3682080"/>
            <a:ext cx="2649600" cy="1896840"/>
          </a:xfrm>
          <a:prstGeom prst="rect">
            <a:avLst/>
          </a:prstGeom>
        </p:spPr>
        <p:txBody>
          <a:bodyPr lIns="0" rIns="0" tIns="0" bIns="0">
            <a:normAutofit/>
          </a:bodyPr>
          <a:p>
            <a:endParaRPr b="0" lang="fr-FR" sz="3200" spc="-1" strike="noStrike">
              <a:solidFill>
                <a:srgbClr val="000000"/>
              </a:solidFill>
              <a:uFill>
                <a:solidFill>
                  <a:srgbClr val="ffffff"/>
                </a:solidFill>
              </a:uFill>
              <a:latin typeface="Calibri"/>
            </a:endParaRPr>
          </a:p>
        </p:txBody>
      </p:sp>
      <p:sp>
        <p:nvSpPr>
          <p:cNvPr id="239" name="PlaceHolder 6"/>
          <p:cNvSpPr>
            <a:spLocks noGrp="1"/>
          </p:cNvSpPr>
          <p:nvPr>
            <p:ph type="body"/>
          </p:nvPr>
        </p:nvSpPr>
        <p:spPr>
          <a:xfrm>
            <a:off x="3239640" y="3682080"/>
            <a:ext cx="2649600" cy="1896840"/>
          </a:xfrm>
          <a:prstGeom prst="rect">
            <a:avLst/>
          </a:prstGeom>
        </p:spPr>
        <p:txBody>
          <a:bodyPr lIns="0" rIns="0" tIns="0" bIns="0">
            <a:normAutofit/>
          </a:bodyPr>
          <a:p>
            <a:endParaRPr b="0" lang="fr-FR" sz="3200" spc="-1" strike="noStrike">
              <a:solidFill>
                <a:srgbClr val="000000"/>
              </a:solidFill>
              <a:uFill>
                <a:solidFill>
                  <a:srgbClr val="ffffff"/>
                </a:solidFill>
              </a:uFill>
              <a:latin typeface="Calibri"/>
            </a:endParaRPr>
          </a:p>
        </p:txBody>
      </p:sp>
      <p:sp>
        <p:nvSpPr>
          <p:cNvPr id="240" name="PlaceHolder 7"/>
          <p:cNvSpPr>
            <a:spLocks noGrp="1"/>
          </p:cNvSpPr>
          <p:nvPr>
            <p:ph type="body"/>
          </p:nvPr>
        </p:nvSpPr>
        <p:spPr>
          <a:xfrm>
            <a:off x="457200" y="3682080"/>
            <a:ext cx="2649600" cy="1896840"/>
          </a:xfrm>
          <a:prstGeom prst="rect">
            <a:avLst/>
          </a:prstGeom>
        </p:spPr>
        <p:txBody>
          <a:bodyPr lIns="0" rIns="0" tIns="0" bIns="0">
            <a:normAutofit/>
          </a:bodyPr>
          <a:p>
            <a:endParaRPr b="0" lang="fr-FR" sz="3200" spc="-1" strike="noStrike">
              <a:solidFill>
                <a:srgbClr val="000000"/>
              </a:solidFill>
              <a:uFill>
                <a:solidFill>
                  <a:srgbClr val="ffffff"/>
                </a:solidFill>
              </a:uFill>
              <a:latin typeface="Calibri"/>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slideLayout" Target="../slideLayouts/slideLayout23.xml"/><Relationship Id="rId13" Type="http://schemas.openxmlformats.org/officeDocument/2006/relationships/slideLayout" Target="../slideLayouts/slideLayout24.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25.xml"/><Relationship Id="rId3" Type="http://schemas.openxmlformats.org/officeDocument/2006/relationships/slideLayout" Target="../slideLayouts/slideLayout26.xml"/><Relationship Id="rId4" Type="http://schemas.openxmlformats.org/officeDocument/2006/relationships/slideLayout" Target="../slideLayouts/slideLayout27.xml"/><Relationship Id="rId5" Type="http://schemas.openxmlformats.org/officeDocument/2006/relationships/slideLayout" Target="../slideLayouts/slideLayout28.xml"/><Relationship Id="rId6" Type="http://schemas.openxmlformats.org/officeDocument/2006/relationships/slideLayout" Target="../slideLayouts/slideLayout29.xml"/><Relationship Id="rId7" Type="http://schemas.openxmlformats.org/officeDocument/2006/relationships/slideLayout" Target="../slideLayouts/slideLayout30.xml"/><Relationship Id="rId8" Type="http://schemas.openxmlformats.org/officeDocument/2006/relationships/slideLayout" Target="../slideLayouts/slideLayout31.xml"/><Relationship Id="rId9" Type="http://schemas.openxmlformats.org/officeDocument/2006/relationships/slideLayout" Target="../slideLayouts/slideLayout32.xml"/><Relationship Id="rId10" Type="http://schemas.openxmlformats.org/officeDocument/2006/relationships/slideLayout" Target="../slideLayouts/slideLayout33.xml"/><Relationship Id="rId11" Type="http://schemas.openxmlformats.org/officeDocument/2006/relationships/slideLayout" Target="../slideLayouts/slideLayout34.xml"/><Relationship Id="rId12" Type="http://schemas.openxmlformats.org/officeDocument/2006/relationships/slideLayout" Target="../slideLayouts/slideLayout35.xml"/><Relationship Id="rId13" Type="http://schemas.openxmlformats.org/officeDocument/2006/relationships/slideLayout" Target="../slideLayouts/slideLayout36.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37.xml"/><Relationship Id="rId3" Type="http://schemas.openxmlformats.org/officeDocument/2006/relationships/slideLayout" Target="../slideLayouts/slideLayout38.xml"/><Relationship Id="rId4" Type="http://schemas.openxmlformats.org/officeDocument/2006/relationships/slideLayout" Target="../slideLayouts/slideLayout39.xml"/><Relationship Id="rId5" Type="http://schemas.openxmlformats.org/officeDocument/2006/relationships/slideLayout" Target="../slideLayouts/slideLayout40.xml"/><Relationship Id="rId6" Type="http://schemas.openxmlformats.org/officeDocument/2006/relationships/slideLayout" Target="../slideLayouts/slideLayout41.xml"/><Relationship Id="rId7" Type="http://schemas.openxmlformats.org/officeDocument/2006/relationships/slideLayout" Target="../slideLayouts/slideLayout42.xml"/><Relationship Id="rId8" Type="http://schemas.openxmlformats.org/officeDocument/2006/relationships/slideLayout" Target="../slideLayouts/slideLayout43.xml"/><Relationship Id="rId9" Type="http://schemas.openxmlformats.org/officeDocument/2006/relationships/slideLayout" Target="../slideLayouts/slideLayout44.xml"/><Relationship Id="rId10" Type="http://schemas.openxmlformats.org/officeDocument/2006/relationships/slideLayout" Target="../slideLayouts/slideLayout45.xml"/><Relationship Id="rId11" Type="http://schemas.openxmlformats.org/officeDocument/2006/relationships/slideLayout" Target="../slideLayouts/slideLayout46.xml"/><Relationship Id="rId12" Type="http://schemas.openxmlformats.org/officeDocument/2006/relationships/slideLayout" Target="../slideLayouts/slideLayout47.xml"/><Relationship Id="rId13" Type="http://schemas.openxmlformats.org/officeDocument/2006/relationships/slideLayout" Target="../slideLayouts/slideLayout48.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slideLayout" Target="../slideLayouts/slideLayout49.xml"/><Relationship Id="rId3" Type="http://schemas.openxmlformats.org/officeDocument/2006/relationships/slideLayout" Target="../slideLayouts/slideLayout50.xml"/><Relationship Id="rId4" Type="http://schemas.openxmlformats.org/officeDocument/2006/relationships/slideLayout" Target="../slideLayouts/slideLayout51.xml"/><Relationship Id="rId5" Type="http://schemas.openxmlformats.org/officeDocument/2006/relationships/slideLayout" Target="../slideLayouts/slideLayout52.xml"/><Relationship Id="rId6" Type="http://schemas.openxmlformats.org/officeDocument/2006/relationships/slideLayout" Target="../slideLayouts/slideLayout53.xml"/><Relationship Id="rId7" Type="http://schemas.openxmlformats.org/officeDocument/2006/relationships/slideLayout" Target="../slideLayouts/slideLayout54.xml"/><Relationship Id="rId8" Type="http://schemas.openxmlformats.org/officeDocument/2006/relationships/slideLayout" Target="../slideLayouts/slideLayout55.xml"/><Relationship Id="rId9" Type="http://schemas.openxmlformats.org/officeDocument/2006/relationships/slideLayout" Target="../slideLayouts/slideLayout56.xml"/><Relationship Id="rId10" Type="http://schemas.openxmlformats.org/officeDocument/2006/relationships/slideLayout" Target="../slideLayouts/slideLayout57.xml"/><Relationship Id="rId11" Type="http://schemas.openxmlformats.org/officeDocument/2006/relationships/slideLayout" Target="../slideLayouts/slideLayout58.xml"/><Relationship Id="rId12" Type="http://schemas.openxmlformats.org/officeDocument/2006/relationships/slideLayout" Target="../slideLayouts/slideLayout59.xml"/><Relationship Id="rId13" Type="http://schemas.openxmlformats.org/officeDocument/2006/relationships/slideLayout" Target="../slideLayouts/slideLayout60.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slideLayout" Target="../slideLayouts/slideLayout61.xml"/><Relationship Id="rId3" Type="http://schemas.openxmlformats.org/officeDocument/2006/relationships/slideLayout" Target="../slideLayouts/slideLayout62.xml"/><Relationship Id="rId4" Type="http://schemas.openxmlformats.org/officeDocument/2006/relationships/slideLayout" Target="../slideLayouts/slideLayout63.xml"/><Relationship Id="rId5" Type="http://schemas.openxmlformats.org/officeDocument/2006/relationships/slideLayout" Target="../slideLayouts/slideLayout64.xml"/><Relationship Id="rId6" Type="http://schemas.openxmlformats.org/officeDocument/2006/relationships/slideLayout" Target="../slideLayouts/slideLayout65.xml"/><Relationship Id="rId7" Type="http://schemas.openxmlformats.org/officeDocument/2006/relationships/slideLayout" Target="../slideLayouts/slideLayout66.xml"/><Relationship Id="rId8" Type="http://schemas.openxmlformats.org/officeDocument/2006/relationships/slideLayout" Target="../slideLayouts/slideLayout67.xml"/><Relationship Id="rId9" Type="http://schemas.openxmlformats.org/officeDocument/2006/relationships/slideLayout" Target="../slideLayouts/slideLayout68.xml"/><Relationship Id="rId10" Type="http://schemas.openxmlformats.org/officeDocument/2006/relationships/slideLayout" Target="../slideLayouts/slideLayout69.xml"/><Relationship Id="rId11" Type="http://schemas.openxmlformats.org/officeDocument/2006/relationships/slideLayout" Target="../slideLayouts/slideLayout70.xml"/><Relationship Id="rId12" Type="http://schemas.openxmlformats.org/officeDocument/2006/relationships/slideLayout" Target="../slideLayouts/slideLayout71.xml"/><Relationship Id="rId13" Type="http://schemas.openxmlformats.org/officeDocument/2006/relationships/slideLayout" Target="../slideLayouts/slideLayout7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457200" y="274680"/>
            <a:ext cx="8229240" cy="1142640"/>
          </a:xfrm>
          <a:prstGeom prst="rect">
            <a:avLst/>
          </a:prstGeom>
        </p:spPr>
        <p:txBody>
          <a:bodyPr anchor="ctr"/>
          <a:p>
            <a:pPr algn="ctr">
              <a:lnSpc>
                <a:spcPct val="100000"/>
              </a:lnSpc>
            </a:pPr>
            <a:r>
              <a:rPr b="0" lang="fr-FR" sz="4400" spc="-1" strike="noStrike">
                <a:solidFill>
                  <a:srgbClr val="000000"/>
                </a:solidFill>
                <a:uFill>
                  <a:solidFill>
                    <a:srgbClr val="ffffff"/>
                  </a:solidFill>
                </a:uFill>
                <a:latin typeface="Calibri"/>
              </a:rPr>
              <a:t>Modifiez le style du titre</a:t>
            </a:r>
            <a:endParaRPr b="0" lang="fr-FR" sz="4400" spc="-1" strike="noStrike">
              <a:solidFill>
                <a:srgbClr val="000000"/>
              </a:solidFill>
              <a:uFill>
                <a:solidFill>
                  <a:srgbClr val="ffffff"/>
                </a:solidFill>
              </a:uFill>
              <a:latin typeface="Calibri"/>
            </a:endParaRPr>
          </a:p>
        </p:txBody>
      </p:sp>
      <p:sp>
        <p:nvSpPr>
          <p:cNvPr id="1" name="PlaceHolder 2"/>
          <p:cNvSpPr>
            <a:spLocks noGrp="1"/>
          </p:cNvSpPr>
          <p:nvPr>
            <p:ph type="body"/>
          </p:nvPr>
        </p:nvSpPr>
        <p:spPr>
          <a:xfrm>
            <a:off x="457200" y="1600200"/>
            <a:ext cx="8229240" cy="4525560"/>
          </a:xfrm>
          <a:prstGeom prst="rect">
            <a:avLst/>
          </a:prstGeom>
        </p:spPr>
        <p:txBody>
          <a:bodyPr/>
          <a:p>
            <a:pPr marL="432000" indent="-324000">
              <a:lnSpc>
                <a:spcPct val="100000"/>
              </a:lnSpc>
              <a:spcBef>
                <a:spcPts val="641"/>
              </a:spcBef>
              <a:buClr>
                <a:srgbClr val="000000"/>
              </a:buClr>
              <a:buSzPct val="45000"/>
              <a:buFont typeface="Wingdings" charset="2"/>
              <a:buChar char=""/>
            </a:pPr>
            <a:r>
              <a:rPr b="0" lang="fr-FR" sz="3200" spc="-1" strike="noStrike">
                <a:solidFill>
                  <a:srgbClr val="000000"/>
                </a:solidFill>
                <a:uFill>
                  <a:solidFill>
                    <a:srgbClr val="ffffff"/>
                  </a:solidFill>
                </a:uFill>
                <a:latin typeface="Calibri"/>
              </a:rPr>
              <a:t>Modifiez les styles du texte du masque</a:t>
            </a:r>
            <a:endParaRPr b="0" lang="fr-FR" sz="3200" spc="-1" strike="noStrike">
              <a:solidFill>
                <a:srgbClr val="000000"/>
              </a:solidFill>
              <a:uFill>
                <a:solidFill>
                  <a:srgbClr val="ffffff"/>
                </a:solidFill>
              </a:uFill>
              <a:latin typeface="Calibri"/>
            </a:endParaRPr>
          </a:p>
          <a:p>
            <a:pPr lvl="1" marL="864000" indent="-324000">
              <a:lnSpc>
                <a:spcPct val="100000"/>
              </a:lnSpc>
              <a:spcBef>
                <a:spcPts val="561"/>
              </a:spcBef>
              <a:buClr>
                <a:srgbClr val="000000"/>
              </a:buClr>
              <a:buSzPct val="75000"/>
              <a:buFont typeface="Symbol" charset="2"/>
              <a:buChar char=""/>
            </a:pPr>
            <a:r>
              <a:rPr b="0" lang="fr-FR" sz="2800" spc="-1" strike="noStrike">
                <a:solidFill>
                  <a:srgbClr val="000000"/>
                </a:solidFill>
                <a:uFill>
                  <a:solidFill>
                    <a:srgbClr val="ffffff"/>
                  </a:solidFill>
                </a:uFill>
                <a:latin typeface="Calibri"/>
              </a:rPr>
              <a:t>Deuxième niveau</a:t>
            </a:r>
            <a:endParaRPr b="0" lang="fr-FR" sz="2800" spc="-1" strike="noStrike">
              <a:solidFill>
                <a:srgbClr val="000000"/>
              </a:solidFill>
              <a:uFill>
                <a:solidFill>
                  <a:srgbClr val="ffffff"/>
                </a:solidFill>
              </a:uFill>
              <a:latin typeface="Calibri"/>
            </a:endParaRPr>
          </a:p>
          <a:p>
            <a:pPr lvl="2" marL="1296000" indent="-288000">
              <a:lnSpc>
                <a:spcPct val="100000"/>
              </a:lnSpc>
              <a:spcBef>
                <a:spcPts val="479"/>
              </a:spcBef>
              <a:buClr>
                <a:srgbClr val="000000"/>
              </a:buClr>
              <a:buSzPct val="45000"/>
              <a:buFont typeface="Wingdings" charset="2"/>
              <a:buChar char=""/>
            </a:pPr>
            <a:r>
              <a:rPr b="0" lang="fr-FR" sz="2400" spc="-1" strike="noStrike">
                <a:solidFill>
                  <a:srgbClr val="000000"/>
                </a:solidFill>
                <a:uFill>
                  <a:solidFill>
                    <a:srgbClr val="ffffff"/>
                  </a:solidFill>
                </a:uFill>
                <a:latin typeface="Calibri"/>
              </a:rPr>
              <a:t>Troisième niveau</a:t>
            </a:r>
            <a:endParaRPr b="0" lang="fr-FR" sz="2400" spc="-1" strike="noStrike">
              <a:solidFill>
                <a:srgbClr val="000000"/>
              </a:solidFill>
              <a:uFill>
                <a:solidFill>
                  <a:srgbClr val="ffffff"/>
                </a:solidFill>
              </a:uFill>
              <a:latin typeface="Calibri"/>
            </a:endParaRPr>
          </a:p>
          <a:p>
            <a:pPr lvl="3" marL="1728000" indent="-216000">
              <a:lnSpc>
                <a:spcPct val="100000"/>
              </a:lnSpc>
              <a:spcBef>
                <a:spcPts val="400"/>
              </a:spcBef>
              <a:buClr>
                <a:srgbClr val="000000"/>
              </a:buClr>
              <a:buSzPct val="75000"/>
              <a:buFont typeface="Symbol" charset="2"/>
              <a:buChar char=""/>
            </a:pPr>
            <a:r>
              <a:rPr b="0" lang="fr-FR" sz="2000" spc="-1" strike="noStrike">
                <a:solidFill>
                  <a:srgbClr val="000000"/>
                </a:solidFill>
                <a:uFill>
                  <a:solidFill>
                    <a:srgbClr val="ffffff"/>
                  </a:solidFill>
                </a:uFill>
                <a:latin typeface="Calibri"/>
              </a:rPr>
              <a:t>Quatrième niveau</a:t>
            </a:r>
            <a:endParaRPr b="0" lang="fr-FR" sz="2000" spc="-1" strike="noStrike">
              <a:solidFill>
                <a:srgbClr val="000000"/>
              </a:solidFill>
              <a:uFill>
                <a:solidFill>
                  <a:srgbClr val="ffffff"/>
                </a:solidFill>
              </a:uFill>
              <a:latin typeface="Calibri"/>
            </a:endParaRPr>
          </a:p>
          <a:p>
            <a:pPr lvl="4" marL="2160000" indent="-216000">
              <a:lnSpc>
                <a:spcPct val="100000"/>
              </a:lnSpc>
              <a:spcBef>
                <a:spcPts val="400"/>
              </a:spcBef>
              <a:buClr>
                <a:srgbClr val="000000"/>
              </a:buClr>
              <a:buSzPct val="45000"/>
              <a:buFont typeface="Wingdings" charset="2"/>
              <a:buChar char=""/>
            </a:pPr>
            <a:r>
              <a:rPr b="0" lang="fr-FR" sz="2000" spc="-1" strike="noStrike">
                <a:solidFill>
                  <a:srgbClr val="000000"/>
                </a:solidFill>
                <a:uFill>
                  <a:solidFill>
                    <a:srgbClr val="ffffff"/>
                  </a:solidFill>
                </a:uFill>
                <a:latin typeface="Calibri"/>
              </a:rPr>
              <a:t>Cinquième niveau</a:t>
            </a:r>
            <a:endParaRPr b="0" lang="fr-FR" sz="2000" spc="-1" strike="noStrike">
              <a:solidFill>
                <a:srgbClr val="000000"/>
              </a:solidFill>
              <a:uFill>
                <a:solidFill>
                  <a:srgbClr val="ffffff"/>
                </a:solidFill>
              </a:uFill>
              <a:latin typeface="Calibri"/>
            </a:endParaRPr>
          </a:p>
        </p:txBody>
      </p:sp>
      <p:sp>
        <p:nvSpPr>
          <p:cNvPr id="2" name="PlaceHolder 3"/>
          <p:cNvSpPr>
            <a:spLocks noGrp="1"/>
          </p:cNvSpPr>
          <p:nvPr>
            <p:ph type="dt"/>
          </p:nvPr>
        </p:nvSpPr>
        <p:spPr>
          <a:xfrm>
            <a:off x="457200" y="6356520"/>
            <a:ext cx="2133360" cy="364680"/>
          </a:xfrm>
          <a:prstGeom prst="rect">
            <a:avLst/>
          </a:prstGeom>
        </p:spPr>
        <p:txBody>
          <a:bodyPr anchor="ctr"/>
          <a:p>
            <a:pPr>
              <a:lnSpc>
                <a:spcPct val="100000"/>
              </a:lnSpc>
            </a:pPr>
            <a:fld id="{1F86D1C9-E960-4C37-82A0-51D68F2A44B6}" type="datetime">
              <a:rPr b="0" lang="fr-FR" sz="1200" spc="-1" strike="noStrike">
                <a:solidFill>
                  <a:srgbClr val="8b8b8b"/>
                </a:solidFill>
                <a:uFill>
                  <a:solidFill>
                    <a:srgbClr val="ffffff"/>
                  </a:solidFill>
                </a:uFill>
                <a:latin typeface="Calibri"/>
              </a:rPr>
              <a:t>27/09/2018</a:t>
            </a:fld>
            <a:endParaRPr b="0" lang="fr-FR" sz="1200" spc="-1" strike="noStrike">
              <a:solidFill>
                <a:srgbClr val="000000"/>
              </a:solidFill>
              <a:uFill>
                <a:solidFill>
                  <a:srgbClr val="ffffff"/>
                </a:solidFill>
              </a:uFill>
              <a:latin typeface="Times New Roman"/>
            </a:endParaRPr>
          </a:p>
        </p:txBody>
      </p:sp>
      <p:sp>
        <p:nvSpPr>
          <p:cNvPr id="3" name="PlaceHolder 4"/>
          <p:cNvSpPr>
            <a:spLocks noGrp="1"/>
          </p:cNvSpPr>
          <p:nvPr>
            <p:ph type="ftr"/>
          </p:nvPr>
        </p:nvSpPr>
        <p:spPr>
          <a:xfrm>
            <a:off x="3124080" y="6356520"/>
            <a:ext cx="2895120" cy="364680"/>
          </a:xfrm>
          <a:prstGeom prst="rect">
            <a:avLst/>
          </a:prstGeom>
        </p:spPr>
        <p:txBody>
          <a:bodyPr anchor="ctr"/>
          <a:p>
            <a:endParaRPr b="0" lang="fr-FR" sz="2400" spc="-1" strike="noStrike">
              <a:solidFill>
                <a:srgbClr val="000000"/>
              </a:solidFill>
              <a:uFill>
                <a:solidFill>
                  <a:srgbClr val="ffffff"/>
                </a:solidFill>
              </a:uFill>
              <a:latin typeface="Times New Roman"/>
            </a:endParaRPr>
          </a:p>
        </p:txBody>
      </p:sp>
      <p:sp>
        <p:nvSpPr>
          <p:cNvPr id="4" name="PlaceHolder 5"/>
          <p:cNvSpPr>
            <a:spLocks noGrp="1"/>
          </p:cNvSpPr>
          <p:nvPr>
            <p:ph type="sldNum"/>
          </p:nvPr>
        </p:nvSpPr>
        <p:spPr>
          <a:xfrm>
            <a:off x="6553080" y="6356520"/>
            <a:ext cx="2133360" cy="364680"/>
          </a:xfrm>
          <a:prstGeom prst="rect">
            <a:avLst/>
          </a:prstGeom>
        </p:spPr>
        <p:txBody>
          <a:bodyPr anchor="ctr"/>
          <a:p>
            <a:pPr algn="r">
              <a:lnSpc>
                <a:spcPct val="100000"/>
              </a:lnSpc>
            </a:pPr>
            <a:fld id="{9122E21A-4D6D-4844-8573-AF7753BEDF18}" type="slidenum">
              <a:rPr b="0" lang="fr-FR" sz="1200" spc="-1" strike="noStrike">
                <a:solidFill>
                  <a:srgbClr val="8b8b8b"/>
                </a:solidFill>
                <a:uFill>
                  <a:solidFill>
                    <a:srgbClr val="ffffff"/>
                  </a:solidFill>
                </a:uFill>
                <a:latin typeface="Calibri"/>
              </a:rPr>
              <a:t>&lt;numéro&gt;</a:t>
            </a:fld>
            <a:endParaRPr b="0" lang="fr-FR" sz="1200" spc="-1" strike="noStrike">
              <a:solidFill>
                <a:srgbClr val="000000"/>
              </a:solidFill>
              <a:uFill>
                <a:solidFill>
                  <a:srgbClr val="ffffff"/>
                </a:solidFill>
              </a:uFill>
              <a:latin typeface="Times New Roman"/>
            </a:endParaRPr>
          </a:p>
        </p:txBody>
      </p:sp>
    </p:spTree>
  </p:cSld>
  <p:clrMap bg1="lt1" bg2="lt2" tx1="dk1"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1" name="PlaceHolder 1"/>
          <p:cNvSpPr>
            <a:spLocks noGrp="1"/>
          </p:cNvSpPr>
          <p:nvPr>
            <p:ph type="sldNum"/>
          </p:nvPr>
        </p:nvSpPr>
        <p:spPr>
          <a:xfrm>
            <a:off x="6553080" y="6356520"/>
            <a:ext cx="2133360" cy="364680"/>
          </a:xfrm>
          <a:prstGeom prst="rect">
            <a:avLst/>
          </a:prstGeom>
        </p:spPr>
        <p:txBody>
          <a:bodyPr anchor="ctr"/>
          <a:p>
            <a:pPr algn="r">
              <a:lnSpc>
                <a:spcPct val="100000"/>
              </a:lnSpc>
            </a:pPr>
            <a:fld id="{6C30FD3E-D2C6-491D-AE35-319076F25E06}" type="slidenum">
              <a:rPr b="0" lang="fr-FR" sz="1200" spc="-1" strike="noStrike">
                <a:solidFill>
                  <a:srgbClr val="8b8b8b"/>
                </a:solidFill>
                <a:uFill>
                  <a:solidFill>
                    <a:srgbClr val="ffffff"/>
                  </a:solidFill>
                </a:uFill>
                <a:latin typeface="Calibri"/>
              </a:rPr>
              <a:t>&lt;numéro&gt;</a:t>
            </a:fld>
            <a:endParaRPr b="0" lang="fr-FR" sz="1200" spc="-1" strike="noStrike">
              <a:solidFill>
                <a:srgbClr val="000000"/>
              </a:solidFill>
              <a:uFill>
                <a:solidFill>
                  <a:srgbClr val="ffffff"/>
                </a:solidFill>
              </a:uFill>
              <a:latin typeface="Times New Roman"/>
            </a:endParaRPr>
          </a:p>
        </p:txBody>
      </p:sp>
      <p:sp>
        <p:nvSpPr>
          <p:cNvPr id="42" name="PlaceHolder 2"/>
          <p:cNvSpPr>
            <a:spLocks noGrp="1"/>
          </p:cNvSpPr>
          <p:nvPr>
            <p:ph type="title"/>
          </p:nvPr>
        </p:nvSpPr>
        <p:spPr>
          <a:xfrm>
            <a:off x="457200" y="273600"/>
            <a:ext cx="8229240" cy="1144800"/>
          </a:xfrm>
          <a:prstGeom prst="rect">
            <a:avLst/>
          </a:prstGeom>
        </p:spPr>
        <p:txBody>
          <a:bodyPr lIns="0" rIns="0" tIns="0" bIns="0" anchor="ctr"/>
          <a:p>
            <a:r>
              <a:rPr b="0" lang="fr-FR" sz="1800" spc="-1" strike="noStrike">
                <a:solidFill>
                  <a:srgbClr val="000000"/>
                </a:solidFill>
                <a:uFill>
                  <a:solidFill>
                    <a:srgbClr val="ffffff"/>
                  </a:solidFill>
                </a:uFill>
                <a:latin typeface="Calibri"/>
              </a:rPr>
              <a:t>Cliquez pour éditer le format du texte-titre</a:t>
            </a:r>
            <a:endParaRPr b="0" lang="fr-FR" sz="1800" spc="-1" strike="noStrike">
              <a:solidFill>
                <a:srgbClr val="000000"/>
              </a:solidFill>
              <a:uFill>
                <a:solidFill>
                  <a:srgbClr val="ffffff"/>
                </a:solidFill>
              </a:uFill>
              <a:latin typeface="Calibri"/>
            </a:endParaRPr>
          </a:p>
        </p:txBody>
      </p:sp>
      <p:sp>
        <p:nvSpPr>
          <p:cNvPr id="43" name="PlaceHolder 3"/>
          <p:cNvSpPr>
            <a:spLocks noGrp="1"/>
          </p:cNvSpPr>
          <p:nvPr>
            <p:ph type="body"/>
          </p:nvPr>
        </p:nvSpPr>
        <p:spPr>
          <a:xfrm>
            <a:off x="457200" y="1604520"/>
            <a:ext cx="8229240" cy="3977280"/>
          </a:xfrm>
          <a:prstGeom prst="rect">
            <a:avLst/>
          </a:prstGeom>
        </p:spPr>
        <p:txBody>
          <a:bodyPr lIns="0" rIns="0" tIns="0" bIns="0">
            <a:normAutofit/>
          </a:bodyPr>
          <a:p>
            <a:pPr marL="432000" indent="-324000">
              <a:spcBef>
                <a:spcPts val="1417"/>
              </a:spcBef>
              <a:buClr>
                <a:srgbClr val="000000"/>
              </a:buClr>
              <a:buSzPct val="45000"/>
              <a:buFont typeface="Wingdings" charset="2"/>
              <a:buChar char=""/>
            </a:pPr>
            <a:r>
              <a:rPr b="0" lang="fr-FR" sz="3200" spc="-1" strike="noStrike">
                <a:solidFill>
                  <a:srgbClr val="000000"/>
                </a:solidFill>
                <a:uFill>
                  <a:solidFill>
                    <a:srgbClr val="ffffff"/>
                  </a:solidFill>
                </a:uFill>
                <a:latin typeface="Calibri"/>
              </a:rPr>
              <a:t>Cliquez pour éditer le format du plan de texte</a:t>
            </a:r>
            <a:endParaRPr b="0" lang="fr-FR" sz="3200" spc="-1" strike="noStrike">
              <a:solidFill>
                <a:srgbClr val="000000"/>
              </a:solidFill>
              <a:uFill>
                <a:solidFill>
                  <a:srgbClr val="ffffff"/>
                </a:solidFill>
              </a:uFill>
              <a:latin typeface="Calibri"/>
            </a:endParaRPr>
          </a:p>
          <a:p>
            <a:pPr lvl="1" marL="864000" indent="-324000">
              <a:spcBef>
                <a:spcPts val="1134"/>
              </a:spcBef>
              <a:buClr>
                <a:srgbClr val="000000"/>
              </a:buClr>
              <a:buSzPct val="75000"/>
              <a:buFont typeface="Symbol" charset="2"/>
              <a:buChar char=""/>
            </a:pPr>
            <a:r>
              <a:rPr b="0" lang="fr-FR" sz="2400" spc="-1" strike="noStrike">
                <a:solidFill>
                  <a:srgbClr val="000000"/>
                </a:solidFill>
                <a:uFill>
                  <a:solidFill>
                    <a:srgbClr val="ffffff"/>
                  </a:solidFill>
                </a:uFill>
                <a:latin typeface="Calibri"/>
              </a:rPr>
              <a:t>Second niveau de plan</a:t>
            </a:r>
            <a:endParaRPr b="0" lang="fr-FR" sz="2400" spc="-1" strike="noStrike">
              <a:solidFill>
                <a:srgbClr val="000000"/>
              </a:solidFill>
              <a:uFill>
                <a:solidFill>
                  <a:srgbClr val="ffffff"/>
                </a:solidFill>
              </a:uFill>
              <a:latin typeface="Calibri"/>
            </a:endParaRPr>
          </a:p>
          <a:p>
            <a:pPr lvl="2" marL="1296000" indent="-288000">
              <a:spcBef>
                <a:spcPts val="850"/>
              </a:spcBef>
              <a:buClr>
                <a:srgbClr val="000000"/>
              </a:buClr>
              <a:buSzPct val="45000"/>
              <a:buFont typeface="Wingdings" charset="2"/>
              <a:buChar char=""/>
            </a:pPr>
            <a:r>
              <a:rPr b="0" lang="fr-FR" sz="2000" spc="-1" strike="noStrike">
                <a:solidFill>
                  <a:srgbClr val="000000"/>
                </a:solidFill>
                <a:uFill>
                  <a:solidFill>
                    <a:srgbClr val="ffffff"/>
                  </a:solidFill>
                </a:uFill>
                <a:latin typeface="Calibri"/>
              </a:rPr>
              <a:t>Troisième niveau de plan</a:t>
            </a:r>
            <a:endParaRPr b="0" lang="fr-FR" sz="2000" spc="-1" strike="noStrike">
              <a:solidFill>
                <a:srgbClr val="000000"/>
              </a:solidFill>
              <a:uFill>
                <a:solidFill>
                  <a:srgbClr val="ffffff"/>
                </a:solidFill>
              </a:uFill>
              <a:latin typeface="Calibri"/>
            </a:endParaRPr>
          </a:p>
          <a:p>
            <a:pPr lvl="3" marL="1728000" indent="-216000">
              <a:spcBef>
                <a:spcPts val="567"/>
              </a:spcBef>
              <a:buClr>
                <a:srgbClr val="000000"/>
              </a:buClr>
              <a:buSzPct val="75000"/>
              <a:buFont typeface="Symbol" charset="2"/>
              <a:buChar char=""/>
            </a:pPr>
            <a:r>
              <a:rPr b="0" lang="fr-FR" sz="2000" spc="-1" strike="noStrike">
                <a:solidFill>
                  <a:srgbClr val="000000"/>
                </a:solidFill>
                <a:uFill>
                  <a:solidFill>
                    <a:srgbClr val="ffffff"/>
                  </a:solidFill>
                </a:uFill>
                <a:latin typeface="Calibri"/>
              </a:rPr>
              <a:t>Quatrième niveau de plan</a:t>
            </a:r>
            <a:endParaRPr b="0" lang="fr-FR" sz="2000" spc="-1" strike="noStrike">
              <a:solidFill>
                <a:srgbClr val="000000"/>
              </a:solidFill>
              <a:uFill>
                <a:solidFill>
                  <a:srgbClr val="ffffff"/>
                </a:solidFill>
              </a:uFill>
              <a:latin typeface="Calibri"/>
            </a:endParaRPr>
          </a:p>
          <a:p>
            <a:pPr lvl="4" marL="2160000" indent="-216000">
              <a:spcBef>
                <a:spcPts val="283"/>
              </a:spcBef>
              <a:buClr>
                <a:srgbClr val="000000"/>
              </a:buClr>
              <a:buSzPct val="45000"/>
              <a:buFont typeface="Wingdings" charset="2"/>
              <a:buChar char=""/>
            </a:pPr>
            <a:r>
              <a:rPr b="0" lang="fr-FR" sz="2000" spc="-1" strike="noStrike">
                <a:solidFill>
                  <a:srgbClr val="000000"/>
                </a:solidFill>
                <a:uFill>
                  <a:solidFill>
                    <a:srgbClr val="ffffff"/>
                  </a:solidFill>
                </a:uFill>
                <a:latin typeface="Calibri"/>
              </a:rPr>
              <a:t>Cinquième niveau de plan</a:t>
            </a:r>
            <a:endParaRPr b="0" lang="fr-FR" sz="2000" spc="-1" strike="noStrike">
              <a:solidFill>
                <a:srgbClr val="000000"/>
              </a:solidFill>
              <a:uFill>
                <a:solidFill>
                  <a:srgbClr val="ffffff"/>
                </a:solidFill>
              </a:uFill>
              <a:latin typeface="Calibri"/>
            </a:endParaRPr>
          </a:p>
          <a:p>
            <a:pPr lvl="5" marL="2592000" indent="-216000">
              <a:spcBef>
                <a:spcPts val="283"/>
              </a:spcBef>
              <a:buClr>
                <a:srgbClr val="000000"/>
              </a:buClr>
              <a:buSzPct val="45000"/>
              <a:buFont typeface="Wingdings" charset="2"/>
              <a:buChar char=""/>
            </a:pPr>
            <a:r>
              <a:rPr b="0" lang="fr-FR" sz="2000" spc="-1" strike="noStrike">
                <a:solidFill>
                  <a:srgbClr val="000000"/>
                </a:solidFill>
                <a:uFill>
                  <a:solidFill>
                    <a:srgbClr val="ffffff"/>
                  </a:solidFill>
                </a:uFill>
                <a:latin typeface="Calibri"/>
              </a:rPr>
              <a:t>Sixième niveau de plan</a:t>
            </a:r>
            <a:endParaRPr b="0" lang="fr-FR" sz="2000" spc="-1" strike="noStrike">
              <a:solidFill>
                <a:srgbClr val="000000"/>
              </a:solidFill>
              <a:uFill>
                <a:solidFill>
                  <a:srgbClr val="ffffff"/>
                </a:solidFill>
              </a:uFill>
              <a:latin typeface="Calibri"/>
            </a:endParaRPr>
          </a:p>
          <a:p>
            <a:pPr lvl="6" marL="3024000" indent="-216000">
              <a:spcBef>
                <a:spcPts val="283"/>
              </a:spcBef>
              <a:buClr>
                <a:srgbClr val="000000"/>
              </a:buClr>
              <a:buSzPct val="45000"/>
              <a:buFont typeface="Wingdings" charset="2"/>
              <a:buChar char=""/>
            </a:pPr>
            <a:r>
              <a:rPr b="0" lang="fr-FR" sz="2000" spc="-1" strike="noStrike">
                <a:solidFill>
                  <a:srgbClr val="000000"/>
                </a:solidFill>
                <a:uFill>
                  <a:solidFill>
                    <a:srgbClr val="ffffff"/>
                  </a:solidFill>
                </a:uFill>
                <a:latin typeface="Calibri"/>
              </a:rPr>
              <a:t>Septième niveau de plan</a:t>
            </a:r>
            <a:endParaRPr b="0" lang="fr-FR" sz="2000" spc="-1" strike="noStrike">
              <a:solidFill>
                <a:srgbClr val="000000"/>
              </a:solidFill>
              <a:uFill>
                <a:solidFill>
                  <a:srgbClr val="ffffff"/>
                </a:solidFill>
              </a:uFill>
              <a:latin typeface="Calibri"/>
            </a:endParaRPr>
          </a:p>
        </p:txBody>
      </p:sp>
    </p:spTree>
  </p:cSld>
  <p:clrMap bg1="lt1" bg2="lt2" tx1="dk1" tx2="dk2" accent1="accent1" accent2="accent2" accent3="accent3" accent4="accent4" accent5="accent5" accent6="accent6" hlink="hlink" folHlink="folHlink"/>
  <p:sldLayoutIdLst>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80" name="PlaceHolder 1"/>
          <p:cNvSpPr>
            <a:spLocks noGrp="1"/>
          </p:cNvSpPr>
          <p:nvPr>
            <p:ph type="body"/>
          </p:nvPr>
        </p:nvSpPr>
        <p:spPr>
          <a:xfrm>
            <a:off x="457200" y="208080"/>
            <a:ext cx="8208720" cy="5920920"/>
          </a:xfrm>
          <a:prstGeom prst="rect">
            <a:avLst/>
          </a:prstGeom>
        </p:spPr>
        <p:txBody>
          <a:bodyPr/>
          <a:p>
            <a:pPr marL="432000" indent="-324000">
              <a:lnSpc>
                <a:spcPct val="100000"/>
              </a:lnSpc>
              <a:spcBef>
                <a:spcPts val="641"/>
              </a:spcBef>
              <a:buClr>
                <a:srgbClr val="000000"/>
              </a:buClr>
              <a:buSzPct val="45000"/>
              <a:buFont typeface="Wingdings" charset="2"/>
              <a:buChar char=""/>
            </a:pPr>
            <a:r>
              <a:rPr b="0" lang="fr-FR" sz="3200" spc="-1" strike="noStrike">
                <a:solidFill>
                  <a:srgbClr val="000000"/>
                </a:solidFill>
                <a:uFill>
                  <a:solidFill>
                    <a:srgbClr val="ffffff"/>
                  </a:solidFill>
                </a:uFill>
                <a:latin typeface="Calibri"/>
              </a:rPr>
              <a:t>Modifiez les styles du texte du masque</a:t>
            </a:r>
            <a:endParaRPr b="0" lang="fr-FR" sz="3200" spc="-1" strike="noStrike">
              <a:solidFill>
                <a:srgbClr val="000000"/>
              </a:solidFill>
              <a:uFill>
                <a:solidFill>
                  <a:srgbClr val="ffffff"/>
                </a:solidFill>
              </a:uFill>
              <a:latin typeface="Calibri"/>
            </a:endParaRPr>
          </a:p>
          <a:p>
            <a:pPr lvl="1" marL="864000" indent="-324000">
              <a:lnSpc>
                <a:spcPct val="100000"/>
              </a:lnSpc>
              <a:spcBef>
                <a:spcPts val="561"/>
              </a:spcBef>
              <a:buClr>
                <a:srgbClr val="000000"/>
              </a:buClr>
              <a:buSzPct val="75000"/>
              <a:buFont typeface="Symbol" charset="2"/>
              <a:buChar char=""/>
            </a:pPr>
            <a:r>
              <a:rPr b="0" lang="fr-FR" sz="2800" spc="-1" strike="noStrike">
                <a:solidFill>
                  <a:srgbClr val="000000"/>
                </a:solidFill>
                <a:uFill>
                  <a:solidFill>
                    <a:srgbClr val="ffffff"/>
                  </a:solidFill>
                </a:uFill>
                <a:latin typeface="Calibri"/>
              </a:rPr>
              <a:t>Deuxième niveau</a:t>
            </a:r>
            <a:endParaRPr b="0" lang="fr-FR" sz="2800" spc="-1" strike="noStrike">
              <a:solidFill>
                <a:srgbClr val="000000"/>
              </a:solidFill>
              <a:uFill>
                <a:solidFill>
                  <a:srgbClr val="ffffff"/>
                </a:solidFill>
              </a:uFill>
              <a:latin typeface="Calibri"/>
            </a:endParaRPr>
          </a:p>
          <a:p>
            <a:pPr lvl="2" marL="1296000" indent="-288000">
              <a:lnSpc>
                <a:spcPct val="100000"/>
              </a:lnSpc>
              <a:spcBef>
                <a:spcPts val="479"/>
              </a:spcBef>
              <a:buClr>
                <a:srgbClr val="000000"/>
              </a:buClr>
              <a:buSzPct val="45000"/>
              <a:buFont typeface="Wingdings" charset="2"/>
              <a:buChar char=""/>
            </a:pPr>
            <a:r>
              <a:rPr b="0" lang="fr-FR" sz="2400" spc="-1" strike="noStrike">
                <a:solidFill>
                  <a:srgbClr val="000000"/>
                </a:solidFill>
                <a:uFill>
                  <a:solidFill>
                    <a:srgbClr val="ffffff"/>
                  </a:solidFill>
                </a:uFill>
                <a:latin typeface="Calibri"/>
              </a:rPr>
              <a:t>Troisième niveau</a:t>
            </a:r>
            <a:endParaRPr b="0" lang="fr-FR" sz="2400" spc="-1" strike="noStrike">
              <a:solidFill>
                <a:srgbClr val="000000"/>
              </a:solidFill>
              <a:uFill>
                <a:solidFill>
                  <a:srgbClr val="ffffff"/>
                </a:solidFill>
              </a:uFill>
              <a:latin typeface="Calibri"/>
            </a:endParaRPr>
          </a:p>
          <a:p>
            <a:pPr lvl="3" marL="1728000" indent="-216000">
              <a:lnSpc>
                <a:spcPct val="100000"/>
              </a:lnSpc>
              <a:spcBef>
                <a:spcPts val="400"/>
              </a:spcBef>
              <a:buClr>
                <a:srgbClr val="000000"/>
              </a:buClr>
              <a:buSzPct val="75000"/>
              <a:buFont typeface="Symbol" charset="2"/>
              <a:buChar char=""/>
            </a:pPr>
            <a:r>
              <a:rPr b="0" lang="fr-FR" sz="2000" spc="-1" strike="noStrike">
                <a:solidFill>
                  <a:srgbClr val="000000"/>
                </a:solidFill>
                <a:uFill>
                  <a:solidFill>
                    <a:srgbClr val="ffffff"/>
                  </a:solidFill>
                </a:uFill>
                <a:latin typeface="Calibri"/>
              </a:rPr>
              <a:t>Quatrième niveau</a:t>
            </a:r>
            <a:endParaRPr b="0" lang="fr-FR" sz="2000" spc="-1" strike="noStrike">
              <a:solidFill>
                <a:srgbClr val="000000"/>
              </a:solidFill>
              <a:uFill>
                <a:solidFill>
                  <a:srgbClr val="ffffff"/>
                </a:solidFill>
              </a:uFill>
              <a:latin typeface="Calibri"/>
            </a:endParaRPr>
          </a:p>
          <a:p>
            <a:pPr lvl="4" marL="2160000" indent="-216000">
              <a:lnSpc>
                <a:spcPct val="100000"/>
              </a:lnSpc>
              <a:spcBef>
                <a:spcPts val="400"/>
              </a:spcBef>
              <a:buClr>
                <a:srgbClr val="000000"/>
              </a:buClr>
              <a:buSzPct val="45000"/>
              <a:buFont typeface="Wingdings" charset="2"/>
              <a:buChar char=""/>
            </a:pPr>
            <a:r>
              <a:rPr b="0" lang="fr-FR" sz="2000" spc="-1" strike="noStrike">
                <a:solidFill>
                  <a:srgbClr val="000000"/>
                </a:solidFill>
                <a:uFill>
                  <a:solidFill>
                    <a:srgbClr val="ffffff"/>
                  </a:solidFill>
                </a:uFill>
                <a:latin typeface="Calibri"/>
              </a:rPr>
              <a:t>Cinquième niveau</a:t>
            </a:r>
            <a:endParaRPr b="0" lang="fr-FR" sz="2000" spc="-1" strike="noStrike">
              <a:solidFill>
                <a:srgbClr val="000000"/>
              </a:solidFill>
              <a:uFill>
                <a:solidFill>
                  <a:srgbClr val="ffffff"/>
                </a:solidFill>
              </a:uFill>
              <a:latin typeface="Calibri"/>
            </a:endParaRPr>
          </a:p>
        </p:txBody>
      </p:sp>
      <p:sp>
        <p:nvSpPr>
          <p:cNvPr id="81" name="PlaceHolder 2"/>
          <p:cNvSpPr>
            <a:spLocks noGrp="1"/>
          </p:cNvSpPr>
          <p:nvPr>
            <p:ph type="title"/>
          </p:nvPr>
        </p:nvSpPr>
        <p:spPr>
          <a:xfrm>
            <a:off x="457200" y="273600"/>
            <a:ext cx="8229240" cy="1144800"/>
          </a:xfrm>
          <a:prstGeom prst="rect">
            <a:avLst/>
          </a:prstGeom>
        </p:spPr>
        <p:txBody>
          <a:bodyPr lIns="0" rIns="0" tIns="0" bIns="0" anchor="ctr"/>
          <a:p>
            <a:r>
              <a:rPr b="0" lang="fr-FR" sz="1800" spc="-1" strike="noStrike">
                <a:solidFill>
                  <a:srgbClr val="000000"/>
                </a:solidFill>
                <a:uFill>
                  <a:solidFill>
                    <a:srgbClr val="ffffff"/>
                  </a:solidFill>
                </a:uFill>
                <a:latin typeface="Calibri"/>
              </a:rPr>
              <a:t>Cliquez pour éditer le format du texte-titre</a:t>
            </a:r>
            <a:endParaRPr b="0" lang="fr-FR" sz="1800" spc="-1" strike="noStrike">
              <a:solidFill>
                <a:srgbClr val="000000"/>
              </a:solidFill>
              <a:uFill>
                <a:solidFill>
                  <a:srgbClr val="ffffff"/>
                </a:solidFill>
              </a:uFill>
              <a:latin typeface="Calibri"/>
            </a:endParaRPr>
          </a:p>
        </p:txBody>
      </p:sp>
    </p:spTree>
  </p:cSld>
  <p:clrMap bg1="lt1" bg2="lt2" tx1="dk1" tx2="dk2" accent1="accent1" accent2="accent2" accent3="accent3" accent4="accent4" accent5="accent5" accent6="accent6" hlink="hlink" folHlink="folHlink"/>
  <p:sldLayoutIdLst>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 id="2147483686" r:id="rId13"/>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18" name="PlaceHolder 1"/>
          <p:cNvSpPr>
            <a:spLocks noGrp="1"/>
          </p:cNvSpPr>
          <p:nvPr>
            <p:ph type="dt"/>
          </p:nvPr>
        </p:nvSpPr>
        <p:spPr>
          <a:xfrm>
            <a:off x="457200" y="6356520"/>
            <a:ext cx="2133360" cy="364680"/>
          </a:xfrm>
          <a:prstGeom prst="rect">
            <a:avLst/>
          </a:prstGeom>
        </p:spPr>
        <p:txBody>
          <a:bodyPr anchor="ctr"/>
          <a:p>
            <a:pPr>
              <a:lnSpc>
                <a:spcPct val="100000"/>
              </a:lnSpc>
            </a:pPr>
            <a:fld id="{84EAC3DC-5CDD-4A1F-89CD-4DC0FA83E120}" type="datetime">
              <a:rPr b="0" lang="fr-FR" sz="1200" spc="-1" strike="noStrike">
                <a:solidFill>
                  <a:srgbClr val="8b8b8b"/>
                </a:solidFill>
                <a:uFill>
                  <a:solidFill>
                    <a:srgbClr val="ffffff"/>
                  </a:solidFill>
                </a:uFill>
                <a:latin typeface="Calibri"/>
              </a:rPr>
              <a:t>27/09/2018</a:t>
            </a:fld>
            <a:endParaRPr b="0" lang="fr-FR" sz="1200" spc="-1" strike="noStrike">
              <a:solidFill>
                <a:srgbClr val="000000"/>
              </a:solidFill>
              <a:uFill>
                <a:solidFill>
                  <a:srgbClr val="ffffff"/>
                </a:solidFill>
              </a:uFill>
              <a:latin typeface="Times New Roman"/>
            </a:endParaRPr>
          </a:p>
        </p:txBody>
      </p:sp>
      <p:sp>
        <p:nvSpPr>
          <p:cNvPr id="119" name="PlaceHolder 2"/>
          <p:cNvSpPr>
            <a:spLocks noGrp="1"/>
          </p:cNvSpPr>
          <p:nvPr>
            <p:ph type="ftr"/>
          </p:nvPr>
        </p:nvSpPr>
        <p:spPr>
          <a:xfrm>
            <a:off x="3124080" y="6356520"/>
            <a:ext cx="2895120" cy="364680"/>
          </a:xfrm>
          <a:prstGeom prst="rect">
            <a:avLst/>
          </a:prstGeom>
        </p:spPr>
        <p:txBody>
          <a:bodyPr anchor="ctr"/>
          <a:p>
            <a:endParaRPr b="0" lang="fr-FR" sz="2400" spc="-1" strike="noStrike">
              <a:solidFill>
                <a:srgbClr val="000000"/>
              </a:solidFill>
              <a:uFill>
                <a:solidFill>
                  <a:srgbClr val="ffffff"/>
                </a:solidFill>
              </a:uFill>
              <a:latin typeface="Times New Roman"/>
            </a:endParaRPr>
          </a:p>
        </p:txBody>
      </p:sp>
      <p:sp>
        <p:nvSpPr>
          <p:cNvPr id="120" name="PlaceHolder 3"/>
          <p:cNvSpPr>
            <a:spLocks noGrp="1"/>
          </p:cNvSpPr>
          <p:nvPr>
            <p:ph type="sldNum"/>
          </p:nvPr>
        </p:nvSpPr>
        <p:spPr>
          <a:xfrm>
            <a:off x="6553080" y="6356520"/>
            <a:ext cx="2133360" cy="364680"/>
          </a:xfrm>
          <a:prstGeom prst="rect">
            <a:avLst/>
          </a:prstGeom>
        </p:spPr>
        <p:txBody>
          <a:bodyPr anchor="ctr"/>
          <a:p>
            <a:pPr algn="r">
              <a:lnSpc>
                <a:spcPct val="100000"/>
              </a:lnSpc>
            </a:pPr>
            <a:fld id="{4CDEA54C-663B-4715-94E9-29A8B19EDB71}" type="slidenum">
              <a:rPr b="0" lang="fr-FR" sz="1200" spc="-1" strike="noStrike">
                <a:solidFill>
                  <a:srgbClr val="8b8b8b"/>
                </a:solidFill>
                <a:uFill>
                  <a:solidFill>
                    <a:srgbClr val="ffffff"/>
                  </a:solidFill>
                </a:uFill>
                <a:latin typeface="Calibri"/>
              </a:rPr>
              <a:t>&lt;numéro&gt;</a:t>
            </a:fld>
            <a:endParaRPr b="0" lang="fr-FR" sz="1200" spc="-1" strike="noStrike">
              <a:solidFill>
                <a:srgbClr val="000000"/>
              </a:solidFill>
              <a:uFill>
                <a:solidFill>
                  <a:srgbClr val="ffffff"/>
                </a:solidFill>
              </a:uFill>
              <a:latin typeface="Times New Roman"/>
            </a:endParaRPr>
          </a:p>
        </p:txBody>
      </p:sp>
      <p:sp>
        <p:nvSpPr>
          <p:cNvPr id="121" name="PlaceHolder 4"/>
          <p:cNvSpPr>
            <a:spLocks noGrp="1"/>
          </p:cNvSpPr>
          <p:nvPr>
            <p:ph type="title"/>
          </p:nvPr>
        </p:nvSpPr>
        <p:spPr>
          <a:xfrm>
            <a:off x="457200" y="273600"/>
            <a:ext cx="8229240" cy="1144800"/>
          </a:xfrm>
          <a:prstGeom prst="rect">
            <a:avLst/>
          </a:prstGeom>
        </p:spPr>
        <p:txBody>
          <a:bodyPr lIns="0" rIns="0" tIns="0" bIns="0" anchor="ctr"/>
          <a:p>
            <a:r>
              <a:rPr b="0" lang="fr-FR" sz="1800" spc="-1" strike="noStrike">
                <a:solidFill>
                  <a:srgbClr val="000000"/>
                </a:solidFill>
                <a:uFill>
                  <a:solidFill>
                    <a:srgbClr val="ffffff"/>
                  </a:solidFill>
                </a:uFill>
                <a:latin typeface="Calibri"/>
              </a:rPr>
              <a:t>Cliquez pour éditer le format du texte-titre</a:t>
            </a:r>
            <a:endParaRPr b="0" lang="fr-FR" sz="1800" spc="-1" strike="noStrike">
              <a:solidFill>
                <a:srgbClr val="000000"/>
              </a:solidFill>
              <a:uFill>
                <a:solidFill>
                  <a:srgbClr val="ffffff"/>
                </a:solidFill>
              </a:uFill>
              <a:latin typeface="Calibri"/>
            </a:endParaRPr>
          </a:p>
        </p:txBody>
      </p:sp>
      <p:sp>
        <p:nvSpPr>
          <p:cNvPr id="122" name="PlaceHolder 5"/>
          <p:cNvSpPr>
            <a:spLocks noGrp="1"/>
          </p:cNvSpPr>
          <p:nvPr>
            <p:ph type="body"/>
          </p:nvPr>
        </p:nvSpPr>
        <p:spPr>
          <a:xfrm>
            <a:off x="457200" y="1604520"/>
            <a:ext cx="8229240" cy="3977280"/>
          </a:xfrm>
          <a:prstGeom prst="rect">
            <a:avLst/>
          </a:prstGeom>
        </p:spPr>
        <p:txBody>
          <a:bodyPr lIns="0" rIns="0" tIns="0" bIns="0">
            <a:normAutofit/>
          </a:bodyPr>
          <a:p>
            <a:pPr marL="432000" indent="-324000">
              <a:spcBef>
                <a:spcPts val="1417"/>
              </a:spcBef>
              <a:buClr>
                <a:srgbClr val="000000"/>
              </a:buClr>
              <a:buSzPct val="45000"/>
              <a:buFont typeface="Wingdings" charset="2"/>
              <a:buChar char=""/>
            </a:pPr>
            <a:r>
              <a:rPr b="0" lang="fr-FR" sz="3200" spc="-1" strike="noStrike">
                <a:solidFill>
                  <a:srgbClr val="000000"/>
                </a:solidFill>
                <a:uFill>
                  <a:solidFill>
                    <a:srgbClr val="ffffff"/>
                  </a:solidFill>
                </a:uFill>
                <a:latin typeface="Calibri"/>
              </a:rPr>
              <a:t>Cliquez pour éditer le format du plan de texte</a:t>
            </a:r>
            <a:endParaRPr b="0" lang="fr-FR" sz="3200" spc="-1" strike="noStrike">
              <a:solidFill>
                <a:srgbClr val="000000"/>
              </a:solidFill>
              <a:uFill>
                <a:solidFill>
                  <a:srgbClr val="ffffff"/>
                </a:solidFill>
              </a:uFill>
              <a:latin typeface="Calibri"/>
            </a:endParaRPr>
          </a:p>
          <a:p>
            <a:pPr lvl="1" marL="864000" indent="-324000">
              <a:spcBef>
                <a:spcPts val="1134"/>
              </a:spcBef>
              <a:buClr>
                <a:srgbClr val="000000"/>
              </a:buClr>
              <a:buSzPct val="75000"/>
              <a:buFont typeface="Symbol" charset="2"/>
              <a:buChar char=""/>
            </a:pPr>
            <a:r>
              <a:rPr b="0" lang="fr-FR" sz="2400" spc="-1" strike="noStrike">
                <a:solidFill>
                  <a:srgbClr val="000000"/>
                </a:solidFill>
                <a:uFill>
                  <a:solidFill>
                    <a:srgbClr val="ffffff"/>
                  </a:solidFill>
                </a:uFill>
                <a:latin typeface="Calibri"/>
              </a:rPr>
              <a:t>Second niveau de plan</a:t>
            </a:r>
            <a:endParaRPr b="0" lang="fr-FR" sz="2400" spc="-1" strike="noStrike">
              <a:solidFill>
                <a:srgbClr val="000000"/>
              </a:solidFill>
              <a:uFill>
                <a:solidFill>
                  <a:srgbClr val="ffffff"/>
                </a:solidFill>
              </a:uFill>
              <a:latin typeface="Calibri"/>
            </a:endParaRPr>
          </a:p>
          <a:p>
            <a:pPr lvl="2" marL="1296000" indent="-288000">
              <a:spcBef>
                <a:spcPts val="850"/>
              </a:spcBef>
              <a:buClr>
                <a:srgbClr val="000000"/>
              </a:buClr>
              <a:buSzPct val="45000"/>
              <a:buFont typeface="Wingdings" charset="2"/>
              <a:buChar char=""/>
            </a:pPr>
            <a:r>
              <a:rPr b="0" lang="fr-FR" sz="2000" spc="-1" strike="noStrike">
                <a:solidFill>
                  <a:srgbClr val="000000"/>
                </a:solidFill>
                <a:uFill>
                  <a:solidFill>
                    <a:srgbClr val="ffffff"/>
                  </a:solidFill>
                </a:uFill>
                <a:latin typeface="Calibri"/>
              </a:rPr>
              <a:t>Troisième niveau de plan</a:t>
            </a:r>
            <a:endParaRPr b="0" lang="fr-FR" sz="2000" spc="-1" strike="noStrike">
              <a:solidFill>
                <a:srgbClr val="000000"/>
              </a:solidFill>
              <a:uFill>
                <a:solidFill>
                  <a:srgbClr val="ffffff"/>
                </a:solidFill>
              </a:uFill>
              <a:latin typeface="Calibri"/>
            </a:endParaRPr>
          </a:p>
          <a:p>
            <a:pPr lvl="3" marL="1728000" indent="-216000">
              <a:spcBef>
                <a:spcPts val="567"/>
              </a:spcBef>
              <a:buClr>
                <a:srgbClr val="000000"/>
              </a:buClr>
              <a:buSzPct val="75000"/>
              <a:buFont typeface="Symbol" charset="2"/>
              <a:buChar char=""/>
            </a:pPr>
            <a:r>
              <a:rPr b="0" lang="fr-FR" sz="2000" spc="-1" strike="noStrike">
                <a:solidFill>
                  <a:srgbClr val="000000"/>
                </a:solidFill>
                <a:uFill>
                  <a:solidFill>
                    <a:srgbClr val="ffffff"/>
                  </a:solidFill>
                </a:uFill>
                <a:latin typeface="Calibri"/>
              </a:rPr>
              <a:t>Quatrième niveau de plan</a:t>
            </a:r>
            <a:endParaRPr b="0" lang="fr-FR" sz="2000" spc="-1" strike="noStrike">
              <a:solidFill>
                <a:srgbClr val="000000"/>
              </a:solidFill>
              <a:uFill>
                <a:solidFill>
                  <a:srgbClr val="ffffff"/>
                </a:solidFill>
              </a:uFill>
              <a:latin typeface="Calibri"/>
            </a:endParaRPr>
          </a:p>
          <a:p>
            <a:pPr lvl="4" marL="2160000" indent="-216000">
              <a:spcBef>
                <a:spcPts val="283"/>
              </a:spcBef>
              <a:buClr>
                <a:srgbClr val="000000"/>
              </a:buClr>
              <a:buSzPct val="45000"/>
              <a:buFont typeface="Wingdings" charset="2"/>
              <a:buChar char=""/>
            </a:pPr>
            <a:r>
              <a:rPr b="0" lang="fr-FR" sz="2000" spc="-1" strike="noStrike">
                <a:solidFill>
                  <a:srgbClr val="000000"/>
                </a:solidFill>
                <a:uFill>
                  <a:solidFill>
                    <a:srgbClr val="ffffff"/>
                  </a:solidFill>
                </a:uFill>
                <a:latin typeface="Calibri"/>
              </a:rPr>
              <a:t>Cinquième niveau de plan</a:t>
            </a:r>
            <a:endParaRPr b="0" lang="fr-FR" sz="2000" spc="-1" strike="noStrike">
              <a:solidFill>
                <a:srgbClr val="000000"/>
              </a:solidFill>
              <a:uFill>
                <a:solidFill>
                  <a:srgbClr val="ffffff"/>
                </a:solidFill>
              </a:uFill>
              <a:latin typeface="Calibri"/>
            </a:endParaRPr>
          </a:p>
          <a:p>
            <a:pPr lvl="5" marL="2592000" indent="-216000">
              <a:spcBef>
                <a:spcPts val="283"/>
              </a:spcBef>
              <a:buClr>
                <a:srgbClr val="000000"/>
              </a:buClr>
              <a:buSzPct val="45000"/>
              <a:buFont typeface="Wingdings" charset="2"/>
              <a:buChar char=""/>
            </a:pPr>
            <a:r>
              <a:rPr b="0" lang="fr-FR" sz="2000" spc="-1" strike="noStrike">
                <a:solidFill>
                  <a:srgbClr val="000000"/>
                </a:solidFill>
                <a:uFill>
                  <a:solidFill>
                    <a:srgbClr val="ffffff"/>
                  </a:solidFill>
                </a:uFill>
                <a:latin typeface="Calibri"/>
              </a:rPr>
              <a:t>Sixième niveau de plan</a:t>
            </a:r>
            <a:endParaRPr b="0" lang="fr-FR" sz="2000" spc="-1" strike="noStrike">
              <a:solidFill>
                <a:srgbClr val="000000"/>
              </a:solidFill>
              <a:uFill>
                <a:solidFill>
                  <a:srgbClr val="ffffff"/>
                </a:solidFill>
              </a:uFill>
              <a:latin typeface="Calibri"/>
            </a:endParaRPr>
          </a:p>
          <a:p>
            <a:pPr lvl="6" marL="3024000" indent="-216000">
              <a:spcBef>
                <a:spcPts val="283"/>
              </a:spcBef>
              <a:buClr>
                <a:srgbClr val="000000"/>
              </a:buClr>
              <a:buSzPct val="45000"/>
              <a:buFont typeface="Wingdings" charset="2"/>
              <a:buChar char=""/>
            </a:pPr>
            <a:r>
              <a:rPr b="0" lang="fr-FR" sz="2000" spc="-1" strike="noStrike">
                <a:solidFill>
                  <a:srgbClr val="000000"/>
                </a:solidFill>
                <a:uFill>
                  <a:solidFill>
                    <a:srgbClr val="ffffff"/>
                  </a:solidFill>
                </a:uFill>
                <a:latin typeface="Calibri"/>
              </a:rPr>
              <a:t>Septième niveau de plan</a:t>
            </a:r>
            <a:endParaRPr b="0" lang="fr-FR" sz="2000" spc="-1" strike="noStrike">
              <a:solidFill>
                <a:srgbClr val="000000"/>
              </a:solidFill>
              <a:uFill>
                <a:solidFill>
                  <a:srgbClr val="ffffff"/>
                </a:solidFill>
              </a:uFill>
              <a:latin typeface="Calibri"/>
            </a:endParaRPr>
          </a:p>
        </p:txBody>
      </p:sp>
    </p:spTree>
  </p:cSld>
  <p:clrMap bg1="lt1" bg2="lt2" tx1="dk1" tx2="dk2" accent1="accent1" accent2="accent2" accent3="accent3" accent4="accent4" accent5="accent5" accent6="accent6" hlink="hlink" folHlink="folHlink"/>
  <p:sldLayoutIdLst>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59" name="PlaceHolder 1"/>
          <p:cNvSpPr>
            <a:spLocks noGrp="1"/>
          </p:cNvSpPr>
          <p:nvPr>
            <p:ph type="title"/>
          </p:nvPr>
        </p:nvSpPr>
        <p:spPr>
          <a:xfrm>
            <a:off x="685800" y="2130480"/>
            <a:ext cx="7772040" cy="1469520"/>
          </a:xfrm>
          <a:prstGeom prst="rect">
            <a:avLst/>
          </a:prstGeom>
        </p:spPr>
        <p:txBody>
          <a:bodyPr anchor="ctr"/>
          <a:p>
            <a:pPr algn="ctr">
              <a:lnSpc>
                <a:spcPct val="100000"/>
              </a:lnSpc>
            </a:pPr>
            <a:r>
              <a:rPr b="0" lang="fr-FR" sz="4400" spc="-1" strike="noStrike">
                <a:solidFill>
                  <a:srgbClr val="000000"/>
                </a:solidFill>
                <a:uFill>
                  <a:solidFill>
                    <a:srgbClr val="ffffff"/>
                  </a:solidFill>
                </a:uFill>
                <a:latin typeface="Calibri"/>
              </a:rPr>
              <a:t>Modifiez le style du titre</a:t>
            </a:r>
            <a:endParaRPr b="0" lang="fr-FR" sz="4400" spc="-1" strike="noStrike">
              <a:solidFill>
                <a:srgbClr val="000000"/>
              </a:solidFill>
              <a:uFill>
                <a:solidFill>
                  <a:srgbClr val="ffffff"/>
                </a:solidFill>
              </a:uFill>
              <a:latin typeface="Calibri"/>
            </a:endParaRPr>
          </a:p>
        </p:txBody>
      </p:sp>
      <p:sp>
        <p:nvSpPr>
          <p:cNvPr id="160" name="PlaceHolder 2"/>
          <p:cNvSpPr>
            <a:spLocks noGrp="1"/>
          </p:cNvSpPr>
          <p:nvPr>
            <p:ph type="dt"/>
          </p:nvPr>
        </p:nvSpPr>
        <p:spPr>
          <a:xfrm>
            <a:off x="457200" y="6356520"/>
            <a:ext cx="2133360" cy="364680"/>
          </a:xfrm>
          <a:prstGeom prst="rect">
            <a:avLst/>
          </a:prstGeom>
        </p:spPr>
        <p:txBody>
          <a:bodyPr anchor="ctr"/>
          <a:p>
            <a:pPr>
              <a:lnSpc>
                <a:spcPct val="100000"/>
              </a:lnSpc>
            </a:pPr>
            <a:fld id="{D4789D21-7977-4102-97C8-1FDFF4BD872B}" type="datetime">
              <a:rPr b="0" lang="fr-FR" sz="1200" spc="-1" strike="noStrike">
                <a:solidFill>
                  <a:srgbClr val="8b8b8b"/>
                </a:solidFill>
                <a:uFill>
                  <a:solidFill>
                    <a:srgbClr val="ffffff"/>
                  </a:solidFill>
                </a:uFill>
                <a:latin typeface="Calibri"/>
              </a:rPr>
              <a:t>27/09/2018</a:t>
            </a:fld>
            <a:endParaRPr b="0" lang="fr-FR" sz="1200" spc="-1" strike="noStrike">
              <a:solidFill>
                <a:srgbClr val="000000"/>
              </a:solidFill>
              <a:uFill>
                <a:solidFill>
                  <a:srgbClr val="ffffff"/>
                </a:solidFill>
              </a:uFill>
              <a:latin typeface="Times New Roman"/>
            </a:endParaRPr>
          </a:p>
        </p:txBody>
      </p:sp>
      <p:sp>
        <p:nvSpPr>
          <p:cNvPr id="161" name="PlaceHolder 3"/>
          <p:cNvSpPr>
            <a:spLocks noGrp="1"/>
          </p:cNvSpPr>
          <p:nvPr>
            <p:ph type="ftr"/>
          </p:nvPr>
        </p:nvSpPr>
        <p:spPr>
          <a:xfrm>
            <a:off x="3124080" y="6356520"/>
            <a:ext cx="2895120" cy="364680"/>
          </a:xfrm>
          <a:prstGeom prst="rect">
            <a:avLst/>
          </a:prstGeom>
        </p:spPr>
        <p:txBody>
          <a:bodyPr anchor="ctr"/>
          <a:p>
            <a:endParaRPr b="0" lang="fr-FR" sz="2400" spc="-1" strike="noStrike">
              <a:solidFill>
                <a:srgbClr val="000000"/>
              </a:solidFill>
              <a:uFill>
                <a:solidFill>
                  <a:srgbClr val="ffffff"/>
                </a:solidFill>
              </a:uFill>
              <a:latin typeface="Times New Roman"/>
            </a:endParaRPr>
          </a:p>
        </p:txBody>
      </p:sp>
      <p:sp>
        <p:nvSpPr>
          <p:cNvPr id="162" name="PlaceHolder 4"/>
          <p:cNvSpPr>
            <a:spLocks noGrp="1"/>
          </p:cNvSpPr>
          <p:nvPr>
            <p:ph type="sldNum"/>
          </p:nvPr>
        </p:nvSpPr>
        <p:spPr>
          <a:xfrm>
            <a:off x="6553080" y="6356520"/>
            <a:ext cx="2133360" cy="364680"/>
          </a:xfrm>
          <a:prstGeom prst="rect">
            <a:avLst/>
          </a:prstGeom>
        </p:spPr>
        <p:txBody>
          <a:bodyPr anchor="ctr"/>
          <a:p>
            <a:pPr algn="r">
              <a:lnSpc>
                <a:spcPct val="100000"/>
              </a:lnSpc>
            </a:pPr>
            <a:fld id="{9071E353-10E2-4634-8AAE-CB21A7678C19}" type="slidenum">
              <a:rPr b="0" lang="fr-FR" sz="1200" spc="-1" strike="noStrike">
                <a:solidFill>
                  <a:srgbClr val="8b8b8b"/>
                </a:solidFill>
                <a:uFill>
                  <a:solidFill>
                    <a:srgbClr val="ffffff"/>
                  </a:solidFill>
                </a:uFill>
                <a:latin typeface="Calibri"/>
              </a:rPr>
              <a:t>&lt;numéro&gt;</a:t>
            </a:fld>
            <a:endParaRPr b="0" lang="fr-FR" sz="1200" spc="-1" strike="noStrike">
              <a:solidFill>
                <a:srgbClr val="000000"/>
              </a:solidFill>
              <a:uFill>
                <a:solidFill>
                  <a:srgbClr val="ffffff"/>
                </a:solidFill>
              </a:uFill>
              <a:latin typeface="Times New Roman"/>
            </a:endParaRPr>
          </a:p>
        </p:txBody>
      </p:sp>
      <p:sp>
        <p:nvSpPr>
          <p:cNvPr id="163" name="PlaceHolder 5"/>
          <p:cNvSpPr>
            <a:spLocks noGrp="1"/>
          </p:cNvSpPr>
          <p:nvPr>
            <p:ph type="body"/>
          </p:nvPr>
        </p:nvSpPr>
        <p:spPr>
          <a:xfrm>
            <a:off x="457200" y="1604520"/>
            <a:ext cx="8229240" cy="3977280"/>
          </a:xfrm>
          <a:prstGeom prst="rect">
            <a:avLst/>
          </a:prstGeom>
        </p:spPr>
        <p:txBody>
          <a:bodyPr lIns="0" rIns="0" tIns="0" bIns="0">
            <a:normAutofit/>
          </a:bodyPr>
          <a:p>
            <a:pPr marL="432000" indent="-324000">
              <a:spcBef>
                <a:spcPts val="1417"/>
              </a:spcBef>
              <a:buClr>
                <a:srgbClr val="000000"/>
              </a:buClr>
              <a:buSzPct val="45000"/>
              <a:buFont typeface="Wingdings" charset="2"/>
              <a:buChar char=""/>
            </a:pPr>
            <a:r>
              <a:rPr b="0" lang="fr-FR" sz="3200" spc="-1" strike="noStrike">
                <a:solidFill>
                  <a:srgbClr val="000000"/>
                </a:solidFill>
                <a:uFill>
                  <a:solidFill>
                    <a:srgbClr val="ffffff"/>
                  </a:solidFill>
                </a:uFill>
                <a:latin typeface="Calibri"/>
              </a:rPr>
              <a:t>Cliquez pour éditer le format du plan de texte</a:t>
            </a:r>
            <a:endParaRPr b="0" lang="fr-FR" sz="3200" spc="-1" strike="noStrike">
              <a:solidFill>
                <a:srgbClr val="000000"/>
              </a:solidFill>
              <a:uFill>
                <a:solidFill>
                  <a:srgbClr val="ffffff"/>
                </a:solidFill>
              </a:uFill>
              <a:latin typeface="Calibri"/>
            </a:endParaRPr>
          </a:p>
          <a:p>
            <a:pPr lvl="1" marL="864000" indent="-324000">
              <a:spcBef>
                <a:spcPts val="1134"/>
              </a:spcBef>
              <a:buClr>
                <a:srgbClr val="000000"/>
              </a:buClr>
              <a:buSzPct val="75000"/>
              <a:buFont typeface="Symbol" charset="2"/>
              <a:buChar char=""/>
            </a:pPr>
            <a:r>
              <a:rPr b="0" lang="fr-FR" sz="2400" spc="-1" strike="noStrike">
                <a:solidFill>
                  <a:srgbClr val="000000"/>
                </a:solidFill>
                <a:uFill>
                  <a:solidFill>
                    <a:srgbClr val="ffffff"/>
                  </a:solidFill>
                </a:uFill>
                <a:latin typeface="Calibri"/>
              </a:rPr>
              <a:t>Second niveau de plan</a:t>
            </a:r>
            <a:endParaRPr b="0" lang="fr-FR" sz="2400" spc="-1" strike="noStrike">
              <a:solidFill>
                <a:srgbClr val="000000"/>
              </a:solidFill>
              <a:uFill>
                <a:solidFill>
                  <a:srgbClr val="ffffff"/>
                </a:solidFill>
              </a:uFill>
              <a:latin typeface="Calibri"/>
            </a:endParaRPr>
          </a:p>
          <a:p>
            <a:pPr lvl="2" marL="1296000" indent="-288000">
              <a:spcBef>
                <a:spcPts val="850"/>
              </a:spcBef>
              <a:buClr>
                <a:srgbClr val="000000"/>
              </a:buClr>
              <a:buSzPct val="45000"/>
              <a:buFont typeface="Wingdings" charset="2"/>
              <a:buChar char=""/>
            </a:pPr>
            <a:r>
              <a:rPr b="0" lang="fr-FR" sz="2000" spc="-1" strike="noStrike">
                <a:solidFill>
                  <a:srgbClr val="000000"/>
                </a:solidFill>
                <a:uFill>
                  <a:solidFill>
                    <a:srgbClr val="ffffff"/>
                  </a:solidFill>
                </a:uFill>
                <a:latin typeface="Calibri"/>
              </a:rPr>
              <a:t>Troisième niveau de plan</a:t>
            </a:r>
            <a:endParaRPr b="0" lang="fr-FR" sz="2000" spc="-1" strike="noStrike">
              <a:solidFill>
                <a:srgbClr val="000000"/>
              </a:solidFill>
              <a:uFill>
                <a:solidFill>
                  <a:srgbClr val="ffffff"/>
                </a:solidFill>
              </a:uFill>
              <a:latin typeface="Calibri"/>
            </a:endParaRPr>
          </a:p>
          <a:p>
            <a:pPr lvl="3" marL="1728000" indent="-216000">
              <a:spcBef>
                <a:spcPts val="567"/>
              </a:spcBef>
              <a:buClr>
                <a:srgbClr val="000000"/>
              </a:buClr>
              <a:buSzPct val="75000"/>
              <a:buFont typeface="Symbol" charset="2"/>
              <a:buChar char=""/>
            </a:pPr>
            <a:r>
              <a:rPr b="0" lang="fr-FR" sz="2000" spc="-1" strike="noStrike">
                <a:solidFill>
                  <a:srgbClr val="000000"/>
                </a:solidFill>
                <a:uFill>
                  <a:solidFill>
                    <a:srgbClr val="ffffff"/>
                  </a:solidFill>
                </a:uFill>
                <a:latin typeface="Calibri"/>
              </a:rPr>
              <a:t>Quatrième niveau de plan</a:t>
            </a:r>
            <a:endParaRPr b="0" lang="fr-FR" sz="2000" spc="-1" strike="noStrike">
              <a:solidFill>
                <a:srgbClr val="000000"/>
              </a:solidFill>
              <a:uFill>
                <a:solidFill>
                  <a:srgbClr val="ffffff"/>
                </a:solidFill>
              </a:uFill>
              <a:latin typeface="Calibri"/>
            </a:endParaRPr>
          </a:p>
          <a:p>
            <a:pPr lvl="4" marL="2160000" indent="-216000">
              <a:spcBef>
                <a:spcPts val="283"/>
              </a:spcBef>
              <a:buClr>
                <a:srgbClr val="000000"/>
              </a:buClr>
              <a:buSzPct val="45000"/>
              <a:buFont typeface="Wingdings" charset="2"/>
              <a:buChar char=""/>
            </a:pPr>
            <a:r>
              <a:rPr b="0" lang="fr-FR" sz="2000" spc="-1" strike="noStrike">
                <a:solidFill>
                  <a:srgbClr val="000000"/>
                </a:solidFill>
                <a:uFill>
                  <a:solidFill>
                    <a:srgbClr val="ffffff"/>
                  </a:solidFill>
                </a:uFill>
                <a:latin typeface="Calibri"/>
              </a:rPr>
              <a:t>Cinquième niveau de plan</a:t>
            </a:r>
            <a:endParaRPr b="0" lang="fr-FR" sz="2000" spc="-1" strike="noStrike">
              <a:solidFill>
                <a:srgbClr val="000000"/>
              </a:solidFill>
              <a:uFill>
                <a:solidFill>
                  <a:srgbClr val="ffffff"/>
                </a:solidFill>
              </a:uFill>
              <a:latin typeface="Calibri"/>
            </a:endParaRPr>
          </a:p>
          <a:p>
            <a:pPr lvl="5" marL="2592000" indent="-216000">
              <a:spcBef>
                <a:spcPts val="283"/>
              </a:spcBef>
              <a:buClr>
                <a:srgbClr val="000000"/>
              </a:buClr>
              <a:buSzPct val="45000"/>
              <a:buFont typeface="Wingdings" charset="2"/>
              <a:buChar char=""/>
            </a:pPr>
            <a:r>
              <a:rPr b="0" lang="fr-FR" sz="2000" spc="-1" strike="noStrike">
                <a:solidFill>
                  <a:srgbClr val="000000"/>
                </a:solidFill>
                <a:uFill>
                  <a:solidFill>
                    <a:srgbClr val="ffffff"/>
                  </a:solidFill>
                </a:uFill>
                <a:latin typeface="Calibri"/>
              </a:rPr>
              <a:t>Sixième niveau de plan</a:t>
            </a:r>
            <a:endParaRPr b="0" lang="fr-FR" sz="2000" spc="-1" strike="noStrike">
              <a:solidFill>
                <a:srgbClr val="000000"/>
              </a:solidFill>
              <a:uFill>
                <a:solidFill>
                  <a:srgbClr val="ffffff"/>
                </a:solidFill>
              </a:uFill>
              <a:latin typeface="Calibri"/>
            </a:endParaRPr>
          </a:p>
          <a:p>
            <a:pPr lvl="6" marL="3024000" indent="-216000">
              <a:spcBef>
                <a:spcPts val="283"/>
              </a:spcBef>
              <a:buClr>
                <a:srgbClr val="000000"/>
              </a:buClr>
              <a:buSzPct val="45000"/>
              <a:buFont typeface="Wingdings" charset="2"/>
              <a:buChar char=""/>
            </a:pPr>
            <a:r>
              <a:rPr b="0" lang="fr-FR" sz="2000" spc="-1" strike="noStrike">
                <a:solidFill>
                  <a:srgbClr val="000000"/>
                </a:solidFill>
                <a:uFill>
                  <a:solidFill>
                    <a:srgbClr val="ffffff"/>
                  </a:solidFill>
                </a:uFill>
                <a:latin typeface="Calibri"/>
              </a:rPr>
              <a:t>Septième niveau de plan</a:t>
            </a:r>
            <a:endParaRPr b="0" lang="fr-FR" sz="2000" spc="-1" strike="noStrike">
              <a:solidFill>
                <a:srgbClr val="000000"/>
              </a:solidFill>
              <a:uFill>
                <a:solidFill>
                  <a:srgbClr val="ffffff"/>
                </a:solidFill>
              </a:uFill>
              <a:latin typeface="Calibri"/>
            </a:endParaRPr>
          </a:p>
        </p:txBody>
      </p:sp>
    </p:spTree>
  </p:cSld>
  <p:clrMap bg1="lt1" bg2="lt2" tx1="dk1" tx2="dk2" accent1="accent1" accent2="accent2" accent3="accent3" accent4="accent4" accent5="accent5" accent6="accent6" hlink="hlink" folHlink="folHlink"/>
  <p:sldLayoutIdLst>
    <p:sldLayoutId id="2147483701" r:id="rId2"/>
    <p:sldLayoutId id="2147483702" r:id="rId3"/>
    <p:sldLayoutId id="2147483703" r:id="rId4"/>
    <p:sldLayoutId id="2147483704" r:id="rId5"/>
    <p:sldLayoutId id="2147483705" r:id="rId6"/>
    <p:sldLayoutId id="2147483706" r:id="rId7"/>
    <p:sldLayoutId id="2147483707" r:id="rId8"/>
    <p:sldLayoutId id="2147483708" r:id="rId9"/>
    <p:sldLayoutId id="2147483709" r:id="rId10"/>
    <p:sldLayoutId id="2147483710" r:id="rId11"/>
    <p:sldLayoutId id="2147483711" r:id="rId12"/>
    <p:sldLayoutId id="2147483712" r:id="rId13"/>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00" name="PlaceHolder 1"/>
          <p:cNvSpPr>
            <a:spLocks noGrp="1"/>
          </p:cNvSpPr>
          <p:nvPr>
            <p:ph type="title"/>
          </p:nvPr>
        </p:nvSpPr>
        <p:spPr>
          <a:xfrm>
            <a:off x="628560" y="365040"/>
            <a:ext cx="7886520" cy="1325160"/>
          </a:xfrm>
          <a:prstGeom prst="rect">
            <a:avLst/>
          </a:prstGeom>
        </p:spPr>
        <p:txBody>
          <a:bodyPr lIns="90000" rIns="90000" tIns="45000" bIns="45000"/>
          <a:p>
            <a:pPr>
              <a:lnSpc>
                <a:spcPct val="90000"/>
              </a:lnSpc>
            </a:pPr>
            <a:r>
              <a:rPr b="0" lang="fr-FR" sz="4400" spc="-1" strike="noStrike">
                <a:solidFill>
                  <a:srgbClr val="000000"/>
                </a:solidFill>
                <a:uFill>
                  <a:solidFill>
                    <a:srgbClr val="ffffff"/>
                  </a:solidFill>
                </a:uFill>
                <a:latin typeface="Calibri Light"/>
              </a:rPr>
              <a:t>Cliquez pour éditer le format du texte-titreModifiez le style du titre</a:t>
            </a:r>
            <a:endParaRPr b="0" lang="fr-FR" sz="4400" spc="-1" strike="noStrike">
              <a:solidFill>
                <a:srgbClr val="000000"/>
              </a:solidFill>
              <a:uFill>
                <a:solidFill>
                  <a:srgbClr val="ffffff"/>
                </a:solidFill>
              </a:uFill>
              <a:latin typeface="Calibri"/>
            </a:endParaRPr>
          </a:p>
        </p:txBody>
      </p:sp>
      <p:sp>
        <p:nvSpPr>
          <p:cNvPr id="201" name="PlaceHolder 2"/>
          <p:cNvSpPr>
            <a:spLocks noGrp="1"/>
          </p:cNvSpPr>
          <p:nvPr>
            <p:ph type="body"/>
          </p:nvPr>
        </p:nvSpPr>
        <p:spPr>
          <a:xfrm>
            <a:off x="628560" y="1825560"/>
            <a:ext cx="7886520" cy="4350960"/>
          </a:xfrm>
          <a:prstGeom prst="rect">
            <a:avLst/>
          </a:prstGeom>
        </p:spPr>
        <p:txBody>
          <a:bodyPr lIns="90000" rIns="90000" tIns="45000" bIns="45000"/>
          <a:p>
            <a:pPr marL="432000" indent="-324000">
              <a:spcAft>
                <a:spcPts val="1417"/>
              </a:spcAft>
              <a:buClr>
                <a:srgbClr val="000000"/>
              </a:buClr>
              <a:buSzPct val="45000"/>
              <a:buFont typeface="Wingdings" charset="2"/>
              <a:buChar char=""/>
            </a:pPr>
            <a:r>
              <a:rPr b="0" lang="fr-FR" sz="2800" spc="-1" strike="noStrike">
                <a:solidFill>
                  <a:srgbClr val="000000"/>
                </a:solidFill>
                <a:uFill>
                  <a:solidFill>
                    <a:srgbClr val="ffffff"/>
                  </a:solidFill>
                </a:uFill>
                <a:latin typeface="Calibri"/>
              </a:rPr>
              <a:t>Cliquez pour éditer le format du plan de texte</a:t>
            </a:r>
            <a:endParaRPr b="0" lang="fr-FR" sz="2800" spc="-1" strike="noStrike">
              <a:solidFill>
                <a:srgbClr val="000000"/>
              </a:solidFill>
              <a:uFill>
                <a:solidFill>
                  <a:srgbClr val="ffffff"/>
                </a:solidFill>
              </a:uFill>
              <a:latin typeface="Calibri"/>
            </a:endParaRPr>
          </a:p>
          <a:p>
            <a:pPr lvl="1" marL="864000" indent="-324000">
              <a:spcAft>
                <a:spcPts val="1134"/>
              </a:spcAft>
              <a:buClr>
                <a:srgbClr val="000000"/>
              </a:buClr>
              <a:buSzPct val="75000"/>
              <a:buFont typeface="Symbol" charset="2"/>
              <a:buChar char=""/>
            </a:pPr>
            <a:r>
              <a:rPr b="0" lang="fr-FR" sz="2800" spc="-1" strike="noStrike">
                <a:solidFill>
                  <a:srgbClr val="000000"/>
                </a:solidFill>
                <a:uFill>
                  <a:solidFill>
                    <a:srgbClr val="ffffff"/>
                  </a:solidFill>
                </a:uFill>
                <a:latin typeface="Calibri"/>
              </a:rPr>
              <a:t>Second niveau de plan</a:t>
            </a:r>
            <a:endParaRPr b="0" lang="fr-FR" sz="2800" spc="-1" strike="noStrike">
              <a:solidFill>
                <a:srgbClr val="000000"/>
              </a:solidFill>
              <a:uFill>
                <a:solidFill>
                  <a:srgbClr val="ffffff"/>
                </a:solidFill>
              </a:uFill>
              <a:latin typeface="Calibri"/>
            </a:endParaRPr>
          </a:p>
          <a:p>
            <a:pPr lvl="2" marL="1296000" indent="-288000">
              <a:spcAft>
                <a:spcPts val="850"/>
              </a:spcAft>
              <a:buClr>
                <a:srgbClr val="000000"/>
              </a:buClr>
              <a:buSzPct val="45000"/>
              <a:buFont typeface="Wingdings" charset="2"/>
              <a:buChar char=""/>
            </a:pPr>
            <a:r>
              <a:rPr b="0" lang="fr-FR" sz="2800" spc="-1" strike="noStrike">
                <a:solidFill>
                  <a:srgbClr val="000000"/>
                </a:solidFill>
                <a:uFill>
                  <a:solidFill>
                    <a:srgbClr val="ffffff"/>
                  </a:solidFill>
                </a:uFill>
                <a:latin typeface="Calibri"/>
              </a:rPr>
              <a:t>Troisième niveau de plan</a:t>
            </a:r>
            <a:endParaRPr b="0" lang="fr-FR" sz="2800" spc="-1" strike="noStrike">
              <a:solidFill>
                <a:srgbClr val="000000"/>
              </a:solidFill>
              <a:uFill>
                <a:solidFill>
                  <a:srgbClr val="ffffff"/>
                </a:solidFill>
              </a:uFill>
              <a:latin typeface="Calibri"/>
            </a:endParaRPr>
          </a:p>
          <a:p>
            <a:pPr lvl="3" marL="1728000" indent="-216000">
              <a:spcAft>
                <a:spcPts val="567"/>
              </a:spcAft>
              <a:buClr>
                <a:srgbClr val="000000"/>
              </a:buClr>
              <a:buSzPct val="75000"/>
              <a:buFont typeface="Symbol" charset="2"/>
              <a:buChar char=""/>
            </a:pPr>
            <a:r>
              <a:rPr b="0" lang="fr-FR" sz="2800" spc="-1" strike="noStrike">
                <a:solidFill>
                  <a:srgbClr val="000000"/>
                </a:solidFill>
                <a:uFill>
                  <a:solidFill>
                    <a:srgbClr val="ffffff"/>
                  </a:solidFill>
                </a:uFill>
                <a:latin typeface="Calibri"/>
              </a:rPr>
              <a:t>Quatrième niveau de plan</a:t>
            </a:r>
            <a:endParaRPr b="0" lang="fr-FR" sz="2800" spc="-1" strike="noStrike">
              <a:solidFill>
                <a:srgbClr val="000000"/>
              </a:solidFill>
              <a:uFill>
                <a:solidFill>
                  <a:srgbClr val="ffffff"/>
                </a:solidFill>
              </a:uFill>
              <a:latin typeface="Calibri"/>
            </a:endParaRPr>
          </a:p>
          <a:p>
            <a:pPr lvl="4" marL="2160000" indent="-216000">
              <a:spcAft>
                <a:spcPts val="283"/>
              </a:spcAft>
              <a:buClr>
                <a:srgbClr val="000000"/>
              </a:buClr>
              <a:buSzPct val="45000"/>
              <a:buFont typeface="Wingdings" charset="2"/>
              <a:buChar char=""/>
            </a:pPr>
            <a:r>
              <a:rPr b="0" lang="fr-FR" sz="2800" spc="-1" strike="noStrike">
                <a:solidFill>
                  <a:srgbClr val="000000"/>
                </a:solidFill>
                <a:uFill>
                  <a:solidFill>
                    <a:srgbClr val="ffffff"/>
                  </a:solidFill>
                </a:uFill>
                <a:latin typeface="Calibri"/>
              </a:rPr>
              <a:t>Cinquième niveau de plan</a:t>
            </a:r>
            <a:endParaRPr b="0" lang="fr-FR" sz="2800" spc="-1" strike="noStrike">
              <a:solidFill>
                <a:srgbClr val="000000"/>
              </a:solidFill>
              <a:uFill>
                <a:solidFill>
                  <a:srgbClr val="ffffff"/>
                </a:solidFill>
              </a:uFill>
              <a:latin typeface="Calibri"/>
            </a:endParaRPr>
          </a:p>
          <a:p>
            <a:pPr lvl="5" marL="2592000" indent="-216000">
              <a:spcAft>
                <a:spcPts val="283"/>
              </a:spcAft>
              <a:buClr>
                <a:srgbClr val="000000"/>
              </a:buClr>
              <a:buSzPct val="45000"/>
              <a:buFont typeface="Wingdings" charset="2"/>
              <a:buChar char=""/>
            </a:pPr>
            <a:r>
              <a:rPr b="0" lang="fr-FR" sz="2800" spc="-1" strike="noStrike">
                <a:solidFill>
                  <a:srgbClr val="000000"/>
                </a:solidFill>
                <a:uFill>
                  <a:solidFill>
                    <a:srgbClr val="ffffff"/>
                  </a:solidFill>
                </a:uFill>
                <a:latin typeface="Calibri"/>
              </a:rPr>
              <a:t>Sixième niveau de plan</a:t>
            </a:r>
            <a:endParaRPr b="0" lang="fr-FR" sz="2800" spc="-1" strike="noStrike">
              <a:solidFill>
                <a:srgbClr val="000000"/>
              </a:solidFill>
              <a:uFill>
                <a:solidFill>
                  <a:srgbClr val="ffffff"/>
                </a:solidFill>
              </a:uFill>
              <a:latin typeface="Calibri"/>
            </a:endParaRPr>
          </a:p>
          <a:p>
            <a:pPr lvl="6" marL="3024000" indent="-216000">
              <a:spcAft>
                <a:spcPts val="283"/>
              </a:spcAft>
              <a:buClr>
                <a:srgbClr val="000000"/>
              </a:buClr>
              <a:buSzPct val="45000"/>
              <a:buFont typeface="Wingdings" charset="2"/>
              <a:buChar char=""/>
            </a:pPr>
            <a:r>
              <a:rPr b="0" lang="fr-FR" sz="2800" spc="-1" strike="noStrike">
                <a:solidFill>
                  <a:srgbClr val="000000"/>
                </a:solidFill>
                <a:uFill>
                  <a:solidFill>
                    <a:srgbClr val="ffffff"/>
                  </a:solidFill>
                </a:uFill>
                <a:latin typeface="Calibri"/>
              </a:rPr>
              <a:t>Septième niveau de plan</a:t>
            </a:r>
            <a:endParaRPr b="0" lang="fr-FR" sz="2800" spc="-1" strike="noStrike">
              <a:solidFill>
                <a:srgbClr val="000000"/>
              </a:solidFill>
              <a:uFill>
                <a:solidFill>
                  <a:srgbClr val="ffffff"/>
                </a:solidFill>
              </a:uFill>
              <a:latin typeface="Calibri"/>
            </a:endParaRPr>
          </a:p>
          <a:p>
            <a:pPr lvl="7" marL="3456000" indent="-216000">
              <a:spcAft>
                <a:spcPts val="283"/>
              </a:spcAft>
              <a:buClr>
                <a:srgbClr val="000000"/>
              </a:buClr>
              <a:buSzPct val="45000"/>
              <a:buFont typeface="Wingdings" charset="2"/>
              <a:buChar char=""/>
            </a:pPr>
            <a:r>
              <a:rPr b="0" lang="fr-FR" sz="2800" spc="-1" strike="noStrike">
                <a:solidFill>
                  <a:srgbClr val="000000"/>
                </a:solidFill>
                <a:uFill>
                  <a:solidFill>
                    <a:srgbClr val="ffffff"/>
                  </a:solidFill>
                </a:uFill>
                <a:latin typeface="Calibri"/>
              </a:rPr>
              <a:t>Huitième niveau de plan</a:t>
            </a:r>
            <a:endParaRPr b="0" lang="fr-FR" sz="2800" spc="-1" strike="noStrike">
              <a:solidFill>
                <a:srgbClr val="000000"/>
              </a:solidFill>
              <a:uFill>
                <a:solidFill>
                  <a:srgbClr val="ffffff"/>
                </a:solidFill>
              </a:uFill>
              <a:latin typeface="Calibri"/>
            </a:endParaRPr>
          </a:p>
          <a:p>
            <a:pPr lvl="8" marL="3888000" indent="-216000">
              <a:spcAft>
                <a:spcPts val="283"/>
              </a:spcAft>
              <a:buClr>
                <a:srgbClr val="000000"/>
              </a:buClr>
              <a:buSzPct val="45000"/>
              <a:buFont typeface="Wingdings" charset="2"/>
              <a:buChar char=""/>
            </a:pPr>
            <a:r>
              <a:rPr b="0" lang="fr-FR" sz="2800" spc="-1" strike="noStrike">
                <a:solidFill>
                  <a:srgbClr val="000000"/>
                </a:solidFill>
                <a:uFill>
                  <a:solidFill>
                    <a:srgbClr val="ffffff"/>
                  </a:solidFill>
                </a:uFill>
                <a:latin typeface="Calibri"/>
              </a:rPr>
              <a:t>Neuvième niveau de planModifiez les styles du texte du masque</a:t>
            </a:r>
            <a:endParaRPr b="0" lang="fr-FR" sz="2800" spc="-1" strike="noStrike">
              <a:solidFill>
                <a:srgbClr val="000000"/>
              </a:solidFill>
              <a:uFill>
                <a:solidFill>
                  <a:srgbClr val="ffffff"/>
                </a:solidFill>
              </a:uFill>
              <a:latin typeface="Calibri"/>
            </a:endParaRPr>
          </a:p>
          <a:p>
            <a:pPr lvl="9" marL="4320000" indent="-216000">
              <a:lnSpc>
                <a:spcPct val="90000"/>
              </a:lnSpc>
              <a:spcBef>
                <a:spcPts val="499"/>
              </a:spcBef>
              <a:spcAft>
                <a:spcPts val="1417"/>
              </a:spcAft>
              <a:buClr>
                <a:srgbClr val="000000"/>
              </a:buClr>
              <a:buSzPct val="45000"/>
              <a:buFont typeface="Wingdings" charset="2"/>
              <a:buChar char=""/>
            </a:pPr>
            <a:r>
              <a:rPr b="0" lang="fr-FR" sz="2400" spc="-1" strike="noStrike">
                <a:solidFill>
                  <a:srgbClr val="000000"/>
                </a:solidFill>
                <a:uFill>
                  <a:solidFill>
                    <a:srgbClr val="ffffff"/>
                  </a:solidFill>
                </a:uFill>
                <a:latin typeface="Calibri"/>
              </a:rPr>
              <a:t>Deuxième niveau</a:t>
            </a:r>
            <a:endParaRPr b="0" lang="fr-FR" sz="2400" spc="-1" strike="noStrike">
              <a:solidFill>
                <a:srgbClr val="000000"/>
              </a:solidFill>
              <a:uFill>
                <a:solidFill>
                  <a:srgbClr val="ffffff"/>
                </a:solidFill>
              </a:uFill>
              <a:latin typeface="Calibri"/>
            </a:endParaRPr>
          </a:p>
          <a:p>
            <a:pPr lvl="9" marL="4320000" indent="-216000">
              <a:lnSpc>
                <a:spcPct val="90000"/>
              </a:lnSpc>
              <a:spcBef>
                <a:spcPts val="499"/>
              </a:spcBef>
              <a:spcAft>
                <a:spcPts val="1417"/>
              </a:spcAft>
              <a:buClr>
                <a:srgbClr val="000000"/>
              </a:buClr>
              <a:buSzPct val="45000"/>
              <a:buFont typeface="Wingdings" charset="2"/>
              <a:buChar char=""/>
            </a:pPr>
            <a:r>
              <a:rPr b="0" lang="fr-FR" sz="2000" spc="-1" strike="noStrike">
                <a:solidFill>
                  <a:srgbClr val="000000"/>
                </a:solidFill>
                <a:uFill>
                  <a:solidFill>
                    <a:srgbClr val="ffffff"/>
                  </a:solidFill>
                </a:uFill>
                <a:latin typeface="Calibri"/>
              </a:rPr>
              <a:t>Troisième niveau</a:t>
            </a:r>
            <a:endParaRPr b="0" lang="fr-FR" sz="2000" spc="-1" strike="noStrike">
              <a:solidFill>
                <a:srgbClr val="000000"/>
              </a:solidFill>
              <a:uFill>
                <a:solidFill>
                  <a:srgbClr val="ffffff"/>
                </a:solidFill>
              </a:uFill>
              <a:latin typeface="Calibri"/>
            </a:endParaRPr>
          </a:p>
          <a:p>
            <a:pPr lvl="9" marL="4320000" indent="-216000">
              <a:lnSpc>
                <a:spcPct val="90000"/>
              </a:lnSpc>
              <a:spcBef>
                <a:spcPts val="499"/>
              </a:spcBef>
              <a:spcAft>
                <a:spcPts val="1417"/>
              </a:spcAft>
              <a:buClr>
                <a:srgbClr val="000000"/>
              </a:buClr>
              <a:buSzPct val="45000"/>
              <a:buFont typeface="Wingdings" charset="2"/>
              <a:buChar char=""/>
            </a:pPr>
            <a:r>
              <a:rPr b="0" lang="fr-FR" sz="1800" spc="-1" strike="noStrike">
                <a:solidFill>
                  <a:srgbClr val="000000"/>
                </a:solidFill>
                <a:uFill>
                  <a:solidFill>
                    <a:srgbClr val="ffffff"/>
                  </a:solidFill>
                </a:uFill>
                <a:latin typeface="Calibri"/>
              </a:rPr>
              <a:t>Quatrième niveau</a:t>
            </a:r>
            <a:endParaRPr b="0" lang="fr-FR" sz="1800" spc="-1" strike="noStrike">
              <a:solidFill>
                <a:srgbClr val="000000"/>
              </a:solidFill>
              <a:uFill>
                <a:solidFill>
                  <a:srgbClr val="ffffff"/>
                </a:solidFill>
              </a:uFill>
              <a:latin typeface="Calibri"/>
            </a:endParaRPr>
          </a:p>
          <a:p>
            <a:pPr lvl="9" marL="4320000" indent="-216000">
              <a:lnSpc>
                <a:spcPct val="90000"/>
              </a:lnSpc>
              <a:spcBef>
                <a:spcPts val="499"/>
              </a:spcBef>
              <a:spcAft>
                <a:spcPts val="1417"/>
              </a:spcAft>
              <a:buClr>
                <a:srgbClr val="000000"/>
              </a:buClr>
              <a:buSzPct val="45000"/>
              <a:buFont typeface="Wingdings" charset="2"/>
              <a:buChar char=""/>
            </a:pPr>
            <a:r>
              <a:rPr b="0" lang="fr-FR" sz="1800" spc="-1" strike="noStrike">
                <a:solidFill>
                  <a:srgbClr val="000000"/>
                </a:solidFill>
                <a:uFill>
                  <a:solidFill>
                    <a:srgbClr val="ffffff"/>
                  </a:solidFill>
                </a:uFill>
                <a:latin typeface="Calibri"/>
              </a:rPr>
              <a:t>Cinquième niveau</a:t>
            </a:r>
            <a:endParaRPr b="0" lang="fr-FR" sz="1800" spc="-1" strike="noStrike">
              <a:solidFill>
                <a:srgbClr val="000000"/>
              </a:solidFill>
              <a:uFill>
                <a:solidFill>
                  <a:srgbClr val="ffffff"/>
                </a:solidFill>
              </a:uFill>
              <a:latin typeface="Calibri"/>
            </a:endParaRPr>
          </a:p>
        </p:txBody>
      </p:sp>
      <p:sp>
        <p:nvSpPr>
          <p:cNvPr id="202" name="PlaceHolder 3"/>
          <p:cNvSpPr>
            <a:spLocks noGrp="1"/>
          </p:cNvSpPr>
          <p:nvPr>
            <p:ph type="dt"/>
          </p:nvPr>
        </p:nvSpPr>
        <p:spPr>
          <a:xfrm>
            <a:off x="628560" y="6356520"/>
            <a:ext cx="2057040" cy="364680"/>
          </a:xfrm>
          <a:prstGeom prst="rect">
            <a:avLst/>
          </a:prstGeom>
        </p:spPr>
        <p:txBody>
          <a:bodyPr lIns="90000" rIns="90000" tIns="45000" bIns="45000"/>
          <a:p>
            <a:fld id="{641744F8-5294-4D3E-9845-FD2E630049FC}" type="datetime">
              <a:rPr b="0" lang="fr-FR" sz="1800" spc="-1" strike="noStrike">
                <a:solidFill>
                  <a:srgbClr val="000000"/>
                </a:solidFill>
                <a:uFill>
                  <a:solidFill>
                    <a:srgbClr val="ffffff"/>
                  </a:solidFill>
                </a:uFill>
                <a:latin typeface="Calibri"/>
              </a:rPr>
              <a:t>27/09/2018</a:t>
            </a:fld>
            <a:endParaRPr b="0" lang="fr-FR" sz="1800" spc="-1" strike="noStrike">
              <a:solidFill>
                <a:srgbClr val="000000"/>
              </a:solidFill>
              <a:uFill>
                <a:solidFill>
                  <a:srgbClr val="ffffff"/>
                </a:solidFill>
              </a:uFill>
              <a:latin typeface="Times New Roman"/>
            </a:endParaRPr>
          </a:p>
        </p:txBody>
      </p:sp>
      <p:sp>
        <p:nvSpPr>
          <p:cNvPr id="203" name="PlaceHolder 4"/>
          <p:cNvSpPr>
            <a:spLocks noGrp="1"/>
          </p:cNvSpPr>
          <p:nvPr>
            <p:ph type="ftr"/>
          </p:nvPr>
        </p:nvSpPr>
        <p:spPr>
          <a:xfrm>
            <a:off x="3029040" y="6356520"/>
            <a:ext cx="3085920" cy="364680"/>
          </a:xfrm>
          <a:prstGeom prst="rect">
            <a:avLst/>
          </a:prstGeom>
        </p:spPr>
        <p:txBody>
          <a:bodyPr lIns="90000" rIns="90000" tIns="45000" bIns="45000"/>
          <a:p>
            <a:endParaRPr b="0" lang="fr-FR" sz="2400" spc="-1" strike="noStrike">
              <a:solidFill>
                <a:srgbClr val="000000"/>
              </a:solidFill>
              <a:uFill>
                <a:solidFill>
                  <a:srgbClr val="ffffff"/>
                </a:solidFill>
              </a:uFill>
              <a:latin typeface="Times New Roman"/>
            </a:endParaRPr>
          </a:p>
        </p:txBody>
      </p:sp>
      <p:sp>
        <p:nvSpPr>
          <p:cNvPr id="204" name="PlaceHolder 5"/>
          <p:cNvSpPr>
            <a:spLocks noGrp="1"/>
          </p:cNvSpPr>
          <p:nvPr>
            <p:ph type="sldNum"/>
          </p:nvPr>
        </p:nvSpPr>
        <p:spPr>
          <a:xfrm>
            <a:off x="6458040" y="6356520"/>
            <a:ext cx="2057040" cy="364680"/>
          </a:xfrm>
          <a:prstGeom prst="rect">
            <a:avLst/>
          </a:prstGeom>
        </p:spPr>
        <p:txBody>
          <a:bodyPr lIns="90000" rIns="90000" tIns="45000" bIns="45000"/>
          <a:p>
            <a:fld id="{78CB4970-95FF-4C6D-8F16-8C68F0FA6601}" type="slidenum">
              <a:rPr b="0" lang="fr-FR" sz="1800" spc="-1" strike="noStrike">
                <a:solidFill>
                  <a:srgbClr val="000000"/>
                </a:solidFill>
                <a:uFill>
                  <a:solidFill>
                    <a:srgbClr val="ffffff"/>
                  </a:solidFill>
                </a:uFill>
                <a:latin typeface="Calibri"/>
              </a:rPr>
              <a:t>&lt;numéro&gt;</a:t>
            </a:fld>
            <a:endParaRPr b="0" lang="fr-FR" sz="1800" spc="-1" strike="noStrike">
              <a:solidFill>
                <a:srgbClr val="000000"/>
              </a:solidFill>
              <a:uFill>
                <a:solidFill>
                  <a:srgbClr val="ffffff"/>
                </a:solidFill>
              </a:uFill>
              <a:latin typeface="Times New Roman"/>
            </a:endParaRPr>
          </a:p>
        </p:txBody>
      </p:sp>
    </p:spTree>
  </p:cSld>
  <p:clrMap bg1="lt1" bg2="lt2" tx1="dk1" tx2="dk2" accent1="accent1" accent2="accent2" accent3="accent3" accent4="accent4" accent5="accent5" accent6="accent6" hlink="hlink" folHlink="folHlink"/>
  <p:sldLayoutIdLst>
    <p:sldLayoutId id="2147483714" r:id="rId2"/>
    <p:sldLayoutId id="2147483715" r:id="rId3"/>
    <p:sldLayoutId id="2147483716" r:id="rId4"/>
    <p:sldLayoutId id="2147483717" r:id="rId5"/>
    <p:sldLayoutId id="2147483718" r:id="rId6"/>
    <p:sldLayoutId id="2147483719" r:id="rId7"/>
    <p:sldLayoutId id="2147483720" r:id="rId8"/>
    <p:sldLayoutId id="2147483721" r:id="rId9"/>
    <p:sldLayoutId id="2147483722" r:id="rId10"/>
    <p:sldLayoutId id="2147483723" r:id="rId11"/>
    <p:sldLayoutId id="2147483724" r:id="rId12"/>
    <p:sldLayoutId id="2147483725" r:id="rId13"/>
  </p:sldLayoutIdLst>
</p:sldMaster>
</file>

<file path=ppt/slides/_rels/slide1.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image" Target="../media/image2.jpeg"/><Relationship Id="rId3" Type="http://schemas.openxmlformats.org/officeDocument/2006/relationships/image" Target="../media/image3.wmf"/><Relationship Id="rId4" Type="http://schemas.openxmlformats.org/officeDocument/2006/relationships/image" Target="../media/image4.png"/><Relationship Id="rId5"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image" Target="../media/image5.jpeg"/><Relationship Id="rId2" Type="http://schemas.openxmlformats.org/officeDocument/2006/relationships/slideLayout" Target="../slideLayouts/slideLayout1.xml"/><Relationship Id="rId3"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image" Target="../media/image6.jpeg"/><Relationship Id="rId2" Type="http://schemas.openxmlformats.org/officeDocument/2006/relationships/image" Target="../media/image7.jpeg"/><Relationship Id="rId3" Type="http://schemas.openxmlformats.org/officeDocument/2006/relationships/slideLayout" Target="../slideLayouts/slideLayout1.xml"/><Relationship Id="rId4"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12.png"/><Relationship Id="rId6" Type="http://schemas.openxmlformats.org/officeDocument/2006/relationships/image" Target="../media/image13.png"/><Relationship Id="rId7" Type="http://schemas.openxmlformats.org/officeDocument/2006/relationships/image" Target="../media/image14.png"/><Relationship Id="rId8" Type="http://schemas.openxmlformats.org/officeDocument/2006/relationships/image" Target="../media/image15.gif"/><Relationship Id="rId9" Type="http://schemas.openxmlformats.org/officeDocument/2006/relationships/slideLayout" Target="../slideLayouts/slideLayout15.xml"/><Relationship Id="rId10"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image" Target="../media/image16.png"/><Relationship Id="rId2" Type="http://schemas.openxmlformats.org/officeDocument/2006/relationships/image" Target="../media/image17.png"/><Relationship Id="rId3" Type="http://schemas.openxmlformats.org/officeDocument/2006/relationships/slideLayout" Target="../slideLayouts/slideLayout1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comments" Target="../comments/comment6.xml"/>
</Relationships>
</file>

<file path=ppt/slides/_rels/slide7.xml.rels><?xml version="1.0" encoding="UTF-8"?>
<Relationships xmlns="http://schemas.openxmlformats.org/package/2006/relationships"><Relationship Id="rId1" Type="http://schemas.openxmlformats.org/officeDocument/2006/relationships/image" Target="../media/image18.png"/><Relationship Id="rId2" Type="http://schemas.openxmlformats.org/officeDocument/2006/relationships/slideLayout" Target="../slideLayouts/slideLayout1.xml"/>
</Relationships>
</file>

<file path=ppt/slides/_rels/slide8.xml.rels><?xml version="1.0" encoding="UTF-8"?>
<Relationships xmlns="http://schemas.openxmlformats.org/package/2006/relationships"><Relationship Id="rId1" Type="http://schemas.openxmlformats.org/officeDocument/2006/relationships/image" Target="../media/image19.png"/><Relationship Id="rId2" Type="http://schemas.openxmlformats.org/officeDocument/2006/relationships/image" Target="../media/image20.jpeg"/><Relationship Id="rId3" Type="http://schemas.openxmlformats.org/officeDocument/2006/relationships/image" Target="../media/image21.png"/><Relationship Id="rId4" Type="http://schemas.openxmlformats.org/officeDocument/2006/relationships/slideLayout" Target="../slideLayouts/slideLayout15.xml"/>
</Relationships>
</file>

<file path=ppt/slides/_rels/slide9.xml.rels><?xml version="1.0" encoding="UTF-8"?>
<Relationships xmlns="http://schemas.openxmlformats.org/package/2006/relationships"><Relationship Id="rId1" Type="http://schemas.openxmlformats.org/officeDocument/2006/relationships/image" Target="../media/image22.png"/><Relationship Id="rId2" Type="http://schemas.openxmlformats.org/officeDocument/2006/relationships/image" Target="../media/image23.png"/><Relationship Id="rId3" Type="http://schemas.openxmlformats.org/officeDocument/2006/relationships/image" Target="../media/image24.png"/><Relationship Id="rId4" Type="http://schemas.openxmlformats.org/officeDocument/2006/relationships/image" Target="../media/image25.png"/><Relationship Id="rId5" Type="http://schemas.openxmlformats.org/officeDocument/2006/relationships/image" Target="../media/image26.png"/><Relationship Id="rId6" Type="http://schemas.openxmlformats.org/officeDocument/2006/relationships/slideLayout" Target="../slideLayouts/slideLayout15.xml"/><Relationship Id="rId7"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image" Target="../media/image27.jpeg"/><Relationship Id="rId2" Type="http://schemas.openxmlformats.org/officeDocument/2006/relationships/image" Target="../media/image28.jpeg"/><Relationship Id="rId3" Type="http://schemas.openxmlformats.org/officeDocument/2006/relationships/image" Target="../media/image29.png"/><Relationship Id="rId4" Type="http://schemas.openxmlformats.org/officeDocument/2006/relationships/image" Target="../media/image30.png"/><Relationship Id="rId5" Type="http://schemas.openxmlformats.org/officeDocument/2006/relationships/slideLayout" Target="../slideLayouts/slideLayout15.xml"/><Relationship Id="rId6"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5.xml"/><Relationship Id="rId3" Type="http://schemas.openxmlformats.org/officeDocument/2006/relationships/comments" Target="../comments/comment11.xml"/>
</Relationships>
</file>

<file path=ppt/slides/_rels/slide12.xml.rels><?xml version="1.0" encoding="UTF-8"?>
<Relationships xmlns="http://schemas.openxmlformats.org/package/2006/relationships"><Relationship Id="rId1" Type="http://schemas.openxmlformats.org/officeDocument/2006/relationships/image" Target="../media/image32.png"/><Relationship Id="rId2" Type="http://schemas.openxmlformats.org/officeDocument/2006/relationships/image" Target="../media/image33.png"/><Relationship Id="rId3" Type="http://schemas.openxmlformats.org/officeDocument/2006/relationships/slideLayout" Target="../slideLayouts/slideLayout1.xml"/>
</Relationships>
</file>

<file path=ppt/slides/_rels/slide13.xml.rels><?xml version="1.0" encoding="UTF-8"?>
<Relationships xmlns="http://schemas.openxmlformats.org/package/2006/relationships"><Relationship Id="rId1" Type="http://schemas.openxmlformats.org/officeDocument/2006/relationships/image" Target="../media/image34.png"/><Relationship Id="rId2" Type="http://schemas.openxmlformats.org/officeDocument/2006/relationships/image" Target="../media/image35.wmf"/><Relationship Id="rId3" Type="http://schemas.openxmlformats.org/officeDocument/2006/relationships/slideLayout" Target="../slideLayouts/slideLayout25.xml"/>
</Relationships>
</file>

<file path=ppt/slides/_rels/slide14.xml.rels><?xml version="1.0" encoding="UTF-8"?>
<Relationships xmlns="http://schemas.openxmlformats.org/package/2006/relationships"><Relationship Id="rId1" Type="http://schemas.openxmlformats.org/officeDocument/2006/relationships/image" Target="../media/image36.png"/><Relationship Id="rId2" Type="http://schemas.openxmlformats.org/officeDocument/2006/relationships/image" Target="../media/image37.png"/><Relationship Id="rId3" Type="http://schemas.openxmlformats.org/officeDocument/2006/relationships/image" Target="../media/image38.png"/><Relationship Id="rId4" Type="http://schemas.openxmlformats.org/officeDocument/2006/relationships/image" Target="../media/image39.png"/><Relationship Id="rId5" Type="http://schemas.openxmlformats.org/officeDocument/2006/relationships/slideLayout" Target="../slideLayouts/slideLayout1.xml"/>
</Relationships>
</file>

<file path=ppt/slides/_rels/slide15.xml.rels><?xml version="1.0" encoding="UTF-8"?>
<Relationships xmlns="http://schemas.openxmlformats.org/package/2006/relationships"><Relationship Id="rId1" Type="http://schemas.openxmlformats.org/officeDocument/2006/relationships/image" Target="../media/image40.png"/><Relationship Id="rId2" Type="http://schemas.openxmlformats.org/officeDocument/2006/relationships/image" Target="../media/image41.png"/><Relationship Id="rId3" Type="http://schemas.openxmlformats.org/officeDocument/2006/relationships/image" Target="../media/image42.png"/><Relationship Id="rId4" Type="http://schemas.openxmlformats.org/officeDocument/2006/relationships/slideLayout" Target="../slideLayouts/slideLayout1.xml"/>
</Relationships>
</file>

<file path=ppt/slides/_rels/slide16.xml.rels><?xml version="1.0" encoding="UTF-8"?>
<Relationships xmlns="http://schemas.openxmlformats.org/package/2006/relationships"><Relationship Id="rId1" Type="http://schemas.openxmlformats.org/officeDocument/2006/relationships/image" Target="../media/image43.png"/><Relationship Id="rId2" Type="http://schemas.openxmlformats.org/officeDocument/2006/relationships/image" Target="../media/image44.png"/><Relationship Id="rId3" Type="http://schemas.openxmlformats.org/officeDocument/2006/relationships/image" Target="../media/image45.png"/><Relationship Id="rId4" Type="http://schemas.openxmlformats.org/officeDocument/2006/relationships/image" Target="../media/image46.wmf"/><Relationship Id="rId5" Type="http://schemas.openxmlformats.org/officeDocument/2006/relationships/slideLayout" Target="../slideLayouts/slideLayout1.xml"/>
</Relationships>
</file>

<file path=ppt/slides/_rels/slide17.xml.rels><?xml version="1.0" encoding="UTF-8"?>
<Relationships xmlns="http://schemas.openxmlformats.org/package/2006/relationships"><Relationship Id="rId1" Type="http://schemas.openxmlformats.org/officeDocument/2006/relationships/image" Target="../media/image47.png"/><Relationship Id="rId2" Type="http://schemas.openxmlformats.org/officeDocument/2006/relationships/image" Target="../media/image48.png"/><Relationship Id="rId3" Type="http://schemas.openxmlformats.org/officeDocument/2006/relationships/slideLayout" Target="../slideLayouts/slideLayout37.xml"/>
</Relationships>
</file>

<file path=ppt/slides/_rels/slide18.xml.rels><?xml version="1.0" encoding="UTF-8"?>
<Relationships xmlns="http://schemas.openxmlformats.org/package/2006/relationships"><Relationship Id="rId1" Type="http://schemas.openxmlformats.org/officeDocument/2006/relationships/image" Target="../media/image49.png"/><Relationship Id="rId2" Type="http://schemas.openxmlformats.org/officeDocument/2006/relationships/image" Target="../media/image50.png"/><Relationship Id="rId3" Type="http://schemas.openxmlformats.org/officeDocument/2006/relationships/image" Target="../media/image51.png"/><Relationship Id="rId4" Type="http://schemas.openxmlformats.org/officeDocument/2006/relationships/image" Target="../media/image52.png"/><Relationship Id="rId5" Type="http://schemas.openxmlformats.org/officeDocument/2006/relationships/slideLayout" Target="../slideLayouts/slideLayout37.xml"/>
</Relationships>
</file>

<file path=ppt/slides/_rels/slide19.xml.rels><?xml version="1.0" encoding="UTF-8"?>
<Relationships xmlns="http://schemas.openxmlformats.org/package/2006/relationships"><Relationship Id="rId1" Type="http://schemas.openxmlformats.org/officeDocument/2006/relationships/image" Target="../media/image53.png"/><Relationship Id="rId2" Type="http://schemas.openxmlformats.org/officeDocument/2006/relationships/image" Target="../media/image54.png"/><Relationship Id="rId3" Type="http://schemas.openxmlformats.org/officeDocument/2006/relationships/image" Target="../media/image55.png"/><Relationship Id="rId4" Type="http://schemas.openxmlformats.org/officeDocument/2006/relationships/image" Target="../media/image56.png"/><Relationship Id="rId5" Type="http://schemas.openxmlformats.org/officeDocument/2006/relationships/slideLayout" Target="../slideLayouts/slideLayout37.xml"/>
</Relationships>
</file>

<file path=ppt/slides/_rels/slide20.xml.rels><?xml version="1.0" encoding="UTF-8"?>
<Relationships xmlns="http://schemas.openxmlformats.org/package/2006/relationships"><Relationship Id="rId1" Type="http://schemas.openxmlformats.org/officeDocument/2006/relationships/image" Target="../media/image57.jpeg"/><Relationship Id="rId2" Type="http://schemas.openxmlformats.org/officeDocument/2006/relationships/image" Target="../media/image58.jpeg"/><Relationship Id="rId3" Type="http://schemas.openxmlformats.org/officeDocument/2006/relationships/image" Target="../media/image59.png"/><Relationship Id="rId4" Type="http://schemas.openxmlformats.org/officeDocument/2006/relationships/image" Target="../media/image60.wmf"/><Relationship Id="rId5" Type="http://schemas.openxmlformats.org/officeDocument/2006/relationships/image" Target="../media/image61.jpeg"/><Relationship Id="rId6" Type="http://schemas.openxmlformats.org/officeDocument/2006/relationships/image" Target="../media/image62.png"/><Relationship Id="rId7" Type="http://schemas.openxmlformats.org/officeDocument/2006/relationships/slideLayout" Target="../slideLayouts/slideLayout37.xml"/>
</Relationships>
</file>

<file path=ppt/slides/_rels/slide21.xml.rels><?xml version="1.0" encoding="UTF-8"?>
<Relationships xmlns="http://schemas.openxmlformats.org/package/2006/relationships"><Relationship Id="rId1" Type="http://schemas.openxmlformats.org/officeDocument/2006/relationships/image" Target="../media/image63.png"/><Relationship Id="rId2" Type="http://schemas.openxmlformats.org/officeDocument/2006/relationships/image" Target="../media/image64.png"/><Relationship Id="rId3" Type="http://schemas.openxmlformats.org/officeDocument/2006/relationships/slideLayout" Target="../slideLayouts/slideLayout37.xml"/>
</Relationships>
</file>

<file path=ppt/slides/_rels/slide22.xml.rels><?xml version="1.0" encoding="UTF-8"?>
<Relationships xmlns="http://schemas.openxmlformats.org/package/2006/relationships"><Relationship Id="rId1" Type="http://schemas.openxmlformats.org/officeDocument/2006/relationships/image" Target="../media/image65.png"/><Relationship Id="rId2" Type="http://schemas.openxmlformats.org/officeDocument/2006/relationships/image" Target="../media/image66.png"/><Relationship Id="rId3" Type="http://schemas.openxmlformats.org/officeDocument/2006/relationships/image" Target="../media/image67.png"/><Relationship Id="rId4" Type="http://schemas.openxmlformats.org/officeDocument/2006/relationships/image" Target="../media/image68.png"/><Relationship Id="rId5" Type="http://schemas.openxmlformats.org/officeDocument/2006/relationships/slideLayout" Target="../slideLayouts/slideLayout37.xml"/>
</Relationships>
</file>

<file path=ppt/slides/_rels/slide23.xml.rels><?xml version="1.0" encoding="UTF-8"?>
<Relationships xmlns="http://schemas.openxmlformats.org/package/2006/relationships"><Relationship Id="rId1" Type="http://schemas.openxmlformats.org/officeDocument/2006/relationships/image" Target="../media/image69.png"/><Relationship Id="rId2" Type="http://schemas.openxmlformats.org/officeDocument/2006/relationships/image" Target="../media/image70.png"/><Relationship Id="rId3" Type="http://schemas.openxmlformats.org/officeDocument/2006/relationships/image" Target="../media/image71.png"/><Relationship Id="rId4" Type="http://schemas.openxmlformats.org/officeDocument/2006/relationships/slideLayout" Target="../slideLayouts/slideLayout37.xml"/>
</Relationships>
</file>

<file path=ppt/slides/_rels/slide24.xml.rels><?xml version="1.0" encoding="UTF-8"?>
<Relationships xmlns="http://schemas.openxmlformats.org/package/2006/relationships"><Relationship Id="rId1" Type="http://schemas.openxmlformats.org/officeDocument/2006/relationships/image" Target="../media/image72.png"/><Relationship Id="rId2" Type="http://schemas.openxmlformats.org/officeDocument/2006/relationships/image" Target="../media/image73.png"/><Relationship Id="rId3" Type="http://schemas.openxmlformats.org/officeDocument/2006/relationships/image" Target="../media/image74.png"/><Relationship Id="rId4" Type="http://schemas.openxmlformats.org/officeDocument/2006/relationships/slideLayout" Target="../slideLayouts/slideLayout1.xml"/>
</Relationships>
</file>

<file path=ppt/slides/_rels/slide25.xml.rels><?xml version="1.0" encoding="UTF-8"?>
<Relationships xmlns="http://schemas.openxmlformats.org/package/2006/relationships"><Relationship Id="rId1" Type="http://schemas.openxmlformats.org/officeDocument/2006/relationships/image" Target="../media/image75.png"/><Relationship Id="rId2" Type="http://schemas.openxmlformats.org/officeDocument/2006/relationships/hyperlink" Target="http://www.reprendre-bretagne.fr/" TargetMode="External"/><Relationship Id="rId3" Type="http://schemas.openxmlformats.org/officeDocument/2006/relationships/hyperlink" Target="http://www.bretagne-ouest.cci.bzh/" TargetMode="External"/><Relationship Id="rId4" Type="http://schemas.openxmlformats.org/officeDocument/2006/relationships/image" Target="../media/image76.jpeg"/><Relationship Id="rId5" Type="http://schemas.openxmlformats.org/officeDocument/2006/relationships/image" Target="../media/image77.png"/><Relationship Id="rId6" Type="http://schemas.openxmlformats.org/officeDocument/2006/relationships/image" Target="../media/image78.jpeg"/><Relationship Id="rId7" Type="http://schemas.openxmlformats.org/officeDocument/2006/relationships/image" Target="../media/image79.gif"/><Relationship Id="rId8" Type="http://schemas.openxmlformats.org/officeDocument/2006/relationships/image" Target="../media/image80.jpeg"/><Relationship Id="rId9" Type="http://schemas.openxmlformats.org/officeDocument/2006/relationships/image" Target="../media/image81.jpeg"/><Relationship Id="rId10" Type="http://schemas.openxmlformats.org/officeDocument/2006/relationships/hyperlink" Target="http://business-builder.cci.fr/" TargetMode="External"/><Relationship Id="rId11" Type="http://schemas.openxmlformats.org/officeDocument/2006/relationships/image" Target="../media/image82.jpeg"/><Relationship Id="rId12" Type="http://schemas.openxmlformats.org/officeDocument/2006/relationships/image" Target="../media/image83.jpeg"/><Relationship Id="rId13" Type="http://schemas.openxmlformats.org/officeDocument/2006/relationships/image" Target="../media/image84.jpeg"/><Relationship Id="rId14" Type="http://schemas.openxmlformats.org/officeDocument/2006/relationships/image" Target="../media/image85.jpeg"/><Relationship Id="rId15" Type="http://schemas.openxmlformats.org/officeDocument/2006/relationships/image" Target="../media/image86.jpeg"/><Relationship Id="rId16" Type="http://schemas.openxmlformats.org/officeDocument/2006/relationships/image" Target="../media/image87.jpeg"/><Relationship Id="rId17" Type="http://schemas.openxmlformats.org/officeDocument/2006/relationships/image" Target="../media/image88.png"/><Relationship Id="rId18" Type="http://schemas.openxmlformats.org/officeDocument/2006/relationships/image" Target="../media/image89.jpeg"/><Relationship Id="rId19" Type="http://schemas.openxmlformats.org/officeDocument/2006/relationships/image" Target="../media/image90.png"/><Relationship Id="rId20" Type="http://schemas.openxmlformats.org/officeDocument/2006/relationships/slideLayout" Target="../slideLayouts/slideLayout37.xml"/><Relationship Id="rId21" Type="http://schemas.openxmlformats.org/officeDocument/2006/relationships/notesSlide" Target="../notesSlides/notesSlide25.xml"/>
</Relationships>
</file>

<file path=ppt/slides/_rels/slide26.xml.rels><?xml version="1.0" encoding="UTF-8"?>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jpeg"/><Relationship Id="rId3" Type="http://schemas.openxmlformats.org/officeDocument/2006/relationships/image" Target="../media/image93.jpeg"/><Relationship Id="rId4" Type="http://schemas.openxmlformats.org/officeDocument/2006/relationships/image" Target="../media/image94.jpeg"/><Relationship Id="rId5" Type="http://schemas.openxmlformats.org/officeDocument/2006/relationships/image" Target="../media/image95.jpeg"/><Relationship Id="rId6" Type="http://schemas.openxmlformats.org/officeDocument/2006/relationships/image" Target="../media/image96.jpeg"/><Relationship Id="rId7" Type="http://schemas.openxmlformats.org/officeDocument/2006/relationships/image" Target="../media/image97.jpeg"/><Relationship Id="rId8" Type="http://schemas.openxmlformats.org/officeDocument/2006/relationships/image" Target="../media/image98.png"/><Relationship Id="rId9" Type="http://schemas.openxmlformats.org/officeDocument/2006/relationships/image" Target="../media/image99.gif"/><Relationship Id="rId10" Type="http://schemas.openxmlformats.org/officeDocument/2006/relationships/slideLayout" Target="../slideLayouts/slideLayout37.xml"/><Relationship Id="rId11" Type="http://schemas.openxmlformats.org/officeDocument/2006/relationships/notesSlide" Target="../notesSlides/notesSlide26.xml"/>
</Relationships>
</file>

<file path=ppt/slides/_rels/slide27.xml.rels><?xml version="1.0" encoding="UTF-8"?>
<Relationships xmlns="http://schemas.openxmlformats.org/package/2006/relationships"><Relationship Id="rId1" Type="http://schemas.openxmlformats.org/officeDocument/2006/relationships/image" Target="../media/image100.png"/><Relationship Id="rId2" Type="http://schemas.openxmlformats.org/officeDocument/2006/relationships/image" Target="../media/image101.png"/><Relationship Id="rId3" Type="http://schemas.openxmlformats.org/officeDocument/2006/relationships/image" Target="../media/image102.wmf"/><Relationship Id="rId4" Type="http://schemas.openxmlformats.org/officeDocument/2006/relationships/slideLayout" Target="../slideLayouts/slideLayout37.xml"/>
</Relationships>
</file>

<file path=ppt/slides/_rels/slide28.xml.rels><?xml version="1.0" encoding="UTF-8"?>
<Relationships xmlns="http://schemas.openxmlformats.org/package/2006/relationships"><Relationship Id="rId1" Type="http://schemas.openxmlformats.org/officeDocument/2006/relationships/image" Target="../media/image103.png"/><Relationship Id="rId2" Type="http://schemas.openxmlformats.org/officeDocument/2006/relationships/image" Target="../media/image104.png"/><Relationship Id="rId3" Type="http://schemas.openxmlformats.org/officeDocument/2006/relationships/slideLayout" Target="../slideLayouts/slideLayout61.xml"/>
</Relationships>
</file>

<file path=ppt/slides/_rels/slide29.xml.rels><?xml version="1.0" encoding="UTF-8"?>
<Relationships xmlns="http://schemas.openxmlformats.org/package/2006/relationships"><Relationship Id="rId1" Type="http://schemas.openxmlformats.org/officeDocument/2006/relationships/hyperlink" Target="http://www.bretagne-ouest.cci.bzh/" TargetMode="External"/><Relationship Id="rId2" Type="http://schemas.openxmlformats.org/officeDocument/2006/relationships/hyperlink" Target="mailto:entreprendre.morlaix@bretagne-ouest.cci.bzh" TargetMode="External"/><Relationship Id="rId3" Type="http://schemas.openxmlformats.org/officeDocument/2006/relationships/image" Target="../media/image105.jpeg"/><Relationship Id="rId4" Type="http://schemas.openxmlformats.org/officeDocument/2006/relationships/hyperlink" Target="http://www.cma29.bzh/" TargetMode="External"/><Relationship Id="rId5" Type="http://schemas.openxmlformats.org/officeDocument/2006/relationships/hyperlink" Target="mailto:sophie.ollivier@cma29.fr" TargetMode="External"/><Relationship Id="rId6" Type="http://schemas.openxmlformats.org/officeDocument/2006/relationships/image" Target="../media/image106.png"/><Relationship Id="rId7" Type="http://schemas.openxmlformats.org/officeDocument/2006/relationships/image" Target="../media/image107.jpeg"/><Relationship Id="rId8" Type="http://schemas.openxmlformats.org/officeDocument/2006/relationships/image" Target="../media/image108.wmf"/><Relationship Id="rId9" Type="http://schemas.openxmlformats.org/officeDocument/2006/relationships/hyperlink" Target="mailto:emergence@TAg29.bzh" TargetMode="External"/><Relationship Id="rId10" Type="http://schemas.openxmlformats.org/officeDocument/2006/relationships/image" Target="../media/image109.png"/><Relationship Id="rId11" Type="http://schemas.openxmlformats.org/officeDocument/2006/relationships/slideLayout" Target="../slideLayouts/slideLayout37.xml"/>
</Relationships>
</file>

<file path=ppt/slides/_rels/slide30.xml.rels><?xml version="1.0" encoding="UTF-8"?>
<Relationships xmlns="http://schemas.openxmlformats.org/package/2006/relationships"><Relationship Id="rId1" Type="http://schemas.openxmlformats.org/officeDocument/2006/relationships/image" Target="../media/image110.png"/><Relationship Id="rId2" Type="http://schemas.openxmlformats.org/officeDocument/2006/relationships/image" Target="../media/image111.jpeg"/><Relationship Id="rId3" Type="http://schemas.openxmlformats.org/officeDocument/2006/relationships/image" Target="../media/image112.jpeg"/><Relationship Id="rId4" Type="http://schemas.openxmlformats.org/officeDocument/2006/relationships/slideLayout" Target="../slideLayouts/slideLayout50.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6" name="TextShape 1"/>
          <p:cNvSpPr txBox="1"/>
          <p:nvPr/>
        </p:nvSpPr>
        <p:spPr>
          <a:xfrm>
            <a:off x="54720" y="1625040"/>
            <a:ext cx="9144720" cy="5200920"/>
          </a:xfrm>
          <a:prstGeom prst="rect">
            <a:avLst/>
          </a:prstGeom>
          <a:noFill/>
          <a:ln>
            <a:noFill/>
          </a:ln>
        </p:spPr>
        <p:txBody>
          <a:bodyPr>
            <a:normAutofit/>
          </a:bodyPr>
          <a:p>
            <a:pPr>
              <a:lnSpc>
                <a:spcPct val="100000"/>
              </a:lnSpc>
              <a:spcBef>
                <a:spcPts val="720"/>
              </a:spcBef>
            </a:pPr>
            <a:br/>
            <a:r>
              <a:rPr b="1" lang="fr-FR" sz="3600" spc="-1" strike="noStrike" u="sng">
                <a:solidFill>
                  <a:srgbClr val="1f497d"/>
                </a:solidFill>
                <a:uFill>
                  <a:solidFill>
                    <a:srgbClr val="ffffff"/>
                  </a:solidFill>
                </a:uFill>
                <a:latin typeface="Arial"/>
              </a:rPr>
              <a:t>Mini conférence, </a:t>
            </a:r>
            <a:endParaRPr b="0" lang="fr-FR" sz="3600" spc="-1" strike="noStrike">
              <a:solidFill>
                <a:srgbClr val="000000"/>
              </a:solidFill>
              <a:uFill>
                <a:solidFill>
                  <a:srgbClr val="ffffff"/>
                </a:solidFill>
              </a:uFill>
              <a:latin typeface="Calibri"/>
            </a:endParaRPr>
          </a:p>
          <a:p>
            <a:pPr>
              <a:lnSpc>
                <a:spcPct val="100000"/>
              </a:lnSpc>
              <a:spcBef>
                <a:spcPts val="720"/>
              </a:spcBef>
            </a:pPr>
            <a:endParaRPr b="0" lang="fr-FR" sz="3600" spc="-1" strike="noStrike">
              <a:solidFill>
                <a:srgbClr val="000000"/>
              </a:solidFill>
              <a:uFill>
                <a:solidFill>
                  <a:srgbClr val="ffffff"/>
                </a:solidFill>
              </a:uFill>
              <a:latin typeface="Calibri"/>
            </a:endParaRPr>
          </a:p>
          <a:p>
            <a:pPr>
              <a:lnSpc>
                <a:spcPct val="100000"/>
              </a:lnSpc>
              <a:spcBef>
                <a:spcPts val="799"/>
              </a:spcBef>
            </a:pPr>
            <a:r>
              <a:rPr b="1" lang="fr-FR" sz="4000" spc="-1" strike="noStrike">
                <a:solidFill>
                  <a:srgbClr val="ce0f69"/>
                </a:solidFill>
                <a:uFill>
                  <a:solidFill>
                    <a:srgbClr val="ffffff"/>
                  </a:solidFill>
                </a:uFill>
                <a:latin typeface="Arial"/>
              </a:rPr>
              <a:t>« JE CREE MON EMPLOI »</a:t>
            </a:r>
            <a:endParaRPr b="0" lang="fr-FR" sz="4000" spc="-1" strike="noStrike">
              <a:solidFill>
                <a:srgbClr val="000000"/>
              </a:solidFill>
              <a:uFill>
                <a:solidFill>
                  <a:srgbClr val="ffffff"/>
                </a:solidFill>
              </a:uFill>
              <a:latin typeface="Calibri"/>
            </a:endParaRPr>
          </a:p>
          <a:p>
            <a:pPr>
              <a:lnSpc>
                <a:spcPct val="100000"/>
              </a:lnSpc>
              <a:spcBef>
                <a:spcPts val="519"/>
              </a:spcBef>
            </a:pPr>
            <a:endParaRPr b="0" lang="fr-FR" sz="4000" spc="-1" strike="noStrike">
              <a:solidFill>
                <a:srgbClr val="000000"/>
              </a:solidFill>
              <a:uFill>
                <a:solidFill>
                  <a:srgbClr val="ffffff"/>
                </a:solidFill>
              </a:uFill>
              <a:latin typeface="Calibri"/>
            </a:endParaRPr>
          </a:p>
          <a:p>
            <a:pPr>
              <a:lnSpc>
                <a:spcPct val="100000"/>
              </a:lnSpc>
              <a:spcBef>
                <a:spcPts val="519"/>
              </a:spcBef>
            </a:pPr>
            <a:r>
              <a:rPr b="1" lang="fr-FR" sz="2600" spc="-1" strike="noStrike">
                <a:solidFill>
                  <a:srgbClr val="ce0f69"/>
                </a:solidFill>
                <a:uFill>
                  <a:solidFill>
                    <a:srgbClr val="ffffff"/>
                  </a:solidFill>
                </a:uFill>
                <a:latin typeface="Arial"/>
              </a:rPr>
              <a:t>Béatrice DECROUX, </a:t>
            </a:r>
            <a:r>
              <a:rPr b="0" lang="fr-FR" sz="2600" spc="-1" strike="noStrike">
                <a:solidFill>
                  <a:srgbClr val="ce0f69"/>
                </a:solidFill>
                <a:uFill>
                  <a:solidFill>
                    <a:srgbClr val="ffffff"/>
                  </a:solidFill>
                </a:uFill>
                <a:latin typeface="Arial"/>
              </a:rPr>
              <a:t>Responsable du Pôle Entrepreunariat et Formalités CCIMBO Morlaix</a:t>
            </a:r>
            <a:endParaRPr b="0" lang="fr-FR" sz="2600" spc="-1" strike="noStrike">
              <a:solidFill>
                <a:srgbClr val="000000"/>
              </a:solidFill>
              <a:uFill>
                <a:solidFill>
                  <a:srgbClr val="ffffff"/>
                </a:solidFill>
              </a:uFill>
              <a:latin typeface="Calibri"/>
            </a:endParaRPr>
          </a:p>
          <a:p>
            <a:pPr>
              <a:lnSpc>
                <a:spcPct val="100000"/>
              </a:lnSpc>
              <a:spcBef>
                <a:spcPts val="519"/>
              </a:spcBef>
            </a:pPr>
            <a:r>
              <a:rPr b="1" lang="fr-FR" sz="2600" spc="-1" strike="noStrike">
                <a:solidFill>
                  <a:srgbClr val="ce0f69"/>
                </a:solidFill>
                <a:uFill>
                  <a:solidFill>
                    <a:srgbClr val="ffffff"/>
                  </a:solidFill>
                </a:uFill>
                <a:latin typeface="Arial"/>
              </a:rPr>
              <a:t>Sophie OLLIVIER, </a:t>
            </a:r>
            <a:r>
              <a:rPr b="0" lang="fr-FR" sz="2600" spc="-1" strike="noStrike">
                <a:solidFill>
                  <a:srgbClr val="ce0f69"/>
                </a:solidFill>
                <a:uFill>
                  <a:solidFill>
                    <a:srgbClr val="ffffff"/>
                  </a:solidFill>
                </a:uFill>
                <a:latin typeface="Arial"/>
              </a:rPr>
              <a:t>Responsable de l’Antenne de Morlaix, CMA29</a:t>
            </a:r>
            <a:endParaRPr b="0" lang="fr-FR" sz="2600" spc="-1" strike="noStrike">
              <a:solidFill>
                <a:srgbClr val="000000"/>
              </a:solidFill>
              <a:uFill>
                <a:solidFill>
                  <a:srgbClr val="ffffff"/>
                </a:solidFill>
              </a:uFill>
              <a:latin typeface="Calibri"/>
            </a:endParaRPr>
          </a:p>
          <a:p>
            <a:pPr>
              <a:lnSpc>
                <a:spcPct val="100000"/>
              </a:lnSpc>
              <a:spcBef>
                <a:spcPts val="519"/>
              </a:spcBef>
            </a:pPr>
            <a:r>
              <a:rPr b="1" lang="fr-FR" sz="2600" spc="-1" strike="noStrike">
                <a:solidFill>
                  <a:srgbClr val="ce0f69"/>
                </a:solidFill>
                <a:uFill>
                  <a:solidFill>
                    <a:srgbClr val="ffffff"/>
                  </a:solidFill>
                </a:uFill>
                <a:latin typeface="Arial"/>
              </a:rPr>
              <a:t>Gwendal Evenou, </a:t>
            </a:r>
            <a:r>
              <a:rPr b="0" lang="fr-FR" sz="2600" spc="-1" strike="noStrike">
                <a:solidFill>
                  <a:srgbClr val="ce0f69"/>
                </a:solidFill>
                <a:uFill>
                  <a:solidFill>
                    <a:srgbClr val="ffffff"/>
                  </a:solidFill>
                </a:uFill>
                <a:latin typeface="Arial"/>
              </a:rPr>
              <a:t>Responsable émergence Tag29</a:t>
            </a:r>
            <a:endParaRPr b="0" lang="fr-FR" sz="2600" spc="-1" strike="noStrike">
              <a:solidFill>
                <a:srgbClr val="000000"/>
              </a:solidFill>
              <a:uFill>
                <a:solidFill>
                  <a:srgbClr val="ffffff"/>
                </a:solidFill>
              </a:uFill>
              <a:latin typeface="Calibri"/>
            </a:endParaRPr>
          </a:p>
          <a:p>
            <a:pPr>
              <a:lnSpc>
                <a:spcPct val="100000"/>
              </a:lnSpc>
              <a:spcBef>
                <a:spcPts val="400"/>
              </a:spcBef>
            </a:pPr>
            <a:r>
              <a:rPr b="1" lang="fr-FR" sz="2000" spc="-1" strike="noStrike">
                <a:solidFill>
                  <a:srgbClr val="1f497d"/>
                </a:solidFill>
                <a:uFill>
                  <a:solidFill>
                    <a:srgbClr val="ffffff"/>
                  </a:solidFill>
                </a:uFill>
                <a:latin typeface="Arial"/>
              </a:rPr>
              <a:t>	</a:t>
            </a:r>
            <a:r>
              <a:rPr b="1" lang="fr-FR" sz="2000" spc="-1" strike="noStrike">
                <a:solidFill>
                  <a:srgbClr val="1f497d"/>
                </a:solidFill>
                <a:uFill>
                  <a:solidFill>
                    <a:srgbClr val="ffffff"/>
                  </a:solidFill>
                </a:uFill>
                <a:latin typeface="Arial"/>
              </a:rPr>
              <a:t>	</a:t>
            </a:r>
            <a:r>
              <a:rPr b="1" lang="fr-FR" sz="2000" spc="-1" strike="noStrike">
                <a:solidFill>
                  <a:srgbClr val="1f497d"/>
                </a:solidFill>
                <a:uFill>
                  <a:solidFill>
                    <a:srgbClr val="ffffff"/>
                  </a:solidFill>
                </a:uFill>
                <a:latin typeface="Arial"/>
              </a:rPr>
              <a:t>	</a:t>
            </a:r>
            <a:r>
              <a:rPr b="1" lang="fr-FR" sz="2000" spc="-1" strike="noStrike">
                <a:solidFill>
                  <a:srgbClr val="1f497d"/>
                </a:solidFill>
                <a:uFill>
                  <a:solidFill>
                    <a:srgbClr val="ffffff"/>
                  </a:solidFill>
                </a:uFill>
                <a:latin typeface="Arial"/>
              </a:rPr>
              <a:t>	</a:t>
            </a:r>
            <a:r>
              <a:rPr b="1" lang="fr-FR" sz="2000" spc="-1" strike="noStrike">
                <a:solidFill>
                  <a:srgbClr val="1f497d"/>
                </a:solidFill>
                <a:uFill>
                  <a:solidFill>
                    <a:srgbClr val="ffffff"/>
                  </a:solidFill>
                </a:uFill>
                <a:latin typeface="Arial"/>
              </a:rPr>
              <a:t>	</a:t>
            </a:r>
            <a:r>
              <a:rPr b="1" lang="fr-FR" sz="2000" spc="-1" strike="noStrike">
                <a:solidFill>
                  <a:srgbClr val="1f497d"/>
                </a:solidFill>
                <a:uFill>
                  <a:solidFill>
                    <a:srgbClr val="ffffff"/>
                  </a:solidFill>
                </a:uFill>
                <a:latin typeface="Arial"/>
              </a:rPr>
              <a:t>	</a:t>
            </a:r>
            <a:endParaRPr b="0" lang="fr-FR" sz="2000" spc="-1" strike="noStrike">
              <a:solidFill>
                <a:srgbClr val="000000"/>
              </a:solidFill>
              <a:uFill>
                <a:solidFill>
                  <a:srgbClr val="ffffff"/>
                </a:solidFill>
              </a:uFill>
              <a:latin typeface="Calibri"/>
            </a:endParaRPr>
          </a:p>
          <a:p>
            <a:pPr>
              <a:lnSpc>
                <a:spcPct val="100000"/>
              </a:lnSpc>
              <a:spcBef>
                <a:spcPts val="400"/>
              </a:spcBef>
            </a:pPr>
            <a:endParaRPr b="0" lang="fr-FR" sz="2000" spc="-1" strike="noStrike">
              <a:solidFill>
                <a:srgbClr val="000000"/>
              </a:solidFill>
              <a:uFill>
                <a:solidFill>
                  <a:srgbClr val="ffffff"/>
                </a:solidFill>
              </a:uFill>
              <a:latin typeface="Calibri"/>
            </a:endParaRPr>
          </a:p>
          <a:p>
            <a:pPr>
              <a:lnSpc>
                <a:spcPct val="100000"/>
              </a:lnSpc>
              <a:spcBef>
                <a:spcPts val="400"/>
              </a:spcBef>
            </a:pPr>
            <a:r>
              <a:rPr b="1" lang="fr-FR" sz="2000" spc="-1" strike="noStrike">
                <a:solidFill>
                  <a:srgbClr val="1f497d"/>
                </a:solidFill>
                <a:uFill>
                  <a:solidFill>
                    <a:srgbClr val="ffffff"/>
                  </a:solidFill>
                </a:uFill>
                <a:latin typeface="Arial"/>
              </a:rPr>
              <a:t>Le 5 octobre 2018</a:t>
            </a:r>
            <a:endParaRPr b="0" lang="fr-FR" sz="2000" spc="-1" strike="noStrike">
              <a:solidFill>
                <a:srgbClr val="000000"/>
              </a:solidFill>
              <a:uFill>
                <a:solidFill>
                  <a:srgbClr val="ffffff"/>
                </a:solidFill>
              </a:uFill>
              <a:latin typeface="Calibri"/>
            </a:endParaRPr>
          </a:p>
          <a:p>
            <a:pPr>
              <a:lnSpc>
                <a:spcPct val="100000"/>
              </a:lnSpc>
              <a:spcBef>
                <a:spcPts val="519"/>
              </a:spcBef>
            </a:pPr>
            <a:endParaRPr b="0" lang="fr-FR" sz="2000" spc="-1" strike="noStrike">
              <a:solidFill>
                <a:srgbClr val="000000"/>
              </a:solidFill>
              <a:uFill>
                <a:solidFill>
                  <a:srgbClr val="ffffff"/>
                </a:solidFill>
              </a:uFill>
              <a:latin typeface="Calibri"/>
            </a:endParaRPr>
          </a:p>
          <a:p>
            <a:pPr>
              <a:lnSpc>
                <a:spcPct val="100000"/>
              </a:lnSpc>
              <a:spcBef>
                <a:spcPts val="641"/>
              </a:spcBef>
            </a:pPr>
            <a:endParaRPr b="0" lang="fr-FR" sz="2000" spc="-1" strike="noStrike">
              <a:solidFill>
                <a:srgbClr val="000000"/>
              </a:solidFill>
              <a:uFill>
                <a:solidFill>
                  <a:srgbClr val="ffffff"/>
                </a:solidFill>
              </a:uFill>
              <a:latin typeface="Calibri"/>
            </a:endParaRPr>
          </a:p>
        </p:txBody>
      </p:sp>
      <p:graphicFrame>
        <p:nvGraphicFramePr>
          <p:cNvPr id="247" name="Table 2"/>
          <p:cNvGraphicFramePr/>
          <p:nvPr/>
        </p:nvGraphicFramePr>
        <p:xfrm>
          <a:off x="0" y="6381360"/>
          <a:ext cx="9108000" cy="620280"/>
        </p:xfrm>
        <a:graphic>
          <a:graphicData uri="http://schemas.openxmlformats.org/drawingml/2006/table">
            <a:tbl>
              <a:tblPr/>
              <a:tblGrid>
                <a:gridCol w="7254360"/>
                <a:gridCol w="1854000"/>
              </a:tblGrid>
              <a:tr h="620640">
                <a:tc>
                  <a:txBody>
                    <a:bodyPr lIns="45720" rIns="45720"/>
                    <a:p>
                      <a:pPr algn="just">
                        <a:lnSpc>
                          <a:spcPct val="100000"/>
                        </a:lnSpc>
                      </a:pPr>
                      <a:r>
                        <a:rPr b="1" lang="fr-FR" sz="1100" spc="-1" strike="noStrike">
                          <a:solidFill>
                            <a:srgbClr val="ffffff"/>
                          </a:solidFill>
                          <a:uFill>
                            <a:solidFill>
                              <a:srgbClr val="ffffff"/>
                            </a:solidFill>
                          </a:uFill>
                          <a:latin typeface="Arial"/>
                          <a:ea typeface="Arial"/>
                        </a:rPr>
                        <a:t> </a:t>
                      </a:r>
                      <a:endParaRPr b="0" lang="fr-FR" sz="1100" spc="-1" strike="noStrike">
                        <a:solidFill>
                          <a:srgbClr val="000000"/>
                        </a:solidFill>
                        <a:uFill>
                          <a:solidFill>
                            <a:srgbClr val="ffffff"/>
                          </a:solidFill>
                        </a:uFill>
                        <a:latin typeface="Arial"/>
                      </a:endParaRPr>
                    </a:p>
                  </a:txBody>
                  <a:tcPr marL="45720" marR="45720">
                    <a:lnL w="12240">
                      <a:solidFill>
                        <a:srgbClr val="000000"/>
                      </a:solidFill>
                    </a:lnL>
                    <a:lnR w="12240">
                      <a:solidFill>
                        <a:srgbClr val="000000"/>
                      </a:solidFill>
                    </a:lnR>
                    <a:lnT w="12240">
                      <a:solidFill>
                        <a:srgbClr val="000000"/>
                      </a:solidFill>
                    </a:lnT>
                    <a:lnB w="12240">
                      <a:solidFill>
                        <a:srgbClr val="000000"/>
                      </a:solidFill>
                    </a:lnB>
                    <a:solidFill>
                      <a:srgbClr val="ce0f69"/>
                    </a:solidFill>
                  </a:tcPr>
                </a:tc>
                <a:tc>
                  <a:txBody>
                    <a:bodyPr lIns="45720" rIns="45720"/>
                    <a:p>
                      <a:pPr algn="just">
                        <a:lnSpc>
                          <a:spcPct val="100000"/>
                        </a:lnSpc>
                      </a:pPr>
                      <a:r>
                        <a:rPr b="1" lang="fr-FR" sz="1100" spc="-1" strike="noStrike">
                          <a:solidFill>
                            <a:srgbClr val="ffffff"/>
                          </a:solidFill>
                          <a:uFill>
                            <a:solidFill>
                              <a:srgbClr val="ffffff"/>
                            </a:solidFill>
                          </a:uFill>
                          <a:latin typeface="Arial"/>
                          <a:ea typeface="Arial"/>
                        </a:rPr>
                        <a:t>   </a:t>
                      </a:r>
                      <a:endParaRPr b="0" lang="fr-FR" sz="1100" spc="-1" strike="noStrike">
                        <a:solidFill>
                          <a:srgbClr val="000000"/>
                        </a:solidFill>
                        <a:uFill>
                          <a:solidFill>
                            <a:srgbClr val="ffffff"/>
                          </a:solidFill>
                        </a:uFill>
                        <a:latin typeface="Arial"/>
                      </a:endParaRPr>
                    </a:p>
                  </a:txBody>
                  <a:tcPr marL="45720" marR="45720">
                    <a:lnL w="12240">
                      <a:solidFill>
                        <a:srgbClr val="000000"/>
                      </a:solidFill>
                    </a:lnL>
                    <a:lnR w="12240">
                      <a:solidFill>
                        <a:srgbClr val="000000"/>
                      </a:solidFill>
                    </a:lnR>
                    <a:lnT w="12240">
                      <a:solidFill>
                        <a:srgbClr val="000000"/>
                      </a:solidFill>
                    </a:lnT>
                    <a:lnB w="12240">
                      <a:solidFill>
                        <a:srgbClr val="000000"/>
                      </a:solidFill>
                    </a:lnB>
                    <a:solidFill>
                      <a:srgbClr val="ce0f69"/>
                    </a:solidFill>
                  </a:tcPr>
                </a:tc>
              </a:tr>
            </a:tbl>
          </a:graphicData>
        </a:graphic>
      </p:graphicFrame>
      <p:pic>
        <p:nvPicPr>
          <p:cNvPr id="248" name="Image 6" descr=""/>
          <p:cNvPicPr/>
          <p:nvPr/>
        </p:nvPicPr>
        <p:blipFill>
          <a:blip r:embed="rId1"/>
          <a:stretch/>
        </p:blipFill>
        <p:spPr>
          <a:xfrm>
            <a:off x="7236360" y="293040"/>
            <a:ext cx="1471320" cy="1551240"/>
          </a:xfrm>
          <a:prstGeom prst="rect">
            <a:avLst/>
          </a:prstGeom>
          <a:ln>
            <a:noFill/>
          </a:ln>
        </p:spPr>
      </p:pic>
      <p:pic>
        <p:nvPicPr>
          <p:cNvPr id="249" name="Image 7" descr=""/>
          <p:cNvPicPr/>
          <p:nvPr/>
        </p:nvPicPr>
        <p:blipFill>
          <a:blip r:embed="rId2"/>
          <a:stretch/>
        </p:blipFill>
        <p:spPr>
          <a:xfrm>
            <a:off x="401400" y="308520"/>
            <a:ext cx="3491280" cy="879120"/>
          </a:xfrm>
          <a:prstGeom prst="rect">
            <a:avLst/>
          </a:prstGeom>
          <a:ln>
            <a:noFill/>
          </a:ln>
        </p:spPr>
      </p:pic>
      <p:pic>
        <p:nvPicPr>
          <p:cNvPr id="250" name="Image 8" descr=""/>
          <p:cNvPicPr/>
          <p:nvPr/>
        </p:nvPicPr>
        <p:blipFill>
          <a:blip r:embed="rId3"/>
          <a:stretch/>
        </p:blipFill>
        <p:spPr>
          <a:xfrm>
            <a:off x="4680000" y="288000"/>
            <a:ext cx="1608480" cy="676440"/>
          </a:xfrm>
          <a:prstGeom prst="rect">
            <a:avLst/>
          </a:prstGeom>
          <a:ln>
            <a:noFill/>
          </a:ln>
        </p:spPr>
      </p:pic>
      <p:pic>
        <p:nvPicPr>
          <p:cNvPr id="251" name="" descr=""/>
          <p:cNvPicPr/>
          <p:nvPr/>
        </p:nvPicPr>
        <p:blipFill>
          <a:blip r:embed="rId4"/>
          <a:stretch/>
        </p:blipFill>
        <p:spPr>
          <a:xfrm>
            <a:off x="4968000" y="964440"/>
            <a:ext cx="1080000" cy="1565640"/>
          </a:xfrm>
          <a:prstGeom prst="rect">
            <a:avLst/>
          </a:prstGeom>
          <a:ln>
            <a:noFill/>
          </a:ln>
        </p:spPr>
      </p:pic>
    </p:spTree>
  </p:cSld>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2" name="CustomShape 1"/>
          <p:cNvSpPr/>
          <p:nvPr/>
        </p:nvSpPr>
        <p:spPr>
          <a:xfrm>
            <a:off x="506880" y="-171360"/>
            <a:ext cx="8208720" cy="7648200"/>
          </a:xfrm>
          <a:prstGeom prst="rect">
            <a:avLst/>
          </a:prstGeom>
          <a:noFill/>
          <a:ln>
            <a:noFill/>
          </a:ln>
        </p:spPr>
        <p:style>
          <a:lnRef idx="0"/>
          <a:fillRef idx="0"/>
          <a:effectRef idx="0"/>
          <a:fontRef idx="minor"/>
        </p:style>
        <p:txBody>
          <a:bodyPr lIns="90000" rIns="90000" tIns="45000" bIns="45000"/>
          <a:p>
            <a:pPr>
              <a:lnSpc>
                <a:spcPct val="100000"/>
              </a:lnSpc>
            </a:pPr>
            <a:endParaRPr b="0" lang="fr-FR" sz="1800" spc="-1" strike="noStrike">
              <a:solidFill>
                <a:srgbClr val="000000"/>
              </a:solidFill>
              <a:uFill>
                <a:solidFill>
                  <a:srgbClr val="ffffff"/>
                </a:solidFill>
              </a:uFill>
              <a:latin typeface="Arial"/>
            </a:endParaRPr>
          </a:p>
          <a:p>
            <a:pPr>
              <a:lnSpc>
                <a:spcPct val="100000"/>
              </a:lnSpc>
            </a:pPr>
            <a:r>
              <a:rPr b="1" lang="fr-FR" sz="3600" spc="-1" strike="noStrike" u="sng">
                <a:solidFill>
                  <a:srgbClr val="1f497d"/>
                </a:solidFill>
                <a:uFill>
                  <a:solidFill>
                    <a:srgbClr val="ffffff"/>
                  </a:solidFill>
                </a:uFill>
                <a:latin typeface="Arial"/>
              </a:rPr>
              <a:t>Déroulé de la mini conférence</a:t>
            </a:r>
            <a:br/>
            <a:endParaRPr b="0" lang="fr-FR" sz="3600" spc="-1" strike="noStrike">
              <a:solidFill>
                <a:srgbClr val="000000"/>
              </a:solidFill>
              <a:uFill>
                <a:solidFill>
                  <a:srgbClr val="ffffff"/>
                </a:solidFill>
              </a:uFill>
              <a:latin typeface="Arial"/>
            </a:endParaRPr>
          </a:p>
          <a:p>
            <a:pPr marL="343080" indent="-342720" algn="just">
              <a:lnSpc>
                <a:spcPct val="100000"/>
              </a:lnSpc>
              <a:buClr>
                <a:srgbClr val="ce0f69"/>
              </a:buClr>
              <a:buFont typeface="StarSymbol"/>
              <a:buChar char="-"/>
            </a:pPr>
            <a:r>
              <a:rPr b="0" lang="fr-FR" sz="2800" spc="-1" strike="noStrike">
                <a:solidFill>
                  <a:srgbClr val="ce0f69"/>
                </a:solidFill>
                <a:uFill>
                  <a:solidFill>
                    <a:srgbClr val="ffffff"/>
                  </a:solidFill>
                </a:uFill>
                <a:latin typeface="Arial"/>
              </a:rPr>
              <a:t>Définir son idée de création d’entreprise</a:t>
            </a:r>
            <a:endParaRPr b="0" lang="fr-FR" sz="2800" spc="-1" strike="noStrike">
              <a:solidFill>
                <a:srgbClr val="000000"/>
              </a:solidFill>
              <a:uFill>
                <a:solidFill>
                  <a:srgbClr val="ffffff"/>
                </a:solidFill>
              </a:uFill>
              <a:latin typeface="Arial"/>
            </a:endParaRPr>
          </a:p>
          <a:p>
            <a:pPr algn="just">
              <a:lnSpc>
                <a:spcPct val="100000"/>
              </a:lnSpc>
            </a:pPr>
            <a:endParaRPr b="0" lang="fr-FR" sz="2800" spc="-1" strike="noStrike">
              <a:solidFill>
                <a:srgbClr val="000000"/>
              </a:solidFill>
              <a:uFill>
                <a:solidFill>
                  <a:srgbClr val="ffffff"/>
                </a:solidFill>
              </a:uFill>
              <a:latin typeface="Arial"/>
            </a:endParaRPr>
          </a:p>
          <a:p>
            <a:pPr marL="343080" indent="-342720" algn="just">
              <a:lnSpc>
                <a:spcPct val="100000"/>
              </a:lnSpc>
              <a:buClr>
                <a:srgbClr val="ce0f69"/>
              </a:buClr>
              <a:buFont typeface="StarSymbol"/>
              <a:buChar char="-"/>
            </a:pPr>
            <a:r>
              <a:rPr b="0" lang="fr-FR" sz="2800" spc="-1" strike="noStrike">
                <a:solidFill>
                  <a:srgbClr val="ce0f69"/>
                </a:solidFill>
                <a:uFill>
                  <a:solidFill>
                    <a:srgbClr val="ffffff"/>
                  </a:solidFill>
                </a:uFill>
                <a:latin typeface="Arial"/>
              </a:rPr>
              <a:t>Valider la cohérence entre votre idée, votre personnalité, vos motivations, vos compétences</a:t>
            </a:r>
            <a:endParaRPr b="0" lang="fr-FR" sz="2800" spc="-1" strike="noStrike">
              <a:solidFill>
                <a:srgbClr val="000000"/>
              </a:solidFill>
              <a:uFill>
                <a:solidFill>
                  <a:srgbClr val="ffffff"/>
                </a:solidFill>
              </a:uFill>
              <a:latin typeface="Arial"/>
            </a:endParaRPr>
          </a:p>
          <a:p>
            <a:pPr algn="just">
              <a:lnSpc>
                <a:spcPct val="100000"/>
              </a:lnSpc>
            </a:pPr>
            <a:endParaRPr b="0" lang="fr-FR" sz="2800" spc="-1" strike="noStrike">
              <a:solidFill>
                <a:srgbClr val="000000"/>
              </a:solidFill>
              <a:uFill>
                <a:solidFill>
                  <a:srgbClr val="ffffff"/>
                </a:solidFill>
              </a:uFill>
              <a:latin typeface="Arial"/>
            </a:endParaRPr>
          </a:p>
          <a:p>
            <a:pPr marL="343080" indent="-342720" algn="just">
              <a:lnSpc>
                <a:spcPct val="100000"/>
              </a:lnSpc>
              <a:buClr>
                <a:srgbClr val="ce0f69"/>
              </a:buClr>
              <a:buFont typeface="StarSymbol"/>
              <a:buChar char="-"/>
            </a:pPr>
            <a:r>
              <a:rPr b="0" lang="fr-FR" sz="2800" spc="-1" strike="noStrike">
                <a:solidFill>
                  <a:srgbClr val="ce0f69"/>
                </a:solidFill>
                <a:uFill>
                  <a:solidFill>
                    <a:srgbClr val="ffffff"/>
                  </a:solidFill>
                </a:uFill>
                <a:latin typeface="Arial"/>
              </a:rPr>
              <a:t>Structurer votre projet étape par étape</a:t>
            </a:r>
            <a:endParaRPr b="0" lang="fr-FR" sz="2800" spc="-1" strike="noStrike">
              <a:solidFill>
                <a:srgbClr val="000000"/>
              </a:solidFill>
              <a:uFill>
                <a:solidFill>
                  <a:srgbClr val="ffffff"/>
                </a:solidFill>
              </a:uFill>
              <a:latin typeface="Arial"/>
            </a:endParaRPr>
          </a:p>
          <a:p>
            <a:pPr algn="just">
              <a:lnSpc>
                <a:spcPct val="100000"/>
              </a:lnSpc>
            </a:pPr>
            <a:endParaRPr b="0" lang="fr-FR" sz="2800" spc="-1" strike="noStrike">
              <a:solidFill>
                <a:srgbClr val="000000"/>
              </a:solidFill>
              <a:uFill>
                <a:solidFill>
                  <a:srgbClr val="ffffff"/>
                </a:solidFill>
              </a:uFill>
              <a:latin typeface="Arial"/>
            </a:endParaRPr>
          </a:p>
          <a:p>
            <a:pPr marL="343080" indent="-342720" algn="just">
              <a:lnSpc>
                <a:spcPct val="100000"/>
              </a:lnSpc>
              <a:buClr>
                <a:srgbClr val="ce0f69"/>
              </a:buClr>
              <a:buFont typeface="StarSymbol"/>
              <a:buChar char="-"/>
            </a:pPr>
            <a:r>
              <a:rPr b="0" lang="fr-FR" sz="2800" spc="-1" strike="noStrike">
                <a:solidFill>
                  <a:srgbClr val="ce0f69"/>
                </a:solidFill>
                <a:uFill>
                  <a:solidFill>
                    <a:srgbClr val="ffffff"/>
                  </a:solidFill>
                </a:uFill>
                <a:latin typeface="Arial"/>
              </a:rPr>
              <a:t>Faire mûrir votre idée, trouver le « + » : l’accompagnement des réseaux consulaires, CCIMBO, CMA, ADESS</a:t>
            </a:r>
            <a:endParaRPr b="0" lang="fr-FR" sz="2800" spc="-1" strike="noStrike">
              <a:solidFill>
                <a:srgbClr val="000000"/>
              </a:solidFill>
              <a:uFill>
                <a:solidFill>
                  <a:srgbClr val="ffffff"/>
                </a:solidFill>
              </a:uFill>
              <a:latin typeface="Arial"/>
            </a:endParaRPr>
          </a:p>
          <a:p>
            <a:pPr>
              <a:lnSpc>
                <a:spcPct val="100000"/>
              </a:lnSpc>
            </a:pPr>
            <a:r>
              <a:rPr b="1" lang="fr-FR" sz="3600" spc="-1" strike="noStrike">
                <a:solidFill>
                  <a:srgbClr val="000000"/>
                </a:solidFill>
                <a:uFill>
                  <a:solidFill>
                    <a:srgbClr val="ffffff"/>
                  </a:solidFill>
                </a:uFill>
                <a:latin typeface="Arial"/>
              </a:rPr>
              <a:t> </a:t>
            </a:r>
            <a:endParaRPr b="0" lang="fr-FR" sz="3600" spc="-1" strike="noStrike">
              <a:solidFill>
                <a:srgbClr val="000000"/>
              </a:solidFill>
              <a:uFill>
                <a:solidFill>
                  <a:srgbClr val="ffffff"/>
                </a:solidFill>
              </a:uFill>
              <a:latin typeface="Arial"/>
            </a:endParaRPr>
          </a:p>
          <a:p>
            <a:pPr>
              <a:lnSpc>
                <a:spcPct val="100000"/>
              </a:lnSpc>
            </a:pPr>
            <a:r>
              <a:rPr b="1" lang="fr-FR" sz="3600" spc="-1" strike="noStrike">
                <a:solidFill>
                  <a:srgbClr val="000000"/>
                </a:solidFill>
                <a:uFill>
                  <a:solidFill>
                    <a:srgbClr val="ffffff"/>
                  </a:solidFill>
                </a:uFill>
                <a:latin typeface="Arial"/>
              </a:rPr>
              <a:t>   </a:t>
            </a:r>
            <a:endParaRPr b="0" lang="fr-FR" sz="3600" spc="-1" strike="noStrike">
              <a:solidFill>
                <a:srgbClr val="000000"/>
              </a:solidFill>
              <a:uFill>
                <a:solidFill>
                  <a:srgbClr val="ffffff"/>
                </a:solidFill>
              </a:uFill>
              <a:latin typeface="Arial"/>
            </a:endParaRPr>
          </a:p>
          <a:p>
            <a:pPr>
              <a:lnSpc>
                <a:spcPct val="100000"/>
              </a:lnSpc>
            </a:pPr>
            <a:endParaRPr b="0" lang="fr-FR" sz="3600" spc="-1" strike="noStrike">
              <a:solidFill>
                <a:srgbClr val="000000"/>
              </a:solidFill>
              <a:uFill>
                <a:solidFill>
                  <a:srgbClr val="ffffff"/>
                </a:solidFill>
              </a:uFill>
              <a:latin typeface="Arial"/>
            </a:endParaRPr>
          </a:p>
        </p:txBody>
      </p:sp>
      <p:sp>
        <p:nvSpPr>
          <p:cNvPr id="253" name="TextShape 2"/>
          <p:cNvSpPr txBox="1"/>
          <p:nvPr/>
        </p:nvSpPr>
        <p:spPr>
          <a:xfrm>
            <a:off x="6553080" y="6356520"/>
            <a:ext cx="2133360" cy="364680"/>
          </a:xfrm>
          <a:prstGeom prst="rect">
            <a:avLst/>
          </a:prstGeom>
          <a:noFill/>
          <a:ln>
            <a:noFill/>
          </a:ln>
        </p:spPr>
        <p:txBody>
          <a:bodyPr anchor="ctr"/>
          <a:p>
            <a:pPr algn="r">
              <a:lnSpc>
                <a:spcPct val="100000"/>
              </a:lnSpc>
            </a:pPr>
            <a:fld id="{61283AE2-9AA2-4A4A-99B6-22A1939F217B}" type="slidenum">
              <a:rPr b="0" lang="fr-FR" sz="1200" spc="-1" strike="noStrike">
                <a:solidFill>
                  <a:srgbClr val="1f497d"/>
                </a:solidFill>
                <a:uFill>
                  <a:solidFill>
                    <a:srgbClr val="ffffff"/>
                  </a:solidFill>
                </a:uFill>
                <a:latin typeface="Arial"/>
              </a:rPr>
              <a:t>&lt;numéro&gt;</a:t>
            </a:fld>
            <a:endParaRPr b="0" lang="fr-FR" sz="1200" spc="-1" strike="noStrike">
              <a:solidFill>
                <a:srgbClr val="000000"/>
              </a:solidFill>
              <a:uFill>
                <a:solidFill>
                  <a:srgbClr val="ffffff"/>
                </a:solidFill>
              </a:uFill>
              <a:latin typeface="Times New Roman"/>
            </a:endParaRPr>
          </a:p>
        </p:txBody>
      </p:sp>
      <p:pic>
        <p:nvPicPr>
          <p:cNvPr id="254" name="Image 5" descr=""/>
          <p:cNvPicPr/>
          <p:nvPr/>
        </p:nvPicPr>
        <p:blipFill>
          <a:blip r:embed="rId1"/>
          <a:stretch/>
        </p:blipFill>
        <p:spPr>
          <a:xfrm>
            <a:off x="7125480" y="332640"/>
            <a:ext cx="1223640" cy="964440"/>
          </a:xfrm>
          <a:prstGeom prst="rect">
            <a:avLst/>
          </a:prstGeom>
          <a:ln>
            <a:noFill/>
          </a:ln>
        </p:spPr>
      </p:pic>
      <p:graphicFrame>
        <p:nvGraphicFramePr>
          <p:cNvPr id="255" name="Table 3"/>
          <p:cNvGraphicFramePr/>
          <p:nvPr/>
        </p:nvGraphicFramePr>
        <p:xfrm>
          <a:off x="0" y="6381360"/>
          <a:ext cx="9143280" cy="620280"/>
        </p:xfrm>
        <a:graphic>
          <a:graphicData uri="http://schemas.openxmlformats.org/drawingml/2006/table">
            <a:tbl>
              <a:tblPr/>
              <a:tblGrid>
                <a:gridCol w="7282440"/>
                <a:gridCol w="1861200"/>
              </a:tblGrid>
              <a:tr h="620640">
                <a:tc>
                  <a:txBody>
                    <a:bodyPr lIns="45720" rIns="45720"/>
                    <a:p>
                      <a:pPr algn="just">
                        <a:lnSpc>
                          <a:spcPct val="100000"/>
                        </a:lnSpc>
                      </a:pPr>
                      <a:r>
                        <a:rPr b="1" lang="fr-FR" sz="1100" spc="-1" strike="noStrike">
                          <a:solidFill>
                            <a:srgbClr val="ffffff"/>
                          </a:solidFill>
                          <a:uFill>
                            <a:solidFill>
                              <a:srgbClr val="ffffff"/>
                            </a:solidFill>
                          </a:uFill>
                          <a:latin typeface="Arial"/>
                          <a:ea typeface="Arial"/>
                        </a:rPr>
                        <a:t> </a:t>
                      </a:r>
                      <a:endParaRPr b="0" lang="fr-FR" sz="1100" spc="-1" strike="noStrike">
                        <a:solidFill>
                          <a:srgbClr val="000000"/>
                        </a:solidFill>
                        <a:uFill>
                          <a:solidFill>
                            <a:srgbClr val="ffffff"/>
                          </a:solidFill>
                        </a:uFill>
                        <a:latin typeface="Arial"/>
                      </a:endParaRPr>
                    </a:p>
                  </a:txBody>
                  <a:tcPr marL="45720" marR="45720">
                    <a:lnL w="12240">
                      <a:solidFill>
                        <a:srgbClr val="000000"/>
                      </a:solidFill>
                    </a:lnL>
                    <a:lnR w="12240">
                      <a:solidFill>
                        <a:srgbClr val="000000"/>
                      </a:solidFill>
                    </a:lnR>
                    <a:lnT w="12240">
                      <a:solidFill>
                        <a:srgbClr val="000000"/>
                      </a:solidFill>
                    </a:lnT>
                    <a:lnB w="12240">
                      <a:solidFill>
                        <a:srgbClr val="000000"/>
                      </a:solidFill>
                    </a:lnB>
                    <a:solidFill>
                      <a:srgbClr val="ce0f69"/>
                    </a:solidFill>
                  </a:tcPr>
                </a:tc>
                <a:tc>
                  <a:txBody>
                    <a:bodyPr lIns="45720" rIns="45720"/>
                    <a:p>
                      <a:pPr algn="just">
                        <a:lnSpc>
                          <a:spcPct val="100000"/>
                        </a:lnSpc>
                      </a:pPr>
                      <a:r>
                        <a:rPr b="1" lang="fr-FR" sz="1100" spc="-1" strike="noStrike">
                          <a:solidFill>
                            <a:srgbClr val="ffffff"/>
                          </a:solidFill>
                          <a:uFill>
                            <a:solidFill>
                              <a:srgbClr val="ffffff"/>
                            </a:solidFill>
                          </a:uFill>
                          <a:latin typeface="Arial"/>
                          <a:ea typeface="Arial"/>
                        </a:rPr>
                        <a:t>   </a:t>
                      </a:r>
                      <a:endParaRPr b="0" lang="fr-FR" sz="1100" spc="-1" strike="noStrike">
                        <a:solidFill>
                          <a:srgbClr val="000000"/>
                        </a:solidFill>
                        <a:uFill>
                          <a:solidFill>
                            <a:srgbClr val="ffffff"/>
                          </a:solidFill>
                        </a:uFill>
                        <a:latin typeface="Arial"/>
                      </a:endParaRPr>
                    </a:p>
                  </a:txBody>
                  <a:tcPr marL="45720" marR="45720">
                    <a:lnL w="12240">
                      <a:solidFill>
                        <a:srgbClr val="000000"/>
                      </a:solidFill>
                    </a:lnL>
                    <a:lnR w="12240">
                      <a:solidFill>
                        <a:srgbClr val="000000"/>
                      </a:solidFill>
                    </a:lnR>
                    <a:lnT w="12240">
                      <a:solidFill>
                        <a:srgbClr val="000000"/>
                      </a:solidFill>
                    </a:lnT>
                    <a:lnB w="12240">
                      <a:solidFill>
                        <a:srgbClr val="000000"/>
                      </a:solidFill>
                    </a:lnB>
                    <a:solidFill>
                      <a:srgbClr val="ce0f69"/>
                    </a:solidFill>
                  </a:tcPr>
                </a:tc>
              </a:tr>
            </a:tbl>
          </a:graphicData>
        </a:graphic>
      </p:graphicFrame>
    </p:spTree>
  </p:cSld>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6" name="TextShape 1"/>
          <p:cNvSpPr txBox="1"/>
          <p:nvPr/>
        </p:nvSpPr>
        <p:spPr>
          <a:xfrm>
            <a:off x="179640" y="260640"/>
            <a:ext cx="9129960" cy="4457520"/>
          </a:xfrm>
          <a:prstGeom prst="rect">
            <a:avLst/>
          </a:prstGeom>
          <a:noFill/>
          <a:ln>
            <a:noFill/>
          </a:ln>
        </p:spPr>
        <p:txBody>
          <a:bodyPr>
            <a:normAutofit/>
          </a:bodyPr>
          <a:p>
            <a:pPr>
              <a:lnSpc>
                <a:spcPct val="100000"/>
              </a:lnSpc>
              <a:spcBef>
                <a:spcPts val="561"/>
              </a:spcBef>
            </a:pPr>
            <a:r>
              <a:rPr b="0" lang="fr-FR" sz="2800" spc="-1" strike="noStrike">
                <a:solidFill>
                  <a:srgbClr val="ce0f69"/>
                </a:solidFill>
                <a:uFill>
                  <a:solidFill>
                    <a:srgbClr val="ffffff"/>
                  </a:solidFill>
                </a:uFill>
                <a:latin typeface="Arial"/>
              </a:rPr>
              <a:t>Le point de départ d’un projet de création d’entreprise, c’est </a:t>
            </a:r>
            <a:r>
              <a:rPr b="1" lang="fr-FR" sz="2800" spc="-1" strike="noStrike" u="sng">
                <a:solidFill>
                  <a:srgbClr val="ce0f69"/>
                </a:solidFill>
                <a:uFill>
                  <a:solidFill>
                    <a:srgbClr val="ffffff"/>
                  </a:solidFill>
                </a:uFill>
                <a:latin typeface="Arial"/>
              </a:rPr>
              <a:t>VOUS.</a:t>
            </a:r>
            <a:endParaRPr b="0" lang="fr-FR" sz="2800" spc="-1" strike="noStrike">
              <a:solidFill>
                <a:srgbClr val="000000"/>
              </a:solidFill>
              <a:uFill>
                <a:solidFill>
                  <a:srgbClr val="ffffff"/>
                </a:solidFill>
              </a:uFill>
              <a:latin typeface="Calibri"/>
            </a:endParaRPr>
          </a:p>
          <a:p>
            <a:pPr algn="ctr">
              <a:lnSpc>
                <a:spcPct val="100000"/>
              </a:lnSpc>
              <a:spcBef>
                <a:spcPts val="561"/>
              </a:spcBef>
            </a:pPr>
            <a:endParaRPr b="0" lang="fr-FR" sz="2800" spc="-1" strike="noStrike">
              <a:solidFill>
                <a:srgbClr val="000000"/>
              </a:solidFill>
              <a:uFill>
                <a:solidFill>
                  <a:srgbClr val="ffffff"/>
                </a:solidFill>
              </a:uFill>
              <a:latin typeface="Calibri"/>
            </a:endParaRPr>
          </a:p>
        </p:txBody>
      </p:sp>
      <p:sp>
        <p:nvSpPr>
          <p:cNvPr id="257" name="CustomShape 2"/>
          <p:cNvSpPr/>
          <p:nvPr/>
        </p:nvSpPr>
        <p:spPr>
          <a:xfrm>
            <a:off x="2964240" y="3467880"/>
            <a:ext cx="1415160" cy="1415160"/>
          </a:xfrm>
          <a:prstGeom prst="ellipse">
            <a:avLst/>
          </a:prstGeom>
          <a:gradFill>
            <a:gsLst>
              <a:gs pos="0">
                <a:srgbClr val="2988a1"/>
              </a:gs>
              <a:gs pos="100000">
                <a:srgbClr val="36b0d1"/>
              </a:gs>
            </a:gsLst>
            <a:lin ang="16200000"/>
          </a:gradFill>
          <a:ln>
            <a:noFill/>
          </a:ln>
          <a:effectLst>
            <a:outerShdw dist="23040" dir="5400000">
              <a:srgbClr val="000000">
                <a:alpha val="35000"/>
              </a:srgbClr>
            </a:outerShdw>
          </a:effectLst>
        </p:spPr>
        <p:style>
          <a:lnRef idx="0"/>
          <a:fillRef idx="0"/>
          <a:effectRef idx="0"/>
          <a:fontRef idx="minor"/>
        </p:style>
        <p:txBody>
          <a:bodyPr lIns="40680" rIns="40680" tIns="40680" bIns="40680" anchor="ctr"/>
          <a:p>
            <a:pPr algn="ctr">
              <a:lnSpc>
                <a:spcPct val="90000"/>
              </a:lnSpc>
              <a:spcAft>
                <a:spcPts val="1120"/>
              </a:spcAft>
            </a:pPr>
            <a:r>
              <a:rPr b="0" lang="fr-FR" sz="3200" spc="-1" strike="noStrike">
                <a:solidFill>
                  <a:srgbClr val="ffffff"/>
                </a:solidFill>
                <a:uFill>
                  <a:solidFill>
                    <a:srgbClr val="ffffff"/>
                  </a:solidFill>
                </a:uFill>
                <a:latin typeface="Arial"/>
              </a:rPr>
              <a:t>MOI</a:t>
            </a:r>
            <a:endParaRPr b="0" lang="fr-FR" sz="3200" spc="-1" strike="noStrike">
              <a:solidFill>
                <a:srgbClr val="000000"/>
              </a:solidFill>
              <a:uFill>
                <a:solidFill>
                  <a:srgbClr val="ffffff"/>
                </a:solidFill>
              </a:uFill>
              <a:latin typeface="Arial"/>
            </a:endParaRPr>
          </a:p>
        </p:txBody>
      </p:sp>
      <p:sp>
        <p:nvSpPr>
          <p:cNvPr id="258" name="CustomShape 3"/>
          <p:cNvSpPr/>
          <p:nvPr/>
        </p:nvSpPr>
        <p:spPr>
          <a:xfrm rot="15580200">
            <a:off x="3333240" y="2952000"/>
            <a:ext cx="318240" cy="480960"/>
          </a:xfrm>
          <a:prstGeom prst="rightArrow">
            <a:avLst>
              <a:gd name="adj1" fmla="val 60000"/>
              <a:gd name="adj2" fmla="val 50000"/>
            </a:avLst>
          </a:prstGeom>
          <a:solidFill>
            <a:srgbClr val="c0504d"/>
          </a:solidFill>
          <a:ln>
            <a:noFill/>
          </a:ln>
        </p:spPr>
        <p:style>
          <a:lnRef idx="0"/>
          <a:fillRef idx="0"/>
          <a:effectRef idx="0"/>
          <a:fontRef idx="minor"/>
        </p:style>
      </p:sp>
      <p:sp>
        <p:nvSpPr>
          <p:cNvPr id="259" name="CustomShape 4"/>
          <p:cNvSpPr/>
          <p:nvPr/>
        </p:nvSpPr>
        <p:spPr>
          <a:xfrm>
            <a:off x="2602800" y="1483920"/>
            <a:ext cx="1415160" cy="1415160"/>
          </a:xfrm>
          <a:prstGeom prst="ellipse">
            <a:avLst/>
          </a:prstGeom>
          <a:gradFill>
            <a:gsLst>
              <a:gs pos="0">
                <a:srgbClr val="9c2f2c"/>
              </a:gs>
              <a:gs pos="100000">
                <a:srgbClr val="cb3d39"/>
              </a:gs>
            </a:gsLst>
            <a:lin ang="16200000"/>
          </a:gradFill>
          <a:ln>
            <a:noFill/>
          </a:ln>
          <a:effectLst>
            <a:outerShdw dist="23040" dir="5400000">
              <a:srgbClr val="000000">
                <a:alpha val="35000"/>
              </a:srgbClr>
            </a:outerShdw>
          </a:effectLst>
        </p:spPr>
        <p:style>
          <a:lnRef idx="0"/>
          <a:fillRef idx="0"/>
          <a:effectRef idx="0"/>
          <a:fontRef idx="minor"/>
        </p:style>
        <p:txBody>
          <a:bodyPr lIns="20160" rIns="20160" tIns="20160" bIns="20160" anchor="ctr"/>
          <a:p>
            <a:pPr algn="ctr">
              <a:lnSpc>
                <a:spcPct val="90000"/>
              </a:lnSpc>
              <a:spcAft>
                <a:spcPts val="561"/>
              </a:spcAft>
            </a:pPr>
            <a:r>
              <a:rPr b="0" lang="fr-FR" sz="1600" spc="-1" strike="noStrike">
                <a:solidFill>
                  <a:srgbClr val="ffffff"/>
                </a:solidFill>
                <a:uFill>
                  <a:solidFill>
                    <a:srgbClr val="ffffff"/>
                  </a:solidFill>
                </a:uFill>
                <a:latin typeface="Arial"/>
              </a:rPr>
              <a:t>QUI JE SUIS</a:t>
            </a:r>
            <a:endParaRPr b="0" lang="fr-FR" sz="1600" spc="-1" strike="noStrike">
              <a:solidFill>
                <a:srgbClr val="000000"/>
              </a:solidFill>
              <a:uFill>
                <a:solidFill>
                  <a:srgbClr val="ffffff"/>
                </a:solidFill>
              </a:uFill>
              <a:latin typeface="Arial"/>
            </a:endParaRPr>
          </a:p>
        </p:txBody>
      </p:sp>
      <p:sp>
        <p:nvSpPr>
          <p:cNvPr id="260" name="CustomShape 5"/>
          <p:cNvSpPr/>
          <p:nvPr/>
        </p:nvSpPr>
        <p:spPr>
          <a:xfrm rot="1800000">
            <a:off x="4372560" y="4425840"/>
            <a:ext cx="299880" cy="480960"/>
          </a:xfrm>
          <a:prstGeom prst="rightArrow">
            <a:avLst>
              <a:gd name="adj1" fmla="val 60000"/>
              <a:gd name="adj2" fmla="val 50000"/>
            </a:avLst>
          </a:prstGeom>
          <a:solidFill>
            <a:srgbClr val="9bbb59"/>
          </a:solidFill>
          <a:ln>
            <a:noFill/>
          </a:ln>
        </p:spPr>
        <p:style>
          <a:lnRef idx="0"/>
          <a:fillRef idx="0"/>
          <a:effectRef idx="0"/>
          <a:fontRef idx="minor"/>
        </p:style>
      </p:sp>
      <p:sp>
        <p:nvSpPr>
          <p:cNvPr id="261" name="CustomShape 6"/>
          <p:cNvSpPr/>
          <p:nvPr/>
        </p:nvSpPr>
        <p:spPr>
          <a:xfrm>
            <a:off x="4680360" y="4458960"/>
            <a:ext cx="1415160" cy="1415160"/>
          </a:xfrm>
          <a:prstGeom prst="ellipse">
            <a:avLst/>
          </a:prstGeom>
          <a:gradFill>
            <a:gsLst>
              <a:gs pos="0">
                <a:srgbClr val="779637"/>
              </a:gs>
              <a:gs pos="100000">
                <a:srgbClr val="9bc348"/>
              </a:gs>
            </a:gsLst>
            <a:lin ang="16200000"/>
          </a:gradFill>
          <a:ln>
            <a:noFill/>
          </a:ln>
          <a:effectLst>
            <a:outerShdw dist="23040" dir="5400000">
              <a:srgbClr val="000000">
                <a:alpha val="35000"/>
              </a:srgbClr>
            </a:outerShdw>
          </a:effectLst>
        </p:spPr>
        <p:style>
          <a:lnRef idx="0"/>
          <a:fillRef idx="0"/>
          <a:effectRef idx="0"/>
          <a:fontRef idx="minor"/>
        </p:style>
        <p:txBody>
          <a:bodyPr lIns="20160" rIns="20160" tIns="20160" bIns="20160" anchor="ctr"/>
          <a:p>
            <a:pPr algn="ctr">
              <a:lnSpc>
                <a:spcPct val="90000"/>
              </a:lnSpc>
              <a:spcAft>
                <a:spcPts val="561"/>
              </a:spcAft>
            </a:pPr>
            <a:r>
              <a:rPr b="0" lang="fr-FR" sz="1600" spc="-1" strike="noStrike">
                <a:solidFill>
                  <a:srgbClr val="ffffff"/>
                </a:solidFill>
                <a:uFill>
                  <a:solidFill>
                    <a:srgbClr val="ffffff"/>
                  </a:solidFill>
                </a:uFill>
                <a:latin typeface="Arial"/>
              </a:rPr>
              <a:t>QUI JE CONNAIS</a:t>
            </a:r>
            <a:endParaRPr b="0" lang="fr-FR" sz="1600" spc="-1" strike="noStrike">
              <a:solidFill>
                <a:srgbClr val="000000"/>
              </a:solidFill>
              <a:uFill>
                <a:solidFill>
                  <a:srgbClr val="ffffff"/>
                </a:solidFill>
              </a:uFill>
              <a:latin typeface="Arial"/>
            </a:endParaRPr>
          </a:p>
        </p:txBody>
      </p:sp>
      <p:sp>
        <p:nvSpPr>
          <p:cNvPr id="262" name="CustomShape 7"/>
          <p:cNvSpPr/>
          <p:nvPr/>
        </p:nvSpPr>
        <p:spPr>
          <a:xfrm rot="9000000">
            <a:off x="2671200" y="4426200"/>
            <a:ext cx="299880" cy="480960"/>
          </a:xfrm>
          <a:prstGeom prst="rightArrow">
            <a:avLst>
              <a:gd name="adj1" fmla="val 60000"/>
              <a:gd name="adj2" fmla="val 50000"/>
            </a:avLst>
          </a:prstGeom>
          <a:solidFill>
            <a:srgbClr val="8064a2"/>
          </a:solidFill>
          <a:ln>
            <a:noFill/>
          </a:ln>
        </p:spPr>
        <p:style>
          <a:lnRef idx="0"/>
          <a:fillRef idx="0"/>
          <a:effectRef idx="0"/>
          <a:fontRef idx="minor"/>
        </p:style>
      </p:sp>
      <p:sp>
        <p:nvSpPr>
          <p:cNvPr id="263" name="CustomShape 8"/>
          <p:cNvSpPr/>
          <p:nvPr/>
        </p:nvSpPr>
        <p:spPr>
          <a:xfrm>
            <a:off x="1248120" y="4458960"/>
            <a:ext cx="1415160" cy="1415160"/>
          </a:xfrm>
          <a:prstGeom prst="ellipse">
            <a:avLst/>
          </a:prstGeom>
          <a:gradFill>
            <a:gsLst>
              <a:gs pos="0">
                <a:srgbClr val="5e437f"/>
              </a:gs>
              <a:gs pos="100000">
                <a:srgbClr val="7b57a5"/>
              </a:gs>
            </a:gsLst>
            <a:lin ang="16200000"/>
          </a:gradFill>
          <a:ln>
            <a:noFill/>
          </a:ln>
          <a:effectLst>
            <a:outerShdw dist="23040" dir="5400000">
              <a:srgbClr val="000000">
                <a:alpha val="35000"/>
              </a:srgbClr>
            </a:outerShdw>
          </a:effectLst>
        </p:spPr>
        <p:style>
          <a:lnRef idx="0"/>
          <a:fillRef idx="0"/>
          <a:effectRef idx="0"/>
          <a:fontRef idx="minor"/>
        </p:style>
        <p:txBody>
          <a:bodyPr lIns="20160" rIns="20160" tIns="20160" bIns="20160" anchor="ctr"/>
          <a:p>
            <a:pPr algn="ctr">
              <a:lnSpc>
                <a:spcPct val="90000"/>
              </a:lnSpc>
              <a:spcAft>
                <a:spcPts val="561"/>
              </a:spcAft>
            </a:pPr>
            <a:r>
              <a:rPr b="0" lang="fr-FR" sz="1600" spc="-1" strike="noStrike">
                <a:solidFill>
                  <a:srgbClr val="ffffff"/>
                </a:solidFill>
                <a:uFill>
                  <a:solidFill>
                    <a:srgbClr val="ffffff"/>
                  </a:solidFill>
                </a:uFill>
                <a:latin typeface="Arial"/>
              </a:rPr>
              <a:t>CE QUE JE SAIS</a:t>
            </a:r>
            <a:endParaRPr b="0" lang="fr-FR" sz="1600" spc="-1" strike="noStrike">
              <a:solidFill>
                <a:srgbClr val="000000"/>
              </a:solidFill>
              <a:uFill>
                <a:solidFill>
                  <a:srgbClr val="ffffff"/>
                </a:solidFill>
              </a:uFill>
              <a:latin typeface="Arial"/>
            </a:endParaRPr>
          </a:p>
        </p:txBody>
      </p:sp>
      <p:pic>
        <p:nvPicPr>
          <p:cNvPr id="264" name="image5.jpeg" descr=""/>
          <p:cNvPicPr/>
          <p:nvPr/>
        </p:nvPicPr>
        <p:blipFill>
          <a:blip r:embed="rId1"/>
          <a:stretch/>
        </p:blipFill>
        <p:spPr>
          <a:xfrm>
            <a:off x="6300360" y="1410480"/>
            <a:ext cx="1656000" cy="1761120"/>
          </a:xfrm>
          <a:prstGeom prst="rect">
            <a:avLst/>
          </a:prstGeom>
          <a:ln w="12600">
            <a:noFill/>
          </a:ln>
        </p:spPr>
      </p:pic>
      <p:sp>
        <p:nvSpPr>
          <p:cNvPr id="265" name="TextShape 9"/>
          <p:cNvSpPr txBox="1"/>
          <p:nvPr/>
        </p:nvSpPr>
        <p:spPr>
          <a:xfrm>
            <a:off x="6300360" y="3211560"/>
            <a:ext cx="2843280" cy="2232000"/>
          </a:xfrm>
          <a:prstGeom prst="rect">
            <a:avLst/>
          </a:prstGeom>
          <a:noFill/>
          <a:ln>
            <a:noFill/>
          </a:ln>
        </p:spPr>
        <p:txBody>
          <a:bodyPr anchor="ctr"/>
          <a:p>
            <a:pPr>
              <a:lnSpc>
                <a:spcPct val="100000"/>
              </a:lnSpc>
            </a:pPr>
            <a:r>
              <a:rPr b="1" lang="fr-FR" sz="2200" spc="-1" strike="noStrike">
                <a:solidFill>
                  <a:srgbClr val="7030a0"/>
                </a:solidFill>
                <a:uFill>
                  <a:solidFill>
                    <a:srgbClr val="ffffff"/>
                  </a:solidFill>
                </a:uFill>
                <a:latin typeface="Arial"/>
                <a:ea typeface="Arial"/>
              </a:rPr>
              <a:t>Mon projet personnel doit être en adéquation </a:t>
            </a:r>
            <a:br/>
            <a:r>
              <a:rPr b="1" lang="fr-FR" sz="2200" spc="-1" strike="noStrike">
                <a:solidFill>
                  <a:srgbClr val="7030a0"/>
                </a:solidFill>
                <a:uFill>
                  <a:solidFill>
                    <a:srgbClr val="ffffff"/>
                  </a:solidFill>
                </a:uFill>
                <a:latin typeface="Arial"/>
                <a:ea typeface="Arial"/>
              </a:rPr>
              <a:t>avec mon idée de création / reprise d’entreprise </a:t>
            </a:r>
            <a:endParaRPr b="0" lang="fr-FR" sz="2200" spc="-1" strike="noStrike">
              <a:solidFill>
                <a:srgbClr val="000000"/>
              </a:solidFill>
              <a:uFill>
                <a:solidFill>
                  <a:srgbClr val="ffffff"/>
                </a:solidFill>
              </a:uFill>
              <a:latin typeface="Calibri"/>
            </a:endParaRPr>
          </a:p>
        </p:txBody>
      </p:sp>
      <p:graphicFrame>
        <p:nvGraphicFramePr>
          <p:cNvPr id="266" name="Table 10"/>
          <p:cNvGraphicFramePr/>
          <p:nvPr/>
        </p:nvGraphicFramePr>
        <p:xfrm>
          <a:off x="-180360" y="6309360"/>
          <a:ext cx="9324000" cy="692280"/>
        </p:xfrm>
        <a:graphic>
          <a:graphicData uri="http://schemas.openxmlformats.org/drawingml/2006/table">
            <a:tbl>
              <a:tblPr/>
              <a:tblGrid>
                <a:gridCol w="7426440"/>
                <a:gridCol w="1897920"/>
              </a:tblGrid>
              <a:tr h="692640">
                <a:tc>
                  <a:tcPr marL="45720" marR="45720">
                    <a:lnL w="12240">
                      <a:solidFill>
                        <a:srgbClr val="000000"/>
                      </a:solidFill>
                    </a:lnL>
                    <a:lnR w="12240">
                      <a:solidFill>
                        <a:srgbClr val="000000"/>
                      </a:solidFill>
                    </a:lnR>
                    <a:lnT w="12240">
                      <a:solidFill>
                        <a:srgbClr val="000000"/>
                      </a:solidFill>
                    </a:lnT>
                    <a:lnB w="12240">
                      <a:solidFill>
                        <a:srgbClr val="000000"/>
                      </a:solidFill>
                    </a:lnB>
                    <a:solidFill>
                      <a:srgbClr val="ce0f69"/>
                    </a:solidFill>
                  </a:tcPr>
                </a:tc>
                <a:tc>
                  <a:txBody>
                    <a:bodyPr lIns="45720" rIns="45720"/>
                    <a:p>
                      <a:pPr algn="just">
                        <a:lnSpc>
                          <a:spcPct val="100000"/>
                        </a:lnSpc>
                      </a:pPr>
                      <a:r>
                        <a:rPr b="1" lang="fr-FR" sz="1100" spc="-1" strike="noStrike">
                          <a:solidFill>
                            <a:srgbClr val="ffffff"/>
                          </a:solidFill>
                          <a:uFill>
                            <a:solidFill>
                              <a:srgbClr val="ffffff"/>
                            </a:solidFill>
                          </a:uFill>
                          <a:latin typeface="Arial"/>
                          <a:ea typeface="Arial"/>
                        </a:rPr>
                        <a:t>   </a:t>
                      </a:r>
                      <a:endParaRPr b="0" lang="fr-FR" sz="1100" spc="-1" strike="noStrike">
                        <a:solidFill>
                          <a:srgbClr val="000000"/>
                        </a:solidFill>
                        <a:uFill>
                          <a:solidFill>
                            <a:srgbClr val="ffffff"/>
                          </a:solidFill>
                        </a:uFill>
                        <a:latin typeface="Arial"/>
                      </a:endParaRPr>
                    </a:p>
                  </a:txBody>
                  <a:tcPr marL="45720" marR="45720">
                    <a:lnL w="12240">
                      <a:solidFill>
                        <a:srgbClr val="000000"/>
                      </a:solidFill>
                    </a:lnL>
                    <a:lnR w="12240">
                      <a:solidFill>
                        <a:srgbClr val="000000"/>
                      </a:solidFill>
                    </a:lnR>
                    <a:lnT w="12240">
                      <a:solidFill>
                        <a:srgbClr val="000000"/>
                      </a:solidFill>
                    </a:lnT>
                    <a:lnB w="12240">
                      <a:solidFill>
                        <a:srgbClr val="000000"/>
                      </a:solidFill>
                    </a:lnB>
                    <a:solidFill>
                      <a:srgbClr val="ce0f69"/>
                    </a:solidFill>
                  </a:tcPr>
                </a:tc>
              </a:tr>
            </a:tbl>
          </a:graphicData>
        </a:graphic>
      </p:graphicFrame>
      <p:pic>
        <p:nvPicPr>
          <p:cNvPr id="267" name="Image 9" descr=""/>
          <p:cNvPicPr/>
          <p:nvPr/>
        </p:nvPicPr>
        <p:blipFill>
          <a:blip r:embed="rId2"/>
          <a:stretch/>
        </p:blipFill>
        <p:spPr>
          <a:xfrm>
            <a:off x="385200" y="1806120"/>
            <a:ext cx="2232000" cy="2224440"/>
          </a:xfrm>
          <a:prstGeom prst="rect">
            <a:avLst/>
          </a:prstGeom>
          <a:ln>
            <a:noFill/>
          </a:ln>
        </p:spPr>
      </p:pic>
    </p:spTree>
  </p:cSld>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aphicFrame>
        <p:nvGraphicFramePr>
          <p:cNvPr id="268" name="Table 1"/>
          <p:cNvGraphicFramePr/>
          <p:nvPr/>
        </p:nvGraphicFramePr>
        <p:xfrm>
          <a:off x="0" y="6453360"/>
          <a:ext cx="9143280" cy="542880"/>
        </p:xfrm>
        <a:graphic>
          <a:graphicData uri="http://schemas.openxmlformats.org/drawingml/2006/table">
            <a:tbl>
              <a:tblPr/>
              <a:tblGrid>
                <a:gridCol w="7254360"/>
                <a:gridCol w="1889280"/>
              </a:tblGrid>
              <a:tr h="451440">
                <a:tc>
                  <a:txBody>
                    <a:bodyPr lIns="45720" rIns="45720"/>
                    <a:p>
                      <a:pPr algn="just">
                        <a:lnSpc>
                          <a:spcPct val="100000"/>
                        </a:lnSpc>
                      </a:pPr>
                      <a:endParaRPr b="0" lang="fr-FR" sz="1800" spc="-1" strike="noStrike">
                        <a:solidFill>
                          <a:srgbClr val="000000"/>
                        </a:solidFill>
                        <a:uFill>
                          <a:solidFill>
                            <a:srgbClr val="ffffff"/>
                          </a:solidFill>
                        </a:uFill>
                        <a:latin typeface="Arial"/>
                      </a:endParaRPr>
                    </a:p>
                    <a:p>
                      <a:pPr algn="just">
                        <a:lnSpc>
                          <a:spcPct val="100000"/>
                        </a:lnSpc>
                      </a:pPr>
                      <a:r>
                        <a:rPr b="1" lang="fr-FR" sz="1600" spc="-1" strike="noStrike">
                          <a:solidFill>
                            <a:srgbClr val="ffffff"/>
                          </a:solidFill>
                          <a:uFill>
                            <a:solidFill>
                              <a:srgbClr val="ffffff"/>
                            </a:solidFill>
                          </a:uFill>
                          <a:latin typeface="Arial"/>
                          <a:ea typeface="Arial"/>
                        </a:rPr>
                        <a:t> </a:t>
                      </a:r>
                      <a:endParaRPr b="0" lang="fr-FR" sz="1600" spc="-1" strike="noStrike">
                        <a:solidFill>
                          <a:srgbClr val="000000"/>
                        </a:solidFill>
                        <a:uFill>
                          <a:solidFill>
                            <a:srgbClr val="ffffff"/>
                          </a:solidFill>
                        </a:uFill>
                        <a:latin typeface="Arial"/>
                      </a:endParaRPr>
                    </a:p>
                  </a:txBody>
                  <a:tcPr marL="45720" marR="45720">
                    <a:lnL w="12240">
                      <a:solidFill>
                        <a:srgbClr val="000000"/>
                      </a:solidFill>
                    </a:lnL>
                    <a:lnR w="12240">
                      <a:solidFill>
                        <a:srgbClr val="000000"/>
                      </a:solidFill>
                    </a:lnR>
                    <a:lnT w="12240">
                      <a:solidFill>
                        <a:srgbClr val="000000"/>
                      </a:solidFill>
                    </a:lnT>
                    <a:lnB w="12240">
                      <a:solidFill>
                        <a:srgbClr val="000000"/>
                      </a:solidFill>
                    </a:lnB>
                    <a:solidFill>
                      <a:srgbClr val="ce0f69"/>
                    </a:solidFill>
                  </a:tcPr>
                </a:tc>
                <a:tc>
                  <a:txBody>
                    <a:bodyPr lIns="45720" rIns="45720"/>
                    <a:p>
                      <a:pPr algn="just">
                        <a:lnSpc>
                          <a:spcPct val="100000"/>
                        </a:lnSpc>
                      </a:pPr>
                      <a:r>
                        <a:rPr b="1" lang="fr-FR" sz="1100" spc="-1" strike="noStrike">
                          <a:solidFill>
                            <a:srgbClr val="ffffff"/>
                          </a:solidFill>
                          <a:uFill>
                            <a:solidFill>
                              <a:srgbClr val="ffffff"/>
                            </a:solidFill>
                          </a:uFill>
                          <a:latin typeface="Arial"/>
                          <a:ea typeface="Arial"/>
                        </a:rPr>
                        <a:t>   </a:t>
                      </a:r>
                      <a:endParaRPr b="0" lang="fr-FR" sz="1100" spc="-1" strike="noStrike">
                        <a:solidFill>
                          <a:srgbClr val="000000"/>
                        </a:solidFill>
                        <a:uFill>
                          <a:solidFill>
                            <a:srgbClr val="ffffff"/>
                          </a:solidFill>
                        </a:uFill>
                        <a:latin typeface="Arial"/>
                      </a:endParaRPr>
                    </a:p>
                  </a:txBody>
                  <a:tcPr marL="45720" marR="45720">
                    <a:lnL w="12240">
                      <a:solidFill>
                        <a:srgbClr val="000000"/>
                      </a:solidFill>
                    </a:lnL>
                    <a:lnR w="12240">
                      <a:solidFill>
                        <a:srgbClr val="000000"/>
                      </a:solidFill>
                    </a:lnR>
                    <a:lnT w="12240">
                      <a:solidFill>
                        <a:srgbClr val="000000"/>
                      </a:solidFill>
                    </a:lnT>
                    <a:lnB w="12240">
                      <a:solidFill>
                        <a:srgbClr val="000000"/>
                      </a:solidFill>
                    </a:lnB>
                    <a:solidFill>
                      <a:srgbClr val="ce0f69"/>
                    </a:solidFill>
                  </a:tcPr>
                </a:tc>
              </a:tr>
            </a:tbl>
          </a:graphicData>
        </a:graphic>
      </p:graphicFrame>
      <p:sp>
        <p:nvSpPr>
          <p:cNvPr id="269" name="CustomShape 2"/>
          <p:cNvSpPr/>
          <p:nvPr/>
        </p:nvSpPr>
        <p:spPr>
          <a:xfrm>
            <a:off x="0" y="-144360"/>
            <a:ext cx="304560" cy="304560"/>
          </a:xfrm>
          <a:prstGeom prst="rect">
            <a:avLst/>
          </a:prstGeom>
          <a:noFill/>
          <a:ln>
            <a:noFill/>
          </a:ln>
        </p:spPr>
        <p:style>
          <a:lnRef idx="0"/>
          <a:fillRef idx="0"/>
          <a:effectRef idx="0"/>
          <a:fontRef idx="minor"/>
        </p:style>
      </p:sp>
      <p:sp>
        <p:nvSpPr>
          <p:cNvPr id="270" name="CustomShape 3"/>
          <p:cNvSpPr/>
          <p:nvPr/>
        </p:nvSpPr>
        <p:spPr>
          <a:xfrm>
            <a:off x="152280" y="7920"/>
            <a:ext cx="304560" cy="304560"/>
          </a:xfrm>
          <a:prstGeom prst="rect">
            <a:avLst/>
          </a:prstGeom>
          <a:noFill/>
          <a:ln>
            <a:noFill/>
          </a:ln>
        </p:spPr>
        <p:style>
          <a:lnRef idx="0"/>
          <a:fillRef idx="0"/>
          <a:effectRef idx="0"/>
          <a:fontRef idx="minor"/>
        </p:style>
      </p:sp>
      <p:sp>
        <p:nvSpPr>
          <p:cNvPr id="271" name="CustomShape 4"/>
          <p:cNvSpPr/>
          <p:nvPr/>
        </p:nvSpPr>
        <p:spPr>
          <a:xfrm>
            <a:off x="63360" y="-136440"/>
            <a:ext cx="2142720" cy="2142720"/>
          </a:xfrm>
          <a:prstGeom prst="rect">
            <a:avLst/>
          </a:prstGeom>
          <a:noFill/>
          <a:ln>
            <a:noFill/>
          </a:ln>
        </p:spPr>
        <p:style>
          <a:lnRef idx="0"/>
          <a:fillRef idx="0"/>
          <a:effectRef idx="0"/>
          <a:fontRef idx="minor"/>
        </p:style>
      </p:sp>
      <p:sp>
        <p:nvSpPr>
          <p:cNvPr id="272" name="CustomShape 5"/>
          <p:cNvSpPr/>
          <p:nvPr/>
        </p:nvSpPr>
        <p:spPr>
          <a:xfrm>
            <a:off x="216000" y="15840"/>
            <a:ext cx="2142720" cy="2142720"/>
          </a:xfrm>
          <a:prstGeom prst="rect">
            <a:avLst/>
          </a:prstGeom>
          <a:noFill/>
          <a:ln>
            <a:noFill/>
          </a:ln>
        </p:spPr>
        <p:style>
          <a:lnRef idx="0"/>
          <a:fillRef idx="0"/>
          <a:effectRef idx="0"/>
          <a:fontRef idx="minor"/>
        </p:style>
      </p:sp>
      <p:sp>
        <p:nvSpPr>
          <p:cNvPr id="273" name="CustomShape 6"/>
          <p:cNvSpPr/>
          <p:nvPr/>
        </p:nvSpPr>
        <p:spPr>
          <a:xfrm>
            <a:off x="368280" y="168120"/>
            <a:ext cx="2142720" cy="2142720"/>
          </a:xfrm>
          <a:prstGeom prst="rect">
            <a:avLst/>
          </a:prstGeom>
          <a:noFill/>
          <a:ln>
            <a:noFill/>
          </a:ln>
        </p:spPr>
        <p:style>
          <a:lnRef idx="0"/>
          <a:fillRef idx="0"/>
          <a:effectRef idx="0"/>
          <a:fontRef idx="minor"/>
        </p:style>
      </p:sp>
      <p:sp>
        <p:nvSpPr>
          <p:cNvPr id="274" name="CustomShape 7"/>
          <p:cNvSpPr/>
          <p:nvPr/>
        </p:nvSpPr>
        <p:spPr>
          <a:xfrm>
            <a:off x="520560" y="320760"/>
            <a:ext cx="2142720" cy="2142720"/>
          </a:xfrm>
          <a:prstGeom prst="rect">
            <a:avLst/>
          </a:prstGeom>
          <a:noFill/>
          <a:ln>
            <a:noFill/>
          </a:ln>
        </p:spPr>
        <p:style>
          <a:lnRef idx="0"/>
          <a:fillRef idx="0"/>
          <a:effectRef idx="0"/>
          <a:fontRef idx="minor"/>
        </p:style>
      </p:sp>
      <p:sp>
        <p:nvSpPr>
          <p:cNvPr id="275" name="CustomShape 8"/>
          <p:cNvSpPr/>
          <p:nvPr/>
        </p:nvSpPr>
        <p:spPr>
          <a:xfrm>
            <a:off x="650880" y="644760"/>
            <a:ext cx="2142720" cy="2142720"/>
          </a:xfrm>
          <a:prstGeom prst="rect">
            <a:avLst/>
          </a:prstGeom>
          <a:noFill/>
          <a:ln>
            <a:noFill/>
          </a:ln>
        </p:spPr>
        <p:style>
          <a:lnRef idx="0"/>
          <a:fillRef idx="0"/>
          <a:effectRef idx="0"/>
          <a:fontRef idx="minor"/>
        </p:style>
      </p:sp>
      <p:sp>
        <p:nvSpPr>
          <p:cNvPr id="276" name="CustomShape 9"/>
          <p:cNvSpPr/>
          <p:nvPr/>
        </p:nvSpPr>
        <p:spPr>
          <a:xfrm>
            <a:off x="2507760" y="2879640"/>
            <a:ext cx="3676320" cy="701640"/>
          </a:xfrm>
          <a:prstGeom prst="rect">
            <a:avLst/>
          </a:prstGeom>
          <a:gradFill>
            <a:gsLst>
              <a:gs pos="0">
                <a:srgbClr val="9c2f2c"/>
              </a:gs>
              <a:gs pos="100000">
                <a:srgbClr val="cb3d39"/>
              </a:gs>
            </a:gsLst>
            <a:lin ang="16200000"/>
          </a:gradFill>
          <a:ln>
            <a:noFill/>
          </a:ln>
          <a:effectLst>
            <a:outerShdw dist="23040" dir="5400000">
              <a:srgbClr val="000000">
                <a:alpha val="35000"/>
              </a:srgbClr>
            </a:outerShdw>
          </a:effectLst>
        </p:spPr>
        <p:style>
          <a:lnRef idx="0"/>
          <a:fillRef idx="0"/>
          <a:effectRef idx="0"/>
          <a:fontRef idx="minor"/>
        </p:style>
        <p:txBody>
          <a:bodyPr lIns="45720" rIns="45720"/>
          <a:p>
            <a:pPr algn="ctr">
              <a:lnSpc>
                <a:spcPct val="100000"/>
              </a:lnSpc>
            </a:pPr>
            <a:r>
              <a:rPr b="1" lang="fr-FR" sz="2000" spc="-1" strike="noStrike">
                <a:solidFill>
                  <a:srgbClr val="ffffff"/>
                </a:solidFill>
                <a:uFill>
                  <a:solidFill>
                    <a:srgbClr val="ffffff"/>
                  </a:solidFill>
                </a:uFill>
                <a:latin typeface="Arial"/>
              </a:rPr>
              <a:t>Les traits de personnalité </a:t>
            </a:r>
            <a:endParaRPr b="0" lang="fr-FR" sz="2000" spc="-1" strike="noStrike">
              <a:solidFill>
                <a:srgbClr val="000000"/>
              </a:solidFill>
              <a:uFill>
                <a:solidFill>
                  <a:srgbClr val="ffffff"/>
                </a:solidFill>
              </a:uFill>
              <a:latin typeface="Arial"/>
            </a:endParaRPr>
          </a:p>
          <a:p>
            <a:pPr algn="ctr">
              <a:lnSpc>
                <a:spcPct val="100000"/>
              </a:lnSpc>
            </a:pPr>
            <a:r>
              <a:rPr b="1" lang="fr-FR" sz="2000" spc="-1" strike="noStrike">
                <a:solidFill>
                  <a:srgbClr val="ffffff"/>
                </a:solidFill>
                <a:uFill>
                  <a:solidFill>
                    <a:srgbClr val="ffffff"/>
                  </a:solidFill>
                </a:uFill>
                <a:latin typeface="Arial"/>
              </a:rPr>
              <a:t>qui font la différence</a:t>
            </a:r>
            <a:endParaRPr b="0" lang="fr-FR" sz="2000" spc="-1" strike="noStrike">
              <a:solidFill>
                <a:srgbClr val="000000"/>
              </a:solidFill>
              <a:uFill>
                <a:solidFill>
                  <a:srgbClr val="ffffff"/>
                </a:solidFill>
              </a:uFill>
              <a:latin typeface="Arial"/>
            </a:endParaRPr>
          </a:p>
        </p:txBody>
      </p:sp>
      <p:pic>
        <p:nvPicPr>
          <p:cNvPr id="277" name="Picture 4" descr=""/>
          <p:cNvPicPr/>
          <p:nvPr/>
        </p:nvPicPr>
        <p:blipFill>
          <a:blip r:embed="rId1"/>
          <a:stretch/>
        </p:blipFill>
        <p:spPr>
          <a:xfrm>
            <a:off x="7027560" y="3660120"/>
            <a:ext cx="1275120" cy="1619640"/>
          </a:xfrm>
          <a:prstGeom prst="rect">
            <a:avLst/>
          </a:prstGeom>
          <a:ln>
            <a:noFill/>
          </a:ln>
        </p:spPr>
      </p:pic>
      <p:pic>
        <p:nvPicPr>
          <p:cNvPr id="278" name="Picture 5" descr=""/>
          <p:cNvPicPr/>
          <p:nvPr/>
        </p:nvPicPr>
        <p:blipFill>
          <a:blip r:embed="rId2"/>
          <a:stretch/>
        </p:blipFill>
        <p:spPr>
          <a:xfrm>
            <a:off x="131760" y="3632400"/>
            <a:ext cx="2074680" cy="1590480"/>
          </a:xfrm>
          <a:prstGeom prst="rect">
            <a:avLst/>
          </a:prstGeom>
          <a:ln>
            <a:noFill/>
          </a:ln>
        </p:spPr>
      </p:pic>
      <p:pic>
        <p:nvPicPr>
          <p:cNvPr id="279" name="Picture 9" descr=""/>
          <p:cNvPicPr/>
          <p:nvPr/>
        </p:nvPicPr>
        <p:blipFill>
          <a:blip r:embed="rId3"/>
          <a:stretch/>
        </p:blipFill>
        <p:spPr>
          <a:xfrm>
            <a:off x="7278120" y="1006560"/>
            <a:ext cx="1686240" cy="1609200"/>
          </a:xfrm>
          <a:prstGeom prst="rect">
            <a:avLst/>
          </a:prstGeom>
          <a:ln>
            <a:noFill/>
          </a:ln>
        </p:spPr>
      </p:pic>
      <p:pic>
        <p:nvPicPr>
          <p:cNvPr id="280" name="Picture 10" descr=""/>
          <p:cNvPicPr/>
          <p:nvPr/>
        </p:nvPicPr>
        <p:blipFill>
          <a:blip r:embed="rId4"/>
          <a:stretch/>
        </p:blipFill>
        <p:spPr>
          <a:xfrm>
            <a:off x="2538000" y="951840"/>
            <a:ext cx="1969920" cy="1476000"/>
          </a:xfrm>
          <a:prstGeom prst="rect">
            <a:avLst/>
          </a:prstGeom>
          <a:ln>
            <a:noFill/>
          </a:ln>
        </p:spPr>
      </p:pic>
      <p:pic>
        <p:nvPicPr>
          <p:cNvPr id="281" name="Picture 11" descr=""/>
          <p:cNvPicPr/>
          <p:nvPr/>
        </p:nvPicPr>
        <p:blipFill>
          <a:blip r:embed="rId5"/>
          <a:stretch/>
        </p:blipFill>
        <p:spPr>
          <a:xfrm>
            <a:off x="2538000" y="3651120"/>
            <a:ext cx="1461960" cy="1461960"/>
          </a:xfrm>
          <a:prstGeom prst="rect">
            <a:avLst/>
          </a:prstGeom>
          <a:ln>
            <a:noFill/>
          </a:ln>
        </p:spPr>
      </p:pic>
      <p:pic>
        <p:nvPicPr>
          <p:cNvPr id="282" name="Picture 12" descr=""/>
          <p:cNvPicPr/>
          <p:nvPr/>
        </p:nvPicPr>
        <p:blipFill>
          <a:blip r:embed="rId6"/>
          <a:stretch/>
        </p:blipFill>
        <p:spPr>
          <a:xfrm>
            <a:off x="4987080" y="1006560"/>
            <a:ext cx="1850040" cy="1231200"/>
          </a:xfrm>
          <a:prstGeom prst="rect">
            <a:avLst/>
          </a:prstGeom>
          <a:ln>
            <a:noFill/>
          </a:ln>
        </p:spPr>
      </p:pic>
      <p:sp>
        <p:nvSpPr>
          <p:cNvPr id="283" name="CustomShape 10"/>
          <p:cNvSpPr/>
          <p:nvPr/>
        </p:nvSpPr>
        <p:spPr>
          <a:xfrm>
            <a:off x="63360" y="60120"/>
            <a:ext cx="9080640" cy="579240"/>
          </a:xfrm>
          <a:prstGeom prst="rect">
            <a:avLst/>
          </a:prstGeom>
          <a:noFill/>
          <a:ln w="12600">
            <a:noFill/>
          </a:ln>
        </p:spPr>
        <p:style>
          <a:lnRef idx="0"/>
          <a:fillRef idx="0"/>
          <a:effectRef idx="0"/>
          <a:fontRef idx="minor"/>
        </p:style>
        <p:txBody>
          <a:bodyPr lIns="45720" rIns="45720"/>
          <a:p>
            <a:pPr algn="ctr">
              <a:lnSpc>
                <a:spcPct val="100000"/>
              </a:lnSpc>
            </a:pPr>
            <a:r>
              <a:rPr b="0" lang="fr-FR" sz="3200" spc="-1" strike="noStrike">
                <a:solidFill>
                  <a:srgbClr val="ce0f69"/>
                </a:solidFill>
                <a:uFill>
                  <a:solidFill>
                    <a:srgbClr val="ffffff"/>
                  </a:solidFill>
                </a:uFill>
                <a:latin typeface="Arial"/>
              </a:rPr>
              <a:t>Qui je suis ? </a:t>
            </a:r>
            <a:r>
              <a:rPr b="1" lang="fr-FR" sz="3200" spc="-1" strike="noStrike">
                <a:solidFill>
                  <a:srgbClr val="ce0f69"/>
                </a:solidFill>
                <a:uFill>
                  <a:solidFill>
                    <a:srgbClr val="ffffff"/>
                  </a:solidFill>
                </a:uFill>
                <a:latin typeface="Arial"/>
              </a:rPr>
              <a:t>Ma personnalité et mon potentiel</a:t>
            </a:r>
            <a:endParaRPr b="0" lang="fr-FR" sz="3200" spc="-1" strike="noStrike">
              <a:solidFill>
                <a:srgbClr val="000000"/>
              </a:solidFill>
              <a:uFill>
                <a:solidFill>
                  <a:srgbClr val="ffffff"/>
                </a:solidFill>
              </a:uFill>
              <a:latin typeface="Arial"/>
            </a:endParaRPr>
          </a:p>
        </p:txBody>
      </p:sp>
      <p:sp>
        <p:nvSpPr>
          <p:cNvPr id="284" name="CustomShape 11"/>
          <p:cNvSpPr/>
          <p:nvPr/>
        </p:nvSpPr>
        <p:spPr>
          <a:xfrm>
            <a:off x="222480" y="2685960"/>
            <a:ext cx="1850400" cy="335160"/>
          </a:xfrm>
          <a:prstGeom prst="rect">
            <a:avLst/>
          </a:prstGeom>
          <a:gradFill>
            <a:gsLst>
              <a:gs pos="0">
                <a:srgbClr val="cc6d20"/>
              </a:gs>
              <a:gs pos="100000">
                <a:srgbClr val="ff9033"/>
              </a:gs>
            </a:gsLst>
            <a:lin ang="16200000"/>
          </a:gradFill>
          <a:ln>
            <a:noFill/>
          </a:ln>
          <a:effectLst>
            <a:outerShdw dist="23040" dir="5400000">
              <a:srgbClr val="000000">
                <a:alpha val="35000"/>
              </a:srgbClr>
            </a:outerShdw>
          </a:effectLst>
        </p:spPr>
        <p:style>
          <a:lnRef idx="0"/>
          <a:fillRef idx="0"/>
          <a:effectRef idx="0"/>
          <a:fontRef idx="minor"/>
        </p:style>
        <p:txBody>
          <a:bodyPr lIns="45720" rIns="45720"/>
          <a:p>
            <a:pPr algn="ctr">
              <a:lnSpc>
                <a:spcPct val="100000"/>
              </a:lnSpc>
            </a:pPr>
            <a:r>
              <a:rPr b="1" lang="fr-FR" sz="1600" spc="-1" strike="noStrike">
                <a:solidFill>
                  <a:srgbClr val="ffffff"/>
                </a:solidFill>
                <a:uFill>
                  <a:solidFill>
                    <a:srgbClr val="ffffff"/>
                  </a:solidFill>
                </a:uFill>
                <a:latin typeface="Arial"/>
              </a:rPr>
              <a:t>Un bon mental</a:t>
            </a:r>
            <a:endParaRPr b="0" lang="fr-FR" sz="1600" spc="-1" strike="noStrike">
              <a:solidFill>
                <a:srgbClr val="000000"/>
              </a:solidFill>
              <a:uFill>
                <a:solidFill>
                  <a:srgbClr val="ffffff"/>
                </a:solidFill>
              </a:uFill>
              <a:latin typeface="Arial"/>
            </a:endParaRPr>
          </a:p>
        </p:txBody>
      </p:sp>
      <p:sp>
        <p:nvSpPr>
          <p:cNvPr id="285" name="CustomShape 12"/>
          <p:cNvSpPr/>
          <p:nvPr/>
        </p:nvSpPr>
        <p:spPr>
          <a:xfrm>
            <a:off x="4987080" y="2158920"/>
            <a:ext cx="1819800" cy="578520"/>
          </a:xfrm>
          <a:prstGeom prst="rect">
            <a:avLst/>
          </a:prstGeom>
          <a:gradFill>
            <a:gsLst>
              <a:gs pos="0">
                <a:srgbClr val="779637"/>
              </a:gs>
              <a:gs pos="100000">
                <a:srgbClr val="9bc348"/>
              </a:gs>
            </a:gsLst>
            <a:lin ang="16200000"/>
          </a:gradFill>
          <a:ln>
            <a:noFill/>
          </a:ln>
          <a:effectLst>
            <a:outerShdw dist="23040" dir="5400000">
              <a:srgbClr val="000000">
                <a:alpha val="35000"/>
              </a:srgbClr>
            </a:outerShdw>
          </a:effectLst>
        </p:spPr>
        <p:style>
          <a:lnRef idx="0"/>
          <a:fillRef idx="0"/>
          <a:effectRef idx="0"/>
          <a:fontRef idx="minor"/>
        </p:style>
        <p:txBody>
          <a:bodyPr lIns="45720" rIns="45720"/>
          <a:p>
            <a:pPr algn="ctr">
              <a:lnSpc>
                <a:spcPct val="100000"/>
              </a:lnSpc>
            </a:pPr>
            <a:r>
              <a:rPr b="1" lang="fr-FR" sz="1600" spc="-1" strike="noStrike">
                <a:solidFill>
                  <a:srgbClr val="ffffff"/>
                </a:solidFill>
                <a:uFill>
                  <a:solidFill>
                    <a:srgbClr val="ffffff"/>
                  </a:solidFill>
                </a:uFill>
                <a:latin typeface="Arial"/>
              </a:rPr>
              <a:t>Une aisance relationnelle</a:t>
            </a:r>
            <a:endParaRPr b="0" lang="fr-FR" sz="1600" spc="-1" strike="noStrike">
              <a:solidFill>
                <a:srgbClr val="000000"/>
              </a:solidFill>
              <a:uFill>
                <a:solidFill>
                  <a:srgbClr val="ffffff"/>
                </a:solidFill>
              </a:uFill>
              <a:latin typeface="Arial"/>
            </a:endParaRPr>
          </a:p>
        </p:txBody>
      </p:sp>
      <p:sp>
        <p:nvSpPr>
          <p:cNvPr id="286" name="CustomShape 13"/>
          <p:cNvSpPr/>
          <p:nvPr/>
        </p:nvSpPr>
        <p:spPr>
          <a:xfrm>
            <a:off x="7242120" y="2616120"/>
            <a:ext cx="1722240" cy="578520"/>
          </a:xfrm>
          <a:prstGeom prst="rect">
            <a:avLst/>
          </a:prstGeom>
          <a:gradFill>
            <a:gsLst>
              <a:gs pos="0">
                <a:srgbClr val="2e5f99"/>
              </a:gs>
              <a:gs pos="100000">
                <a:srgbClr val="3c7ac7"/>
              </a:gs>
            </a:gsLst>
            <a:lin ang="16200000"/>
          </a:gradFill>
          <a:ln>
            <a:noFill/>
          </a:ln>
          <a:effectLst>
            <a:outerShdw dist="23040" dir="5400000">
              <a:srgbClr val="000000">
                <a:alpha val="35000"/>
              </a:srgbClr>
            </a:outerShdw>
          </a:effectLst>
        </p:spPr>
        <p:style>
          <a:lnRef idx="0"/>
          <a:fillRef idx="0"/>
          <a:effectRef idx="0"/>
          <a:fontRef idx="minor"/>
        </p:style>
        <p:txBody>
          <a:bodyPr lIns="45720" rIns="45720"/>
          <a:p>
            <a:pPr algn="ctr">
              <a:lnSpc>
                <a:spcPct val="100000"/>
              </a:lnSpc>
            </a:pPr>
            <a:r>
              <a:rPr b="1" lang="fr-FR" sz="1600" spc="-1" strike="noStrike">
                <a:solidFill>
                  <a:srgbClr val="ffffff"/>
                </a:solidFill>
                <a:uFill>
                  <a:solidFill>
                    <a:srgbClr val="ffffff"/>
                  </a:solidFill>
                </a:uFill>
                <a:latin typeface="Arial"/>
              </a:rPr>
              <a:t>Capacité</a:t>
            </a:r>
            <a:r>
              <a:rPr b="1" lang="fr-FR" sz="1600" spc="-1" strike="noStrike">
                <a:solidFill>
                  <a:srgbClr val="000000"/>
                </a:solidFill>
                <a:uFill>
                  <a:solidFill>
                    <a:srgbClr val="ffffff"/>
                  </a:solidFill>
                </a:uFill>
                <a:latin typeface="Arial"/>
              </a:rPr>
              <a:t> </a:t>
            </a:r>
            <a:r>
              <a:rPr b="1" lang="fr-FR" sz="1600" spc="-1" strike="noStrike">
                <a:solidFill>
                  <a:srgbClr val="ffffff"/>
                </a:solidFill>
                <a:uFill>
                  <a:solidFill>
                    <a:srgbClr val="ffffff"/>
                  </a:solidFill>
                </a:uFill>
                <a:latin typeface="Arial"/>
              </a:rPr>
              <a:t>d’initiative</a:t>
            </a:r>
            <a:endParaRPr b="0" lang="fr-FR" sz="1600" spc="-1" strike="noStrike">
              <a:solidFill>
                <a:srgbClr val="000000"/>
              </a:solidFill>
              <a:uFill>
                <a:solidFill>
                  <a:srgbClr val="ffffff"/>
                </a:solidFill>
              </a:uFill>
              <a:latin typeface="Arial"/>
            </a:endParaRPr>
          </a:p>
        </p:txBody>
      </p:sp>
      <p:sp>
        <p:nvSpPr>
          <p:cNvPr id="287" name="CustomShape 14"/>
          <p:cNvSpPr/>
          <p:nvPr/>
        </p:nvSpPr>
        <p:spPr>
          <a:xfrm>
            <a:off x="7027560" y="5192640"/>
            <a:ext cx="1800000" cy="578520"/>
          </a:xfrm>
          <a:prstGeom prst="rect">
            <a:avLst/>
          </a:prstGeom>
          <a:gradFill>
            <a:gsLst>
              <a:gs pos="0">
                <a:srgbClr val="ffffff"/>
              </a:gs>
              <a:gs pos="100000">
                <a:srgbClr val="7e7e7e"/>
              </a:gs>
            </a:gsLst>
            <a:path path="circle"/>
          </a:gradFill>
          <a:ln w="12600">
            <a:noFill/>
          </a:ln>
        </p:spPr>
        <p:style>
          <a:lnRef idx="0"/>
          <a:fillRef idx="0"/>
          <a:effectRef idx="0"/>
          <a:fontRef idx="minor"/>
        </p:style>
        <p:txBody>
          <a:bodyPr lIns="45720" rIns="45720"/>
          <a:p>
            <a:pPr algn="ctr">
              <a:lnSpc>
                <a:spcPct val="100000"/>
              </a:lnSpc>
            </a:pPr>
            <a:r>
              <a:rPr b="1" lang="fr-FR" sz="1600" spc="-1" strike="noStrike">
                <a:solidFill>
                  <a:srgbClr val="000000"/>
                </a:solidFill>
                <a:uFill>
                  <a:solidFill>
                    <a:srgbClr val="ffffff"/>
                  </a:solidFill>
                </a:uFill>
                <a:latin typeface="Arial"/>
              </a:rPr>
              <a:t>Sens de l’organisation</a:t>
            </a:r>
            <a:endParaRPr b="0" lang="fr-FR" sz="1600" spc="-1" strike="noStrike">
              <a:solidFill>
                <a:srgbClr val="000000"/>
              </a:solidFill>
              <a:uFill>
                <a:solidFill>
                  <a:srgbClr val="ffffff"/>
                </a:solidFill>
              </a:uFill>
              <a:latin typeface="Arial"/>
            </a:endParaRPr>
          </a:p>
        </p:txBody>
      </p:sp>
      <p:sp>
        <p:nvSpPr>
          <p:cNvPr id="288" name="CustomShape 15"/>
          <p:cNvSpPr/>
          <p:nvPr/>
        </p:nvSpPr>
        <p:spPr>
          <a:xfrm>
            <a:off x="2664000" y="5134320"/>
            <a:ext cx="1432440" cy="821880"/>
          </a:xfrm>
          <a:prstGeom prst="rect">
            <a:avLst/>
          </a:prstGeom>
          <a:gradFill>
            <a:gsLst>
              <a:gs pos="0">
                <a:srgbClr val="2e5f99"/>
              </a:gs>
              <a:gs pos="100000">
                <a:srgbClr val="3c7ac7"/>
              </a:gs>
            </a:gsLst>
            <a:lin ang="16200000"/>
          </a:gradFill>
          <a:ln>
            <a:noFill/>
          </a:ln>
          <a:effectLst>
            <a:outerShdw dist="23040" dir="5400000">
              <a:srgbClr val="000000">
                <a:alpha val="35000"/>
              </a:srgbClr>
            </a:outerShdw>
          </a:effectLst>
        </p:spPr>
        <p:style>
          <a:lnRef idx="0"/>
          <a:fillRef idx="0"/>
          <a:effectRef idx="0"/>
          <a:fontRef idx="minor"/>
        </p:style>
        <p:txBody>
          <a:bodyPr lIns="45720" rIns="45720"/>
          <a:p>
            <a:pPr algn="ctr">
              <a:lnSpc>
                <a:spcPct val="100000"/>
              </a:lnSpc>
            </a:pPr>
            <a:r>
              <a:rPr b="1" lang="fr-FR" sz="1600" spc="-1" strike="noStrike">
                <a:solidFill>
                  <a:srgbClr val="ffffff"/>
                </a:solidFill>
                <a:uFill>
                  <a:solidFill>
                    <a:srgbClr val="ffffff"/>
                  </a:solidFill>
                </a:uFill>
                <a:latin typeface="Arial"/>
              </a:rPr>
              <a:t>Capacité à prendre des décisions</a:t>
            </a:r>
            <a:endParaRPr b="0" lang="fr-FR" sz="1600" spc="-1" strike="noStrike">
              <a:solidFill>
                <a:srgbClr val="000000"/>
              </a:solidFill>
              <a:uFill>
                <a:solidFill>
                  <a:srgbClr val="ffffff"/>
                </a:solidFill>
              </a:uFill>
              <a:latin typeface="Arial"/>
            </a:endParaRPr>
          </a:p>
        </p:txBody>
      </p:sp>
      <p:sp>
        <p:nvSpPr>
          <p:cNvPr id="289" name="CustomShape 16"/>
          <p:cNvSpPr/>
          <p:nvPr/>
        </p:nvSpPr>
        <p:spPr>
          <a:xfrm>
            <a:off x="227880" y="5253480"/>
            <a:ext cx="1728000" cy="578520"/>
          </a:xfrm>
          <a:prstGeom prst="rect">
            <a:avLst/>
          </a:prstGeom>
          <a:gradFill>
            <a:gsLst>
              <a:gs pos="0">
                <a:srgbClr val="ffffff"/>
              </a:gs>
              <a:gs pos="100000">
                <a:srgbClr val="7e7e7e"/>
              </a:gs>
            </a:gsLst>
            <a:path path="circle"/>
          </a:gradFill>
          <a:ln w="12600">
            <a:noFill/>
          </a:ln>
        </p:spPr>
        <p:style>
          <a:lnRef idx="0"/>
          <a:fillRef idx="0"/>
          <a:effectRef idx="0"/>
          <a:fontRef idx="minor"/>
        </p:style>
        <p:txBody>
          <a:bodyPr lIns="45720" rIns="45720"/>
          <a:p>
            <a:pPr algn="ctr">
              <a:lnSpc>
                <a:spcPct val="100000"/>
              </a:lnSpc>
            </a:pPr>
            <a:r>
              <a:rPr b="1" lang="fr-FR" sz="1600" spc="-1" strike="noStrike">
                <a:solidFill>
                  <a:srgbClr val="000000"/>
                </a:solidFill>
                <a:uFill>
                  <a:solidFill>
                    <a:srgbClr val="ffffff"/>
                  </a:solidFill>
                </a:uFill>
                <a:latin typeface="Arial"/>
              </a:rPr>
              <a:t>Sens des responsabilités</a:t>
            </a:r>
            <a:endParaRPr b="0" lang="fr-FR" sz="1600" spc="-1" strike="noStrike">
              <a:solidFill>
                <a:srgbClr val="000000"/>
              </a:solidFill>
              <a:uFill>
                <a:solidFill>
                  <a:srgbClr val="ffffff"/>
                </a:solidFill>
              </a:uFill>
              <a:latin typeface="Arial"/>
            </a:endParaRPr>
          </a:p>
        </p:txBody>
      </p:sp>
      <p:pic>
        <p:nvPicPr>
          <p:cNvPr id="290" name="Picture 2" descr=""/>
          <p:cNvPicPr/>
          <p:nvPr/>
        </p:nvPicPr>
        <p:blipFill>
          <a:blip r:embed="rId7"/>
          <a:stretch/>
        </p:blipFill>
        <p:spPr>
          <a:xfrm>
            <a:off x="4771080" y="4428720"/>
            <a:ext cx="1383840" cy="1302480"/>
          </a:xfrm>
          <a:prstGeom prst="rect">
            <a:avLst/>
          </a:prstGeom>
          <a:ln>
            <a:noFill/>
          </a:ln>
        </p:spPr>
      </p:pic>
      <p:pic>
        <p:nvPicPr>
          <p:cNvPr id="291" name="Picture 2" descr=""/>
          <p:cNvPicPr/>
          <p:nvPr/>
        </p:nvPicPr>
        <p:blipFill>
          <a:blip r:embed="rId8"/>
          <a:stretch/>
        </p:blipFill>
        <p:spPr>
          <a:xfrm>
            <a:off x="170280" y="1369440"/>
            <a:ext cx="1710000" cy="1282320"/>
          </a:xfrm>
          <a:prstGeom prst="rect">
            <a:avLst/>
          </a:prstGeom>
          <a:ln>
            <a:noFill/>
          </a:ln>
        </p:spPr>
      </p:pic>
    </p:spTree>
  </p:cSld>
  <p:timing>
    <p:tnLst>
      <p:par>
        <p:cTn id="1" dur="indefinite" restart="never" nodeType="tmRoot">
          <p:childTnLst>
            <p:seq>
              <p:cTn id="2" dur="indefinite" nodeType="mainSeq">
                <p:childTnLst>
                  <p:par>
                    <p:cTn id="3" fill="hold">
                      <p:stCondLst>
                        <p:cond delay="0"/>
                      </p:stCondLst>
                      <p:childTnLst>
                        <p:par>
                          <p:cTn id="4" fill="hold">
                            <p:stCondLst>
                              <p:cond delay="0"/>
                            </p:stCondLst>
                            <p:childTnLst>
                              <p:par>
                                <p:cTn id="5" nodeType="afterEffect" fill="hold" presetClass="entr" presetID="1">
                                  <p:stCondLst>
                                    <p:cond delay="0"/>
                                  </p:stCondLst>
                                  <p:childTnLst>
                                    <p:set>
                                      <p:cBhvr>
                                        <p:cTn id="6" dur="1" fill="hold">
                                          <p:stCondLst>
                                            <p:cond delay="499"/>
                                          </p:stCondLst>
                                        </p:cTn>
                                        <p:tgtEl>
                                          <p:spTgt spid="284"/>
                                        </p:tgtEl>
                                        <p:attrNameLst>
                                          <p:attrName>style.visibility</p:attrName>
                                        </p:attrNameLst>
                                      </p:cBhvr>
                                      <p:to>
                                        <p:strVal val="visible"/>
                                      </p:to>
                                    </p:set>
                                  </p:childTnLst>
                                </p:cTn>
                              </p:par>
                            </p:childTnLst>
                          </p:cTn>
                        </p:par>
                        <p:par>
                          <p:cTn id="7" fill="hold">
                            <p:stCondLst>
                              <p:cond delay="500"/>
                            </p:stCondLst>
                            <p:childTnLst>
                              <p:par>
                                <p:cTn id="8" nodeType="afterEffect" fill="hold" presetClass="entr" presetID="1">
                                  <p:stCondLst>
                                    <p:cond delay="0"/>
                                  </p:stCondLst>
                                  <p:childTnLst>
                                    <p:set>
                                      <p:cBhvr>
                                        <p:cTn id="9" dur="1" fill="hold">
                                          <p:stCondLst>
                                            <p:cond delay="499"/>
                                          </p:stCondLst>
                                        </p:cTn>
                                        <p:tgtEl>
                                          <p:spTgt spid="280"/>
                                        </p:tgtEl>
                                        <p:attrNameLst>
                                          <p:attrName>style.visibility</p:attrName>
                                        </p:attrNameLst>
                                      </p:cBhvr>
                                      <p:to>
                                        <p:strVal val="visible"/>
                                      </p:to>
                                    </p:set>
                                  </p:childTnLst>
                                </p:cTn>
                              </p:par>
                            </p:childTnLst>
                          </p:cTn>
                        </p:par>
                        <p:par>
                          <p:cTn id="10" fill="hold">
                            <p:stCondLst>
                              <p:cond delay="1000"/>
                            </p:stCondLst>
                            <p:childTnLst>
                              <p:par>
                                <p:cTn id="11" nodeType="afterEffect" fill="hold" presetClass="entr" presetID="1">
                                  <p:stCondLst>
                                    <p:cond delay="0"/>
                                  </p:stCondLst>
                                  <p:childTnLst>
                                    <p:set>
                                      <p:cBhvr>
                                        <p:cTn id="12" dur="1" fill="hold">
                                          <p:stCondLst>
                                            <p:cond delay="499"/>
                                          </p:stCondLst>
                                        </p:cTn>
                                        <p:tgtEl>
                                          <p:spTgt spid="282"/>
                                        </p:tgtEl>
                                        <p:attrNameLst>
                                          <p:attrName>style.visibility</p:attrName>
                                        </p:attrNameLst>
                                      </p:cBhvr>
                                      <p:to>
                                        <p:strVal val="visible"/>
                                      </p:to>
                                    </p:set>
                                  </p:childTnLst>
                                </p:cTn>
                              </p:par>
                            </p:childTnLst>
                          </p:cTn>
                        </p:par>
                        <p:par>
                          <p:cTn id="13" fill="hold">
                            <p:stCondLst>
                              <p:cond delay="1500"/>
                            </p:stCondLst>
                            <p:childTnLst>
                              <p:par>
                                <p:cTn id="14" nodeType="afterEffect" fill="hold" presetClass="entr" presetID="1">
                                  <p:stCondLst>
                                    <p:cond delay="0"/>
                                  </p:stCondLst>
                                  <p:childTnLst>
                                    <p:set>
                                      <p:cBhvr>
                                        <p:cTn id="15" dur="1" fill="hold">
                                          <p:stCondLst>
                                            <p:cond delay="499"/>
                                          </p:stCondLst>
                                        </p:cTn>
                                        <p:tgtEl>
                                          <p:spTgt spid="285"/>
                                        </p:tgtEl>
                                        <p:attrNameLst>
                                          <p:attrName>style.visibility</p:attrName>
                                        </p:attrNameLst>
                                      </p:cBhvr>
                                      <p:to>
                                        <p:strVal val="visible"/>
                                      </p:to>
                                    </p:set>
                                  </p:childTnLst>
                                </p:cTn>
                              </p:par>
                            </p:childTnLst>
                          </p:cTn>
                        </p:par>
                        <p:par>
                          <p:cTn id="16" fill="hold">
                            <p:stCondLst>
                              <p:cond delay="2000"/>
                            </p:stCondLst>
                            <p:childTnLst>
                              <p:par>
                                <p:cTn id="17" nodeType="afterEffect" fill="hold" presetClass="entr" presetID="1">
                                  <p:stCondLst>
                                    <p:cond delay="0"/>
                                  </p:stCondLst>
                                  <p:childTnLst>
                                    <p:set>
                                      <p:cBhvr>
                                        <p:cTn id="18" dur="1" fill="hold">
                                          <p:stCondLst>
                                            <p:cond delay="499"/>
                                          </p:stCondLst>
                                        </p:cTn>
                                        <p:tgtEl>
                                          <p:spTgt spid="279"/>
                                        </p:tgtEl>
                                        <p:attrNameLst>
                                          <p:attrName>style.visibility</p:attrName>
                                        </p:attrNameLst>
                                      </p:cBhvr>
                                      <p:to>
                                        <p:strVal val="visible"/>
                                      </p:to>
                                    </p:set>
                                  </p:childTnLst>
                                </p:cTn>
                              </p:par>
                            </p:childTnLst>
                          </p:cTn>
                        </p:par>
                        <p:par>
                          <p:cTn id="19" fill="hold">
                            <p:stCondLst>
                              <p:cond delay="2500"/>
                            </p:stCondLst>
                            <p:childTnLst>
                              <p:par>
                                <p:cTn id="20" nodeType="afterEffect" fill="hold" presetClass="entr" presetID="1">
                                  <p:stCondLst>
                                    <p:cond delay="0"/>
                                  </p:stCondLst>
                                  <p:childTnLst>
                                    <p:set>
                                      <p:cBhvr>
                                        <p:cTn id="21" dur="1" fill="hold">
                                          <p:stCondLst>
                                            <p:cond delay="499"/>
                                          </p:stCondLst>
                                        </p:cTn>
                                        <p:tgtEl>
                                          <p:spTgt spid="286"/>
                                        </p:tgtEl>
                                        <p:attrNameLst>
                                          <p:attrName>style.visibility</p:attrName>
                                        </p:attrNameLst>
                                      </p:cBhvr>
                                      <p:to>
                                        <p:strVal val="visible"/>
                                      </p:to>
                                    </p:set>
                                  </p:childTnLst>
                                </p:cTn>
                              </p:par>
                            </p:childTnLst>
                          </p:cTn>
                        </p:par>
                        <p:par>
                          <p:cTn id="22" fill="hold">
                            <p:stCondLst>
                              <p:cond delay="3000"/>
                            </p:stCondLst>
                            <p:childTnLst>
                              <p:par>
                                <p:cTn id="23" nodeType="afterEffect" fill="hold" presetClass="entr" presetID="1">
                                  <p:stCondLst>
                                    <p:cond delay="0"/>
                                  </p:stCondLst>
                                  <p:childTnLst>
                                    <p:set>
                                      <p:cBhvr>
                                        <p:cTn id="24" dur="1" fill="hold">
                                          <p:stCondLst>
                                            <p:cond delay="499"/>
                                          </p:stCondLst>
                                        </p:cTn>
                                        <p:tgtEl>
                                          <p:spTgt spid="278"/>
                                        </p:tgtEl>
                                        <p:attrNameLst>
                                          <p:attrName>style.visibility</p:attrName>
                                        </p:attrNameLst>
                                      </p:cBhvr>
                                      <p:to>
                                        <p:strVal val="visible"/>
                                      </p:to>
                                    </p:set>
                                  </p:childTnLst>
                                </p:cTn>
                              </p:par>
                            </p:childTnLst>
                          </p:cTn>
                        </p:par>
                        <p:par>
                          <p:cTn id="25" fill="hold">
                            <p:stCondLst>
                              <p:cond delay="3500"/>
                            </p:stCondLst>
                            <p:childTnLst>
                              <p:par>
                                <p:cTn id="26" nodeType="afterEffect" fill="hold" presetClass="entr" presetID="1">
                                  <p:stCondLst>
                                    <p:cond delay="0"/>
                                  </p:stCondLst>
                                  <p:childTnLst>
                                    <p:set>
                                      <p:cBhvr>
                                        <p:cTn id="27" dur="1" fill="hold">
                                          <p:stCondLst>
                                            <p:cond delay="499"/>
                                          </p:stCondLst>
                                        </p:cTn>
                                        <p:tgtEl>
                                          <p:spTgt spid="289"/>
                                        </p:tgtEl>
                                        <p:attrNameLst>
                                          <p:attrName>style.visibility</p:attrName>
                                        </p:attrNameLst>
                                      </p:cBhvr>
                                      <p:to>
                                        <p:strVal val="visible"/>
                                      </p:to>
                                    </p:set>
                                  </p:childTnLst>
                                </p:cTn>
                              </p:par>
                            </p:childTnLst>
                          </p:cTn>
                        </p:par>
                        <p:par>
                          <p:cTn id="28" fill="hold">
                            <p:stCondLst>
                              <p:cond delay="4000"/>
                            </p:stCondLst>
                            <p:childTnLst>
                              <p:par>
                                <p:cTn id="29" nodeType="afterEffect" fill="hold" presetClass="entr" presetID="1">
                                  <p:stCondLst>
                                    <p:cond delay="0"/>
                                  </p:stCondLst>
                                  <p:childTnLst>
                                    <p:set>
                                      <p:cBhvr>
                                        <p:cTn id="30" dur="1" fill="hold">
                                          <p:stCondLst>
                                            <p:cond delay="499"/>
                                          </p:stCondLst>
                                        </p:cTn>
                                        <p:tgtEl>
                                          <p:spTgt spid="281"/>
                                        </p:tgtEl>
                                        <p:attrNameLst>
                                          <p:attrName>style.visibility</p:attrName>
                                        </p:attrNameLst>
                                      </p:cBhvr>
                                      <p:to>
                                        <p:strVal val="visible"/>
                                      </p:to>
                                    </p:set>
                                  </p:childTnLst>
                                </p:cTn>
                              </p:par>
                            </p:childTnLst>
                          </p:cTn>
                        </p:par>
                        <p:par>
                          <p:cTn id="31" fill="hold">
                            <p:stCondLst>
                              <p:cond delay="4500"/>
                            </p:stCondLst>
                            <p:childTnLst>
                              <p:par>
                                <p:cTn id="32" nodeType="afterEffect" fill="hold" presetClass="entr" presetID="1">
                                  <p:stCondLst>
                                    <p:cond delay="0"/>
                                  </p:stCondLst>
                                  <p:childTnLst>
                                    <p:set>
                                      <p:cBhvr>
                                        <p:cTn id="33" dur="1" fill="hold">
                                          <p:stCondLst>
                                            <p:cond delay="499"/>
                                          </p:stCondLst>
                                        </p:cTn>
                                        <p:tgtEl>
                                          <p:spTgt spid="288"/>
                                        </p:tgtEl>
                                        <p:attrNameLst>
                                          <p:attrName>style.visibility</p:attrName>
                                        </p:attrNameLst>
                                      </p:cBhvr>
                                      <p:to>
                                        <p:strVal val="visible"/>
                                      </p:to>
                                    </p:set>
                                  </p:childTnLst>
                                </p:cTn>
                              </p:par>
                            </p:childTnLst>
                          </p:cTn>
                        </p:par>
                        <p:par>
                          <p:cTn id="34" fill="hold">
                            <p:stCondLst>
                              <p:cond delay="5000"/>
                            </p:stCondLst>
                            <p:childTnLst>
                              <p:par>
                                <p:cTn id="35" nodeType="afterEffect" fill="hold" presetClass="entr" presetID="1">
                                  <p:stCondLst>
                                    <p:cond delay="0"/>
                                  </p:stCondLst>
                                  <p:childTnLst>
                                    <p:set>
                                      <p:cBhvr>
                                        <p:cTn id="36" dur="1" fill="hold">
                                          <p:stCondLst>
                                            <p:cond delay="499"/>
                                          </p:stCondLst>
                                        </p:cTn>
                                        <p:tgtEl>
                                          <p:spTgt spid="290"/>
                                        </p:tgtEl>
                                        <p:attrNameLst>
                                          <p:attrName>style.visibility</p:attrName>
                                        </p:attrNameLst>
                                      </p:cBhvr>
                                      <p:to>
                                        <p:strVal val="visible"/>
                                      </p:to>
                                    </p:set>
                                  </p:childTnLst>
                                </p:cTn>
                              </p:par>
                            </p:childTnLst>
                          </p:cTn>
                        </p:par>
                        <p:par>
                          <p:cTn id="37" fill="hold">
                            <p:stCondLst>
                              <p:cond delay="5500"/>
                            </p:stCondLst>
                            <p:childTnLst>
                              <p:par>
                                <p:cTn id="38" nodeType="afterEffect" fill="hold" presetClass="entr" presetID="1">
                                  <p:stCondLst>
                                    <p:cond delay="0"/>
                                  </p:stCondLst>
                                  <p:childTnLst>
                                    <p:set>
                                      <p:cBhvr>
                                        <p:cTn id="39" dur="1" fill="hold">
                                          <p:stCondLst>
                                            <p:cond delay="499"/>
                                          </p:stCondLst>
                                        </p:cTn>
                                        <p:tgtEl>
                                          <p:spTgt spid="277"/>
                                        </p:tgtEl>
                                        <p:attrNameLst>
                                          <p:attrName>style.visibility</p:attrName>
                                        </p:attrNameLst>
                                      </p:cBhvr>
                                      <p:to>
                                        <p:strVal val="visible"/>
                                      </p:to>
                                    </p:set>
                                  </p:childTnLst>
                                </p:cTn>
                              </p:par>
                            </p:childTnLst>
                          </p:cTn>
                        </p:par>
                        <p:par>
                          <p:cTn id="40" fill="hold">
                            <p:stCondLst>
                              <p:cond delay="6000"/>
                            </p:stCondLst>
                            <p:childTnLst>
                              <p:par>
                                <p:cTn id="41" nodeType="afterEffect" fill="hold" presetClass="entr" presetID="1">
                                  <p:stCondLst>
                                    <p:cond delay="0"/>
                                  </p:stCondLst>
                                  <p:childTnLst>
                                    <p:set>
                                      <p:cBhvr>
                                        <p:cTn id="42" dur="1" fill="hold">
                                          <p:stCondLst>
                                            <p:cond delay="499"/>
                                          </p:stCondLst>
                                        </p:cTn>
                                        <p:tgtEl>
                                          <p:spTgt spid="287"/>
                                        </p:tgtEl>
                                        <p:attrNameLst>
                                          <p:attrName>style.visibility</p:attrName>
                                        </p:attrNameLst>
                                      </p:cBhvr>
                                      <p:to>
                                        <p:strVal val="visible"/>
                                      </p:to>
                                    </p:set>
                                  </p:childTnLst>
                                </p:cTn>
                              </p:par>
                            </p:childTnLst>
                          </p:cTn>
                        </p:par>
                        <p:par>
                          <p:cTn id="43" fill="hold">
                            <p:stCondLst>
                              <p:cond delay="6500"/>
                            </p:stCondLst>
                            <p:childTnLst>
                              <p:par>
                                <p:cTn id="44" nodeType="afterEffect" fill="hold" presetClass="emph" presetID="32">
                                  <p:stCondLst>
                                    <p:cond delay="0"/>
                                  </p:stCondLst>
                                  <p:childTnLst/>
                                </p:cTn>
                              </p:par>
                            </p:childTnLst>
                          </p:cTn>
                        </p:par>
                      </p:childTnLst>
                    </p:cTn>
                  </p:par>
                </p:childTnLst>
              </p:cTn>
              <p:prevCondLst>
                <p:cond delay="0" evt="onPrev">
                  <p:tgtEl>
                    <p:sldTgt/>
                  </p:tgtEl>
                </p:cond>
              </p:prevCondLst>
              <p:nextCondLst>
                <p:cond delay="0" evt="onNext">
                  <p:tgtEl>
                    <p:sldTgt/>
                  </p:tgtEl>
                </p:cond>
              </p:nextCondLst>
            </p:seq>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aphicFrame>
        <p:nvGraphicFramePr>
          <p:cNvPr id="292" name="Table 1"/>
          <p:cNvGraphicFramePr/>
          <p:nvPr/>
        </p:nvGraphicFramePr>
        <p:xfrm>
          <a:off x="0" y="6453360"/>
          <a:ext cx="9143280" cy="542880"/>
        </p:xfrm>
        <a:graphic>
          <a:graphicData uri="http://schemas.openxmlformats.org/drawingml/2006/table">
            <a:tbl>
              <a:tblPr/>
              <a:tblGrid>
                <a:gridCol w="7254360"/>
                <a:gridCol w="1889280"/>
              </a:tblGrid>
              <a:tr h="451440">
                <a:tc>
                  <a:txBody>
                    <a:bodyPr lIns="45720" rIns="45720"/>
                    <a:p>
                      <a:pPr algn="just">
                        <a:lnSpc>
                          <a:spcPct val="100000"/>
                        </a:lnSpc>
                      </a:pPr>
                      <a:endParaRPr b="0" lang="fr-FR" sz="1800" spc="-1" strike="noStrike">
                        <a:solidFill>
                          <a:srgbClr val="000000"/>
                        </a:solidFill>
                        <a:uFill>
                          <a:solidFill>
                            <a:srgbClr val="ffffff"/>
                          </a:solidFill>
                        </a:uFill>
                        <a:latin typeface="Arial"/>
                      </a:endParaRPr>
                    </a:p>
                    <a:p>
                      <a:pPr algn="just">
                        <a:lnSpc>
                          <a:spcPct val="100000"/>
                        </a:lnSpc>
                      </a:pPr>
                      <a:r>
                        <a:rPr b="1" lang="fr-FR" sz="1600" spc="-1" strike="noStrike">
                          <a:solidFill>
                            <a:srgbClr val="ffffff"/>
                          </a:solidFill>
                          <a:uFill>
                            <a:solidFill>
                              <a:srgbClr val="ffffff"/>
                            </a:solidFill>
                          </a:uFill>
                          <a:latin typeface="Arial"/>
                          <a:ea typeface="Arial"/>
                        </a:rPr>
                        <a:t> </a:t>
                      </a:r>
                      <a:endParaRPr b="0" lang="fr-FR" sz="1600" spc="-1" strike="noStrike">
                        <a:solidFill>
                          <a:srgbClr val="000000"/>
                        </a:solidFill>
                        <a:uFill>
                          <a:solidFill>
                            <a:srgbClr val="ffffff"/>
                          </a:solidFill>
                        </a:uFill>
                        <a:latin typeface="Arial"/>
                      </a:endParaRPr>
                    </a:p>
                  </a:txBody>
                  <a:tcPr marL="45720" marR="45720">
                    <a:lnL w="12240">
                      <a:solidFill>
                        <a:srgbClr val="000000"/>
                      </a:solidFill>
                    </a:lnL>
                    <a:lnR w="12240">
                      <a:solidFill>
                        <a:srgbClr val="000000"/>
                      </a:solidFill>
                    </a:lnR>
                    <a:lnT w="12240">
                      <a:solidFill>
                        <a:srgbClr val="000000"/>
                      </a:solidFill>
                    </a:lnT>
                    <a:lnB w="12240">
                      <a:solidFill>
                        <a:srgbClr val="000000"/>
                      </a:solidFill>
                    </a:lnB>
                    <a:solidFill>
                      <a:srgbClr val="ce0f69"/>
                    </a:solidFill>
                  </a:tcPr>
                </a:tc>
                <a:tc>
                  <a:txBody>
                    <a:bodyPr lIns="45720" rIns="45720"/>
                    <a:p>
                      <a:pPr algn="just">
                        <a:lnSpc>
                          <a:spcPct val="100000"/>
                        </a:lnSpc>
                      </a:pPr>
                      <a:r>
                        <a:rPr b="1" lang="fr-FR" sz="1100" spc="-1" strike="noStrike">
                          <a:solidFill>
                            <a:srgbClr val="ffffff"/>
                          </a:solidFill>
                          <a:uFill>
                            <a:solidFill>
                              <a:srgbClr val="ffffff"/>
                            </a:solidFill>
                          </a:uFill>
                          <a:latin typeface="Arial"/>
                          <a:ea typeface="Arial"/>
                        </a:rPr>
                        <a:t>   </a:t>
                      </a:r>
                      <a:endParaRPr b="0" lang="fr-FR" sz="1100" spc="-1" strike="noStrike">
                        <a:solidFill>
                          <a:srgbClr val="000000"/>
                        </a:solidFill>
                        <a:uFill>
                          <a:solidFill>
                            <a:srgbClr val="ffffff"/>
                          </a:solidFill>
                        </a:uFill>
                        <a:latin typeface="Arial"/>
                      </a:endParaRPr>
                    </a:p>
                  </a:txBody>
                  <a:tcPr marL="45720" marR="45720">
                    <a:lnL w="12240">
                      <a:solidFill>
                        <a:srgbClr val="000000"/>
                      </a:solidFill>
                    </a:lnL>
                    <a:lnR w="12240">
                      <a:solidFill>
                        <a:srgbClr val="000000"/>
                      </a:solidFill>
                    </a:lnR>
                    <a:lnT w="12240">
                      <a:solidFill>
                        <a:srgbClr val="000000"/>
                      </a:solidFill>
                    </a:lnT>
                    <a:lnB w="12240">
                      <a:solidFill>
                        <a:srgbClr val="000000"/>
                      </a:solidFill>
                    </a:lnB>
                    <a:solidFill>
                      <a:srgbClr val="ce0f69"/>
                    </a:solidFill>
                  </a:tcPr>
                </a:tc>
              </a:tr>
            </a:tbl>
          </a:graphicData>
        </a:graphic>
      </p:graphicFrame>
      <p:sp>
        <p:nvSpPr>
          <p:cNvPr id="293" name="CustomShape 2"/>
          <p:cNvSpPr/>
          <p:nvPr/>
        </p:nvSpPr>
        <p:spPr>
          <a:xfrm>
            <a:off x="179640" y="0"/>
            <a:ext cx="9868680" cy="7254000"/>
          </a:xfrm>
          <a:prstGeom prst="rect">
            <a:avLst/>
          </a:prstGeom>
          <a:noFill/>
          <a:ln>
            <a:noFill/>
          </a:ln>
        </p:spPr>
        <p:style>
          <a:lnRef idx="0"/>
          <a:fillRef idx="0"/>
          <a:effectRef idx="0"/>
          <a:fontRef idx="minor"/>
        </p:style>
        <p:txBody>
          <a:bodyPr lIns="90000" rIns="90000" tIns="45000" bIns="45000"/>
          <a:p>
            <a:pPr>
              <a:lnSpc>
                <a:spcPct val="100000"/>
              </a:lnSpc>
            </a:pPr>
            <a:r>
              <a:rPr b="0" lang="fr-FR" sz="3200" spc="-1" strike="noStrike">
                <a:solidFill>
                  <a:srgbClr val="ce0f69"/>
                </a:solidFill>
                <a:uFill>
                  <a:solidFill>
                    <a:srgbClr val="ffffff"/>
                  </a:solidFill>
                </a:uFill>
                <a:latin typeface="Arial"/>
              </a:rPr>
              <a:t>Qui je suis ? </a:t>
            </a:r>
            <a:r>
              <a:rPr b="1" lang="fr-FR" sz="3200" spc="-1" strike="noStrike">
                <a:solidFill>
                  <a:srgbClr val="ce0f69"/>
                </a:solidFill>
                <a:uFill>
                  <a:solidFill>
                    <a:srgbClr val="ffffff"/>
                  </a:solidFill>
                </a:uFill>
                <a:latin typeface="Arial"/>
              </a:rPr>
              <a:t>Mes valeurs et engagements</a:t>
            </a:r>
            <a:endParaRPr b="0" lang="fr-FR" sz="3200" spc="-1" strike="noStrike">
              <a:solidFill>
                <a:srgbClr val="000000"/>
              </a:solidFill>
              <a:uFill>
                <a:solidFill>
                  <a:srgbClr val="ffffff"/>
                </a:solidFill>
              </a:uFill>
              <a:latin typeface="Arial"/>
            </a:endParaRPr>
          </a:p>
          <a:p>
            <a:pPr>
              <a:lnSpc>
                <a:spcPct val="100000"/>
              </a:lnSpc>
            </a:pPr>
            <a:r>
              <a:rPr b="0" lang="fr-FR" sz="2400" spc="-1" strike="noStrike">
                <a:solidFill>
                  <a:srgbClr val="84329b"/>
                </a:solidFill>
                <a:uFill>
                  <a:solidFill>
                    <a:srgbClr val="ffffff"/>
                  </a:solidFill>
                </a:uFill>
                <a:latin typeface="Arial"/>
              </a:rPr>
              <a:t> </a:t>
            </a:r>
            <a:endParaRPr b="0" lang="fr-FR" sz="2400" spc="-1" strike="noStrike">
              <a:solidFill>
                <a:srgbClr val="000000"/>
              </a:solidFill>
              <a:uFill>
                <a:solidFill>
                  <a:srgbClr val="ffffff"/>
                </a:solidFill>
              </a:uFill>
              <a:latin typeface="Arial"/>
            </a:endParaRPr>
          </a:p>
          <a:p>
            <a:pPr>
              <a:lnSpc>
                <a:spcPct val="100000"/>
              </a:lnSpc>
            </a:pPr>
            <a:endParaRPr b="0" lang="fr-FR" sz="2400" spc="-1" strike="noStrike">
              <a:solidFill>
                <a:srgbClr val="000000"/>
              </a:solidFill>
              <a:uFill>
                <a:solidFill>
                  <a:srgbClr val="ffffff"/>
                </a:solidFill>
              </a:uFill>
              <a:latin typeface="Arial"/>
            </a:endParaRPr>
          </a:p>
          <a:p>
            <a:pPr>
              <a:lnSpc>
                <a:spcPct val="100000"/>
              </a:lnSpc>
            </a:pPr>
            <a:endParaRPr b="0" lang="fr-FR" sz="2400" spc="-1" strike="noStrike">
              <a:solidFill>
                <a:srgbClr val="000000"/>
              </a:solidFill>
              <a:uFill>
                <a:solidFill>
                  <a:srgbClr val="ffffff"/>
                </a:solidFill>
              </a:uFill>
              <a:latin typeface="Arial"/>
            </a:endParaRPr>
          </a:p>
          <a:p>
            <a:pPr>
              <a:lnSpc>
                <a:spcPct val="100000"/>
              </a:lnSpc>
            </a:pPr>
            <a:endParaRPr b="0" lang="fr-FR" sz="2400" spc="-1" strike="noStrike">
              <a:solidFill>
                <a:srgbClr val="000000"/>
              </a:solidFill>
              <a:uFill>
                <a:solidFill>
                  <a:srgbClr val="ffffff"/>
                </a:solidFill>
              </a:uFill>
              <a:latin typeface="Arial"/>
            </a:endParaRPr>
          </a:p>
          <a:p>
            <a:pPr>
              <a:lnSpc>
                <a:spcPct val="100000"/>
              </a:lnSpc>
            </a:pPr>
            <a:endParaRPr b="0" lang="fr-FR" sz="2400" spc="-1" strike="noStrike">
              <a:solidFill>
                <a:srgbClr val="000000"/>
              </a:solidFill>
              <a:uFill>
                <a:solidFill>
                  <a:srgbClr val="ffffff"/>
                </a:solidFill>
              </a:uFill>
              <a:latin typeface="Arial"/>
            </a:endParaRPr>
          </a:p>
          <a:p>
            <a:pPr>
              <a:lnSpc>
                <a:spcPct val="100000"/>
              </a:lnSpc>
            </a:pPr>
            <a:endParaRPr b="0" lang="fr-FR" sz="2400" spc="-1" strike="noStrike">
              <a:solidFill>
                <a:srgbClr val="000000"/>
              </a:solidFill>
              <a:uFill>
                <a:solidFill>
                  <a:srgbClr val="ffffff"/>
                </a:solidFill>
              </a:uFill>
              <a:latin typeface="Arial"/>
            </a:endParaRPr>
          </a:p>
          <a:p>
            <a:pPr>
              <a:lnSpc>
                <a:spcPct val="100000"/>
              </a:lnSpc>
            </a:pPr>
            <a:endParaRPr b="0" lang="fr-FR" sz="2400" spc="-1" strike="noStrike">
              <a:solidFill>
                <a:srgbClr val="000000"/>
              </a:solidFill>
              <a:uFill>
                <a:solidFill>
                  <a:srgbClr val="ffffff"/>
                </a:solidFill>
              </a:uFill>
              <a:latin typeface="Arial"/>
            </a:endParaRPr>
          </a:p>
          <a:p>
            <a:pPr>
              <a:lnSpc>
                <a:spcPct val="100000"/>
              </a:lnSpc>
            </a:pPr>
            <a:endParaRPr b="0" lang="fr-FR" sz="2400" spc="-1" strike="noStrike">
              <a:solidFill>
                <a:srgbClr val="000000"/>
              </a:solidFill>
              <a:uFill>
                <a:solidFill>
                  <a:srgbClr val="ffffff"/>
                </a:solidFill>
              </a:uFill>
              <a:latin typeface="Arial"/>
            </a:endParaRPr>
          </a:p>
          <a:p>
            <a:pPr>
              <a:lnSpc>
                <a:spcPct val="100000"/>
              </a:lnSpc>
            </a:pPr>
            <a:endParaRPr b="0" lang="fr-FR" sz="2400" spc="-1" strike="noStrike">
              <a:solidFill>
                <a:srgbClr val="000000"/>
              </a:solidFill>
              <a:uFill>
                <a:solidFill>
                  <a:srgbClr val="ffffff"/>
                </a:solidFill>
              </a:uFill>
              <a:latin typeface="Arial"/>
            </a:endParaRPr>
          </a:p>
          <a:p>
            <a:pPr>
              <a:lnSpc>
                <a:spcPct val="100000"/>
              </a:lnSpc>
            </a:pPr>
            <a:endParaRPr b="0" lang="fr-FR" sz="2400" spc="-1" strike="noStrike">
              <a:solidFill>
                <a:srgbClr val="000000"/>
              </a:solidFill>
              <a:uFill>
                <a:solidFill>
                  <a:srgbClr val="ffffff"/>
                </a:solidFill>
              </a:uFill>
              <a:latin typeface="Arial"/>
            </a:endParaRPr>
          </a:p>
          <a:p>
            <a:pPr>
              <a:lnSpc>
                <a:spcPct val="100000"/>
              </a:lnSpc>
            </a:pPr>
            <a:endParaRPr b="0" lang="fr-FR" sz="2400" spc="-1" strike="noStrike">
              <a:solidFill>
                <a:srgbClr val="000000"/>
              </a:solidFill>
              <a:uFill>
                <a:solidFill>
                  <a:srgbClr val="ffffff"/>
                </a:solidFill>
              </a:uFill>
              <a:latin typeface="Arial"/>
            </a:endParaRPr>
          </a:p>
          <a:p>
            <a:pPr>
              <a:lnSpc>
                <a:spcPct val="100000"/>
              </a:lnSpc>
            </a:pPr>
            <a:endParaRPr b="0" lang="fr-FR" sz="2400" spc="-1" strike="noStrike">
              <a:solidFill>
                <a:srgbClr val="000000"/>
              </a:solidFill>
              <a:uFill>
                <a:solidFill>
                  <a:srgbClr val="ffffff"/>
                </a:solidFill>
              </a:uFill>
              <a:latin typeface="Arial"/>
            </a:endParaRPr>
          </a:p>
          <a:p>
            <a:pPr>
              <a:lnSpc>
                <a:spcPct val="100000"/>
              </a:lnSpc>
            </a:pPr>
            <a:r>
              <a:rPr b="0" lang="fr-FR" sz="2800" spc="-1" strike="noStrike">
                <a:solidFill>
                  <a:srgbClr val="ce0f69"/>
                </a:solidFill>
                <a:uFill>
                  <a:solidFill>
                    <a:srgbClr val="ffffff"/>
                  </a:solidFill>
                </a:uFill>
                <a:latin typeface="Arial"/>
              </a:rPr>
              <a:t>Et aussi :</a:t>
            </a:r>
            <a:endParaRPr b="0" lang="fr-FR" sz="2800" spc="-1" strike="noStrike">
              <a:solidFill>
                <a:srgbClr val="000000"/>
              </a:solidFill>
              <a:uFill>
                <a:solidFill>
                  <a:srgbClr val="ffffff"/>
                </a:solidFill>
              </a:uFill>
              <a:latin typeface="Arial"/>
            </a:endParaRPr>
          </a:p>
          <a:p>
            <a:pPr>
              <a:lnSpc>
                <a:spcPct val="100000"/>
              </a:lnSpc>
            </a:pPr>
            <a:r>
              <a:rPr b="1" lang="fr-FR" sz="2400" spc="-1" strike="noStrike">
                <a:solidFill>
                  <a:srgbClr val="ce0f69"/>
                </a:solidFill>
                <a:uFill>
                  <a:solidFill>
                    <a:srgbClr val="ffffff"/>
                  </a:solidFill>
                </a:uFill>
                <a:latin typeface="Arial"/>
              </a:rPr>
              <a:t>- la quête de sens</a:t>
            </a:r>
            <a:endParaRPr b="0" lang="fr-FR" sz="2400" spc="-1" strike="noStrike">
              <a:solidFill>
                <a:srgbClr val="000000"/>
              </a:solidFill>
              <a:uFill>
                <a:solidFill>
                  <a:srgbClr val="ffffff"/>
                </a:solidFill>
              </a:uFill>
              <a:latin typeface="Arial"/>
            </a:endParaRPr>
          </a:p>
          <a:p>
            <a:pPr>
              <a:lnSpc>
                <a:spcPct val="100000"/>
              </a:lnSpc>
            </a:pPr>
            <a:r>
              <a:rPr b="1" lang="fr-FR" sz="2000" spc="-1" strike="noStrike">
                <a:solidFill>
                  <a:srgbClr val="ce0f69"/>
                </a:solidFill>
                <a:uFill>
                  <a:solidFill>
                    <a:srgbClr val="ffffff"/>
                  </a:solidFill>
                </a:uFill>
                <a:latin typeface="Arial"/>
              </a:rPr>
              <a:t>- le partage des ressources et des bénéfices</a:t>
            </a:r>
            <a:endParaRPr b="0" lang="fr-FR" sz="2000" spc="-1" strike="noStrike">
              <a:solidFill>
                <a:srgbClr val="000000"/>
              </a:solidFill>
              <a:uFill>
                <a:solidFill>
                  <a:srgbClr val="ffffff"/>
                </a:solidFill>
              </a:uFill>
              <a:latin typeface="Arial"/>
            </a:endParaRPr>
          </a:p>
          <a:p>
            <a:pPr>
              <a:lnSpc>
                <a:spcPct val="100000"/>
              </a:lnSpc>
            </a:pPr>
            <a:r>
              <a:rPr b="1" lang="fr-FR" sz="2000" spc="-1" strike="noStrike">
                <a:solidFill>
                  <a:srgbClr val="ce0f69"/>
                </a:solidFill>
                <a:uFill>
                  <a:solidFill>
                    <a:srgbClr val="ffffff"/>
                  </a:solidFill>
                </a:uFill>
                <a:latin typeface="Arial"/>
              </a:rPr>
              <a:t>- la solidarité, le soutien aux personnes précaires</a:t>
            </a:r>
            <a:endParaRPr b="0" lang="fr-FR" sz="2000" spc="-1" strike="noStrike">
              <a:solidFill>
                <a:srgbClr val="000000"/>
              </a:solidFill>
              <a:uFill>
                <a:solidFill>
                  <a:srgbClr val="ffffff"/>
                </a:solidFill>
              </a:uFill>
              <a:latin typeface="Arial"/>
            </a:endParaRPr>
          </a:p>
          <a:p>
            <a:pPr>
              <a:lnSpc>
                <a:spcPct val="100000"/>
              </a:lnSpc>
            </a:pPr>
            <a:endParaRPr b="0" lang="fr-FR" sz="2000" spc="-1" strike="noStrike">
              <a:solidFill>
                <a:srgbClr val="000000"/>
              </a:solidFill>
              <a:uFill>
                <a:solidFill>
                  <a:srgbClr val="ffffff"/>
                </a:solidFill>
              </a:uFill>
              <a:latin typeface="Arial"/>
            </a:endParaRPr>
          </a:p>
          <a:p>
            <a:pPr>
              <a:lnSpc>
                <a:spcPct val="100000"/>
              </a:lnSpc>
            </a:pPr>
            <a:endParaRPr b="0" lang="fr-FR" sz="2000" spc="-1" strike="noStrike">
              <a:solidFill>
                <a:srgbClr val="000000"/>
              </a:solidFill>
              <a:uFill>
                <a:solidFill>
                  <a:srgbClr val="ffffff"/>
                </a:solidFill>
              </a:uFill>
              <a:latin typeface="Arial"/>
            </a:endParaRPr>
          </a:p>
          <a:p>
            <a:pPr>
              <a:lnSpc>
                <a:spcPct val="100000"/>
              </a:lnSpc>
            </a:pPr>
            <a:endParaRPr b="0" lang="fr-FR" sz="2000" spc="-1" strike="noStrike">
              <a:solidFill>
                <a:srgbClr val="000000"/>
              </a:solidFill>
              <a:uFill>
                <a:solidFill>
                  <a:srgbClr val="ffffff"/>
                </a:solidFill>
              </a:uFill>
              <a:latin typeface="Arial"/>
            </a:endParaRPr>
          </a:p>
          <a:p>
            <a:pPr algn="ctr">
              <a:lnSpc>
                <a:spcPct val="100000"/>
              </a:lnSpc>
            </a:pPr>
            <a:endParaRPr b="0" lang="fr-FR" sz="2000" spc="-1" strike="noStrike">
              <a:solidFill>
                <a:srgbClr val="000000"/>
              </a:solidFill>
              <a:uFill>
                <a:solidFill>
                  <a:srgbClr val="ffffff"/>
                </a:solidFill>
              </a:uFill>
              <a:latin typeface="Arial"/>
            </a:endParaRPr>
          </a:p>
        </p:txBody>
      </p:sp>
      <p:pic>
        <p:nvPicPr>
          <p:cNvPr id="294" name="table" descr=""/>
          <p:cNvPicPr/>
          <p:nvPr/>
        </p:nvPicPr>
        <p:blipFill>
          <a:blip r:embed="rId1"/>
          <a:stretch/>
        </p:blipFill>
        <p:spPr>
          <a:xfrm>
            <a:off x="2051640" y="404640"/>
            <a:ext cx="6573960" cy="4022280"/>
          </a:xfrm>
          <a:prstGeom prst="rect">
            <a:avLst/>
          </a:prstGeom>
          <a:ln>
            <a:noFill/>
          </a:ln>
        </p:spPr>
      </p:pic>
      <p:pic>
        <p:nvPicPr>
          <p:cNvPr id="295" name="Image 6" descr=""/>
          <p:cNvPicPr/>
          <p:nvPr/>
        </p:nvPicPr>
        <p:blipFill>
          <a:blip r:embed="rId2"/>
          <a:stretch/>
        </p:blipFill>
        <p:spPr>
          <a:xfrm>
            <a:off x="179640" y="1589400"/>
            <a:ext cx="1852560" cy="1852560"/>
          </a:xfrm>
          <a:prstGeom prst="rect">
            <a:avLst/>
          </a:prstGeom>
          <a:ln>
            <a:noFill/>
          </a:ln>
        </p:spPr>
      </p:pic>
    </p:spTree>
  </p:cSld>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6" name="CustomShape 1"/>
          <p:cNvSpPr/>
          <p:nvPr/>
        </p:nvSpPr>
        <p:spPr>
          <a:xfrm>
            <a:off x="263880" y="314640"/>
            <a:ext cx="8615520" cy="579240"/>
          </a:xfrm>
          <a:prstGeom prst="rect">
            <a:avLst/>
          </a:prstGeom>
          <a:noFill/>
          <a:ln w="12600">
            <a:noFill/>
          </a:ln>
        </p:spPr>
        <p:style>
          <a:lnRef idx="0"/>
          <a:fillRef idx="0"/>
          <a:effectRef idx="0"/>
          <a:fontRef idx="minor"/>
        </p:style>
        <p:txBody>
          <a:bodyPr lIns="45720" rIns="45720"/>
          <a:p>
            <a:pPr algn="ctr">
              <a:lnSpc>
                <a:spcPct val="100000"/>
              </a:lnSpc>
            </a:pPr>
            <a:r>
              <a:rPr b="0" lang="fr-FR" sz="3200" spc="-1" strike="noStrike">
                <a:solidFill>
                  <a:srgbClr val="ce0f69"/>
                </a:solidFill>
                <a:uFill>
                  <a:solidFill>
                    <a:srgbClr val="ffffff"/>
                  </a:solidFill>
                </a:uFill>
                <a:latin typeface="Arial"/>
                <a:ea typeface="Arial"/>
              </a:rPr>
              <a:t>Qui je suis ? </a:t>
            </a:r>
            <a:r>
              <a:rPr b="1" lang="fr-FR" sz="3200" spc="-1" strike="noStrike">
                <a:solidFill>
                  <a:srgbClr val="ce0f69"/>
                </a:solidFill>
                <a:uFill>
                  <a:solidFill>
                    <a:srgbClr val="ffffff"/>
                  </a:solidFill>
                </a:uFill>
                <a:latin typeface="Arial"/>
                <a:ea typeface="Arial"/>
              </a:rPr>
              <a:t>Mes motivations à entreprendre </a:t>
            </a:r>
            <a:endParaRPr b="0" lang="fr-FR" sz="3200" spc="-1" strike="noStrike">
              <a:solidFill>
                <a:srgbClr val="000000"/>
              </a:solidFill>
              <a:uFill>
                <a:solidFill>
                  <a:srgbClr val="ffffff"/>
                </a:solidFill>
              </a:uFill>
              <a:latin typeface="Arial"/>
            </a:endParaRPr>
          </a:p>
        </p:txBody>
      </p:sp>
      <p:sp>
        <p:nvSpPr>
          <p:cNvPr id="297" name="CustomShape 2"/>
          <p:cNvSpPr/>
          <p:nvPr/>
        </p:nvSpPr>
        <p:spPr>
          <a:xfrm>
            <a:off x="1638360" y="1419120"/>
            <a:ext cx="2310480" cy="640440"/>
          </a:xfrm>
          <a:prstGeom prst="rect">
            <a:avLst/>
          </a:prstGeom>
          <a:gradFill>
            <a:gsLst>
              <a:gs pos="0">
                <a:srgbClr val="2988a1"/>
              </a:gs>
              <a:gs pos="100000">
                <a:srgbClr val="36b0d1"/>
              </a:gs>
            </a:gsLst>
            <a:lin ang="16200000"/>
          </a:gradFill>
          <a:ln>
            <a:noFill/>
          </a:ln>
          <a:effectLst>
            <a:outerShdw dist="23040" dir="5400000">
              <a:srgbClr val="000000">
                <a:alpha val="35000"/>
              </a:srgbClr>
            </a:outerShdw>
          </a:effectLst>
        </p:spPr>
        <p:style>
          <a:lnRef idx="0"/>
          <a:fillRef idx="0"/>
          <a:effectRef idx="0"/>
          <a:fontRef idx="minor"/>
        </p:style>
        <p:txBody>
          <a:bodyPr lIns="45720" rIns="45720"/>
          <a:p>
            <a:pPr algn="ctr">
              <a:lnSpc>
                <a:spcPct val="100000"/>
              </a:lnSpc>
            </a:pPr>
            <a:r>
              <a:rPr b="1" lang="fr-FR" sz="1800" spc="-1" strike="noStrike">
                <a:solidFill>
                  <a:srgbClr val="ffffff"/>
                </a:solidFill>
                <a:uFill>
                  <a:solidFill>
                    <a:srgbClr val="ffffff"/>
                  </a:solidFill>
                </a:uFill>
                <a:latin typeface="Arial"/>
              </a:rPr>
              <a:t>Etre indépendant, autonome</a:t>
            </a:r>
            <a:endParaRPr b="0" lang="fr-FR" sz="1800" spc="-1" strike="noStrike">
              <a:solidFill>
                <a:srgbClr val="000000"/>
              </a:solidFill>
              <a:uFill>
                <a:solidFill>
                  <a:srgbClr val="ffffff"/>
                </a:solidFill>
              </a:uFill>
              <a:latin typeface="Arial"/>
            </a:endParaRPr>
          </a:p>
        </p:txBody>
      </p:sp>
      <p:sp>
        <p:nvSpPr>
          <p:cNvPr id="298" name="CustomShape 3"/>
          <p:cNvSpPr/>
          <p:nvPr/>
        </p:nvSpPr>
        <p:spPr>
          <a:xfrm>
            <a:off x="4401360" y="1778400"/>
            <a:ext cx="1720440" cy="914760"/>
          </a:xfrm>
          <a:prstGeom prst="rect">
            <a:avLst/>
          </a:prstGeom>
          <a:gradFill>
            <a:gsLst>
              <a:gs pos="0">
                <a:srgbClr val="779637"/>
              </a:gs>
              <a:gs pos="100000">
                <a:srgbClr val="9bc348"/>
              </a:gs>
            </a:gsLst>
            <a:lin ang="16200000"/>
          </a:gradFill>
          <a:ln>
            <a:noFill/>
          </a:ln>
          <a:effectLst>
            <a:outerShdw dist="23040" dir="5400000">
              <a:srgbClr val="000000">
                <a:alpha val="35000"/>
              </a:srgbClr>
            </a:outerShdw>
          </a:effectLst>
        </p:spPr>
        <p:style>
          <a:lnRef idx="0"/>
          <a:fillRef idx="0"/>
          <a:effectRef idx="0"/>
          <a:fontRef idx="minor"/>
        </p:style>
        <p:txBody>
          <a:bodyPr lIns="45720" rIns="45720"/>
          <a:p>
            <a:pPr algn="ctr">
              <a:lnSpc>
                <a:spcPct val="100000"/>
              </a:lnSpc>
            </a:pPr>
            <a:r>
              <a:rPr b="1" lang="fr-FR" sz="1800" spc="-1" strike="noStrike">
                <a:solidFill>
                  <a:srgbClr val="ffffff"/>
                </a:solidFill>
                <a:uFill>
                  <a:solidFill>
                    <a:srgbClr val="ffffff"/>
                  </a:solidFill>
                </a:uFill>
                <a:latin typeface="Arial"/>
              </a:rPr>
              <a:t>Par goût des responsabilités</a:t>
            </a:r>
            <a:endParaRPr b="0" lang="fr-FR" sz="1800" spc="-1" strike="noStrike">
              <a:solidFill>
                <a:srgbClr val="000000"/>
              </a:solidFill>
              <a:uFill>
                <a:solidFill>
                  <a:srgbClr val="ffffff"/>
                </a:solidFill>
              </a:uFill>
              <a:latin typeface="Arial"/>
            </a:endParaRPr>
          </a:p>
        </p:txBody>
      </p:sp>
      <p:sp>
        <p:nvSpPr>
          <p:cNvPr id="299" name="CustomShape 4"/>
          <p:cNvSpPr/>
          <p:nvPr/>
        </p:nvSpPr>
        <p:spPr>
          <a:xfrm>
            <a:off x="696240" y="2648520"/>
            <a:ext cx="1883880" cy="640440"/>
          </a:xfrm>
          <a:prstGeom prst="rect">
            <a:avLst/>
          </a:prstGeom>
          <a:gradFill>
            <a:gsLst>
              <a:gs pos="0">
                <a:srgbClr val="779637"/>
              </a:gs>
              <a:gs pos="100000">
                <a:srgbClr val="9bc348"/>
              </a:gs>
            </a:gsLst>
            <a:lin ang="16200000"/>
          </a:gradFill>
          <a:ln>
            <a:noFill/>
          </a:ln>
          <a:effectLst>
            <a:outerShdw dist="23040" dir="5400000">
              <a:srgbClr val="000000">
                <a:alpha val="35000"/>
              </a:srgbClr>
            </a:outerShdw>
          </a:effectLst>
        </p:spPr>
        <p:style>
          <a:lnRef idx="0"/>
          <a:fillRef idx="0"/>
          <a:effectRef idx="0"/>
          <a:fontRef idx="minor"/>
        </p:style>
        <p:txBody>
          <a:bodyPr lIns="45720" rIns="45720"/>
          <a:p>
            <a:pPr algn="ctr">
              <a:lnSpc>
                <a:spcPct val="100000"/>
              </a:lnSpc>
            </a:pPr>
            <a:r>
              <a:rPr b="1" lang="fr-FR" sz="1800" spc="-1" strike="noStrike">
                <a:solidFill>
                  <a:srgbClr val="ffffff"/>
                </a:solidFill>
                <a:uFill>
                  <a:solidFill>
                    <a:srgbClr val="ffffff"/>
                  </a:solidFill>
                </a:uFill>
                <a:latin typeface="Arial"/>
              </a:rPr>
              <a:t>Augmenter </a:t>
            </a:r>
            <a:endParaRPr b="0" lang="fr-FR" sz="1800" spc="-1" strike="noStrike">
              <a:solidFill>
                <a:srgbClr val="000000"/>
              </a:solidFill>
              <a:uFill>
                <a:solidFill>
                  <a:srgbClr val="ffffff"/>
                </a:solidFill>
              </a:uFill>
              <a:latin typeface="Arial"/>
            </a:endParaRPr>
          </a:p>
          <a:p>
            <a:pPr algn="ctr">
              <a:lnSpc>
                <a:spcPct val="100000"/>
              </a:lnSpc>
            </a:pPr>
            <a:r>
              <a:rPr b="1" lang="fr-FR" sz="1800" spc="-1" strike="noStrike">
                <a:solidFill>
                  <a:srgbClr val="ffffff"/>
                </a:solidFill>
                <a:uFill>
                  <a:solidFill>
                    <a:srgbClr val="ffffff"/>
                  </a:solidFill>
                </a:uFill>
                <a:latin typeface="Arial"/>
              </a:rPr>
              <a:t>ses revenus</a:t>
            </a:r>
            <a:endParaRPr b="0" lang="fr-FR" sz="1800" spc="-1" strike="noStrike">
              <a:solidFill>
                <a:srgbClr val="000000"/>
              </a:solidFill>
              <a:uFill>
                <a:solidFill>
                  <a:srgbClr val="ffffff"/>
                </a:solidFill>
              </a:uFill>
              <a:latin typeface="Arial"/>
            </a:endParaRPr>
          </a:p>
        </p:txBody>
      </p:sp>
      <p:sp>
        <p:nvSpPr>
          <p:cNvPr id="300" name="CustomShape 5"/>
          <p:cNvSpPr/>
          <p:nvPr/>
        </p:nvSpPr>
        <p:spPr>
          <a:xfrm>
            <a:off x="6708600" y="1265400"/>
            <a:ext cx="2016720" cy="914760"/>
          </a:xfrm>
          <a:prstGeom prst="rect">
            <a:avLst/>
          </a:prstGeom>
          <a:gradFill>
            <a:gsLst>
              <a:gs pos="0">
                <a:srgbClr val="5e437f"/>
              </a:gs>
              <a:gs pos="100000">
                <a:srgbClr val="7b57a5"/>
              </a:gs>
            </a:gsLst>
            <a:lin ang="16200000"/>
          </a:gradFill>
          <a:ln>
            <a:noFill/>
          </a:ln>
          <a:effectLst>
            <a:outerShdw dist="23040" dir="5400000">
              <a:srgbClr val="000000">
                <a:alpha val="35000"/>
              </a:srgbClr>
            </a:outerShdw>
          </a:effectLst>
        </p:spPr>
        <p:style>
          <a:lnRef idx="0"/>
          <a:fillRef idx="0"/>
          <a:effectRef idx="0"/>
          <a:fontRef idx="minor"/>
        </p:style>
        <p:txBody>
          <a:bodyPr lIns="45720" rIns="45720"/>
          <a:p>
            <a:pPr algn="ctr">
              <a:lnSpc>
                <a:spcPct val="100000"/>
              </a:lnSpc>
            </a:pPr>
            <a:r>
              <a:rPr b="1" lang="fr-FR" sz="1800" spc="-1" strike="noStrike">
                <a:solidFill>
                  <a:srgbClr val="ffffff"/>
                </a:solidFill>
                <a:uFill>
                  <a:solidFill>
                    <a:srgbClr val="ffffff"/>
                  </a:solidFill>
                </a:uFill>
                <a:latin typeface="Arial"/>
              </a:rPr>
              <a:t>Créer</a:t>
            </a:r>
            <a:endParaRPr b="0" lang="fr-FR" sz="1800" spc="-1" strike="noStrike">
              <a:solidFill>
                <a:srgbClr val="000000"/>
              </a:solidFill>
              <a:uFill>
                <a:solidFill>
                  <a:srgbClr val="ffffff"/>
                </a:solidFill>
              </a:uFill>
              <a:latin typeface="Arial"/>
            </a:endParaRPr>
          </a:p>
          <a:p>
            <a:pPr algn="ctr">
              <a:lnSpc>
                <a:spcPct val="100000"/>
              </a:lnSpc>
            </a:pPr>
            <a:r>
              <a:rPr b="1" lang="fr-FR" sz="1800" spc="-1" strike="noStrike">
                <a:solidFill>
                  <a:srgbClr val="ffffff"/>
                </a:solidFill>
                <a:uFill>
                  <a:solidFill>
                    <a:srgbClr val="ffffff"/>
                  </a:solidFill>
                </a:uFill>
                <a:latin typeface="Arial"/>
              </a:rPr>
              <a:t> </a:t>
            </a:r>
            <a:r>
              <a:rPr b="1" lang="fr-FR" sz="1800" spc="-1" strike="noStrike">
                <a:solidFill>
                  <a:srgbClr val="ffffff"/>
                </a:solidFill>
                <a:uFill>
                  <a:solidFill>
                    <a:srgbClr val="ffffff"/>
                  </a:solidFill>
                </a:uFill>
                <a:latin typeface="Arial"/>
              </a:rPr>
              <a:t>son propre emploi</a:t>
            </a:r>
            <a:endParaRPr b="0" lang="fr-FR" sz="1800" spc="-1" strike="noStrike">
              <a:solidFill>
                <a:srgbClr val="000000"/>
              </a:solidFill>
              <a:uFill>
                <a:solidFill>
                  <a:srgbClr val="ffffff"/>
                </a:solidFill>
              </a:uFill>
              <a:latin typeface="Arial"/>
            </a:endParaRPr>
          </a:p>
        </p:txBody>
      </p:sp>
      <p:sp>
        <p:nvSpPr>
          <p:cNvPr id="301" name="CustomShape 6"/>
          <p:cNvSpPr/>
          <p:nvPr/>
        </p:nvSpPr>
        <p:spPr>
          <a:xfrm>
            <a:off x="882360" y="3677040"/>
            <a:ext cx="1511640" cy="1173600"/>
          </a:xfrm>
          <a:prstGeom prst="rect">
            <a:avLst/>
          </a:prstGeom>
          <a:gradFill>
            <a:gsLst>
              <a:gs pos="0">
                <a:srgbClr val="2988a1"/>
              </a:gs>
              <a:gs pos="100000">
                <a:srgbClr val="36b0d1"/>
              </a:gs>
            </a:gsLst>
            <a:lin ang="16200000"/>
          </a:gradFill>
          <a:ln>
            <a:noFill/>
          </a:ln>
          <a:effectLst>
            <a:outerShdw dist="23040" dir="5400000">
              <a:srgbClr val="000000">
                <a:alpha val="35000"/>
              </a:srgbClr>
            </a:outerShdw>
          </a:effectLst>
        </p:spPr>
        <p:style>
          <a:lnRef idx="0"/>
          <a:fillRef idx="0"/>
          <a:effectRef idx="0"/>
          <a:fontRef idx="minor"/>
        </p:style>
        <p:txBody>
          <a:bodyPr lIns="45720" rIns="45720"/>
          <a:p>
            <a:pPr algn="ctr">
              <a:lnSpc>
                <a:spcPct val="100000"/>
              </a:lnSpc>
            </a:pPr>
            <a:endParaRPr b="0" lang="fr-FR" sz="1800" spc="-1" strike="noStrike">
              <a:solidFill>
                <a:srgbClr val="000000"/>
              </a:solidFill>
              <a:uFill>
                <a:solidFill>
                  <a:srgbClr val="ffffff"/>
                </a:solidFill>
              </a:uFill>
              <a:latin typeface="Arial"/>
            </a:endParaRPr>
          </a:p>
          <a:p>
            <a:pPr algn="ctr">
              <a:lnSpc>
                <a:spcPct val="100000"/>
              </a:lnSpc>
            </a:pPr>
            <a:r>
              <a:rPr b="1" lang="fr-FR" sz="1800" spc="-1" strike="noStrike">
                <a:solidFill>
                  <a:srgbClr val="ffffff"/>
                </a:solidFill>
                <a:uFill>
                  <a:solidFill>
                    <a:srgbClr val="ffffff"/>
                  </a:solidFill>
                </a:uFill>
                <a:latin typeface="Arial"/>
              </a:rPr>
              <a:t>Exploiter une opportunité </a:t>
            </a:r>
            <a:endParaRPr b="0" lang="fr-FR" sz="1800" spc="-1" strike="noStrike">
              <a:solidFill>
                <a:srgbClr val="000000"/>
              </a:solidFill>
              <a:uFill>
                <a:solidFill>
                  <a:srgbClr val="ffffff"/>
                </a:solidFill>
              </a:uFill>
              <a:latin typeface="Arial"/>
            </a:endParaRPr>
          </a:p>
          <a:p>
            <a:pPr algn="ctr">
              <a:lnSpc>
                <a:spcPct val="100000"/>
              </a:lnSpc>
            </a:pPr>
            <a:endParaRPr b="0" lang="fr-FR" sz="1800" spc="-1" strike="noStrike">
              <a:solidFill>
                <a:srgbClr val="000000"/>
              </a:solidFill>
              <a:uFill>
                <a:solidFill>
                  <a:srgbClr val="ffffff"/>
                </a:solidFill>
              </a:uFill>
              <a:latin typeface="Arial"/>
            </a:endParaRPr>
          </a:p>
        </p:txBody>
      </p:sp>
      <p:sp>
        <p:nvSpPr>
          <p:cNvPr id="302" name="CustomShape 7"/>
          <p:cNvSpPr/>
          <p:nvPr/>
        </p:nvSpPr>
        <p:spPr>
          <a:xfrm>
            <a:off x="6000120" y="2848680"/>
            <a:ext cx="2724840" cy="914760"/>
          </a:xfrm>
          <a:prstGeom prst="rect">
            <a:avLst/>
          </a:prstGeom>
          <a:gradFill>
            <a:gsLst>
              <a:gs pos="0">
                <a:srgbClr val="779637"/>
              </a:gs>
              <a:gs pos="100000">
                <a:srgbClr val="9bc348"/>
              </a:gs>
            </a:gsLst>
            <a:lin ang="16200000"/>
          </a:gradFill>
          <a:ln>
            <a:noFill/>
          </a:ln>
          <a:effectLst>
            <a:outerShdw dist="23040" dir="5400000">
              <a:srgbClr val="000000">
                <a:alpha val="35000"/>
              </a:srgbClr>
            </a:outerShdw>
          </a:effectLst>
        </p:spPr>
        <p:style>
          <a:lnRef idx="0"/>
          <a:fillRef idx="0"/>
          <a:effectRef idx="0"/>
          <a:fontRef idx="minor"/>
        </p:style>
        <p:txBody>
          <a:bodyPr lIns="45720" rIns="45720"/>
          <a:p>
            <a:pPr algn="ctr">
              <a:lnSpc>
                <a:spcPct val="100000"/>
              </a:lnSpc>
            </a:pPr>
            <a:r>
              <a:rPr b="1" lang="fr-FR" sz="1800" spc="-1" strike="noStrike">
                <a:solidFill>
                  <a:srgbClr val="ffffff"/>
                </a:solidFill>
                <a:uFill>
                  <a:solidFill>
                    <a:srgbClr val="ffffff"/>
                  </a:solidFill>
                </a:uFill>
                <a:latin typeface="Arial"/>
              </a:rPr>
              <a:t>Lancer une idée nouvelle de produit</a:t>
            </a:r>
            <a:endParaRPr b="0" lang="fr-FR" sz="1800" spc="-1" strike="noStrike">
              <a:solidFill>
                <a:srgbClr val="000000"/>
              </a:solidFill>
              <a:uFill>
                <a:solidFill>
                  <a:srgbClr val="ffffff"/>
                </a:solidFill>
              </a:uFill>
              <a:latin typeface="Arial"/>
            </a:endParaRPr>
          </a:p>
          <a:p>
            <a:pPr algn="ctr">
              <a:lnSpc>
                <a:spcPct val="100000"/>
              </a:lnSpc>
            </a:pPr>
            <a:r>
              <a:rPr b="1" lang="fr-FR" sz="1800" spc="-1" strike="noStrike">
                <a:solidFill>
                  <a:srgbClr val="ffffff"/>
                </a:solidFill>
                <a:uFill>
                  <a:solidFill>
                    <a:srgbClr val="ffffff"/>
                  </a:solidFill>
                </a:uFill>
                <a:latin typeface="Arial"/>
              </a:rPr>
              <a:t> </a:t>
            </a:r>
            <a:r>
              <a:rPr b="1" lang="fr-FR" sz="1800" spc="-1" strike="noStrike">
                <a:solidFill>
                  <a:srgbClr val="ffffff"/>
                </a:solidFill>
                <a:uFill>
                  <a:solidFill>
                    <a:srgbClr val="ffffff"/>
                  </a:solidFill>
                </a:uFill>
                <a:latin typeface="Arial"/>
              </a:rPr>
              <a:t>ou de marché</a:t>
            </a:r>
            <a:endParaRPr b="0" lang="fr-FR" sz="1800" spc="-1" strike="noStrike">
              <a:solidFill>
                <a:srgbClr val="000000"/>
              </a:solidFill>
              <a:uFill>
                <a:solidFill>
                  <a:srgbClr val="ffffff"/>
                </a:solidFill>
              </a:uFill>
              <a:latin typeface="Arial"/>
            </a:endParaRPr>
          </a:p>
        </p:txBody>
      </p:sp>
      <p:sp>
        <p:nvSpPr>
          <p:cNvPr id="303" name="CustomShape 8"/>
          <p:cNvSpPr/>
          <p:nvPr/>
        </p:nvSpPr>
        <p:spPr>
          <a:xfrm>
            <a:off x="467640" y="5040000"/>
            <a:ext cx="2520000" cy="640440"/>
          </a:xfrm>
          <a:prstGeom prst="rect">
            <a:avLst/>
          </a:prstGeom>
          <a:gradFill>
            <a:gsLst>
              <a:gs pos="0">
                <a:srgbClr val="779637"/>
              </a:gs>
              <a:gs pos="100000">
                <a:srgbClr val="9bc348"/>
              </a:gs>
            </a:gsLst>
            <a:lin ang="16200000"/>
          </a:gradFill>
          <a:ln>
            <a:noFill/>
          </a:ln>
          <a:effectLst>
            <a:outerShdw dist="23040" dir="5400000">
              <a:srgbClr val="000000">
                <a:alpha val="35000"/>
              </a:srgbClr>
            </a:outerShdw>
          </a:effectLst>
        </p:spPr>
        <p:style>
          <a:lnRef idx="0"/>
          <a:fillRef idx="0"/>
          <a:effectRef idx="0"/>
          <a:fontRef idx="minor"/>
        </p:style>
        <p:txBody>
          <a:bodyPr lIns="45720" rIns="45720"/>
          <a:p>
            <a:pPr algn="ctr">
              <a:lnSpc>
                <a:spcPct val="100000"/>
              </a:lnSpc>
            </a:pPr>
            <a:r>
              <a:rPr b="1" lang="fr-FR" sz="1800" spc="-1" strike="noStrike">
                <a:solidFill>
                  <a:srgbClr val="ffffff"/>
                </a:solidFill>
                <a:uFill>
                  <a:solidFill>
                    <a:srgbClr val="ffffff"/>
                  </a:solidFill>
                </a:uFill>
                <a:latin typeface="Arial"/>
              </a:rPr>
              <a:t>Concrétiser un rêve, une passion</a:t>
            </a:r>
            <a:endParaRPr b="0" lang="fr-FR" sz="1800" spc="-1" strike="noStrike">
              <a:solidFill>
                <a:srgbClr val="000000"/>
              </a:solidFill>
              <a:uFill>
                <a:solidFill>
                  <a:srgbClr val="ffffff"/>
                </a:solidFill>
              </a:uFill>
              <a:latin typeface="Arial"/>
            </a:endParaRPr>
          </a:p>
        </p:txBody>
      </p:sp>
      <p:sp>
        <p:nvSpPr>
          <p:cNvPr id="304" name="CustomShape 9"/>
          <p:cNvSpPr/>
          <p:nvPr/>
        </p:nvSpPr>
        <p:spPr>
          <a:xfrm>
            <a:off x="3146040" y="2849040"/>
            <a:ext cx="2115360" cy="1115280"/>
          </a:xfrm>
          <a:prstGeom prst="roundRect">
            <a:avLst>
              <a:gd name="adj" fmla="val 16667"/>
            </a:avLst>
          </a:prstGeom>
          <a:gradFill>
            <a:gsLst>
              <a:gs pos="0">
                <a:srgbClr val="cc6d20"/>
              </a:gs>
              <a:gs pos="100000">
                <a:srgbClr val="ff9033"/>
              </a:gs>
            </a:gsLst>
            <a:lin ang="16200000"/>
          </a:gradFill>
          <a:ln>
            <a:noFill/>
          </a:ln>
          <a:effectLst>
            <a:outerShdw dist="23040" dir="5400000">
              <a:srgbClr val="000000">
                <a:alpha val="35000"/>
              </a:srgbClr>
            </a:outerShdw>
          </a:effectLst>
        </p:spPr>
        <p:style>
          <a:lnRef idx="0"/>
          <a:fillRef idx="0"/>
          <a:effectRef idx="0"/>
          <a:fontRef idx="minor"/>
        </p:style>
        <p:txBody>
          <a:bodyPr lIns="45720" rIns="45720"/>
          <a:p>
            <a:pPr algn="ctr">
              <a:lnSpc>
                <a:spcPct val="100000"/>
              </a:lnSpc>
            </a:pPr>
            <a:r>
              <a:rPr b="1" lang="fr-FR" sz="2000" spc="-1" strike="noStrike">
                <a:solidFill>
                  <a:srgbClr val="ffffff"/>
                </a:solidFill>
                <a:uFill>
                  <a:solidFill>
                    <a:srgbClr val="ffffff"/>
                  </a:solidFill>
                </a:uFill>
                <a:latin typeface="Arial"/>
              </a:rPr>
              <a:t>Créer </a:t>
            </a:r>
            <a:endParaRPr b="0" lang="fr-FR" sz="2000" spc="-1" strike="noStrike">
              <a:solidFill>
                <a:srgbClr val="000000"/>
              </a:solidFill>
              <a:uFill>
                <a:solidFill>
                  <a:srgbClr val="ffffff"/>
                </a:solidFill>
              </a:uFill>
              <a:latin typeface="Arial"/>
            </a:endParaRPr>
          </a:p>
          <a:p>
            <a:pPr algn="ctr">
              <a:lnSpc>
                <a:spcPct val="100000"/>
              </a:lnSpc>
            </a:pPr>
            <a:r>
              <a:rPr b="1" lang="fr-FR" sz="2000" spc="-1" strike="noStrike">
                <a:solidFill>
                  <a:srgbClr val="ffffff"/>
                </a:solidFill>
                <a:uFill>
                  <a:solidFill>
                    <a:srgbClr val="ffffff"/>
                  </a:solidFill>
                </a:uFill>
                <a:latin typeface="Arial"/>
              </a:rPr>
              <a:t>ou reprendre pour……</a:t>
            </a:r>
            <a:endParaRPr b="0" lang="fr-FR" sz="2000" spc="-1" strike="noStrike">
              <a:solidFill>
                <a:srgbClr val="000000"/>
              </a:solidFill>
              <a:uFill>
                <a:solidFill>
                  <a:srgbClr val="ffffff"/>
                </a:solidFill>
              </a:uFill>
              <a:latin typeface="Arial"/>
            </a:endParaRPr>
          </a:p>
        </p:txBody>
      </p:sp>
      <p:sp>
        <p:nvSpPr>
          <p:cNvPr id="305" name="CustomShape 10"/>
          <p:cNvSpPr/>
          <p:nvPr/>
        </p:nvSpPr>
        <p:spPr>
          <a:xfrm>
            <a:off x="3582000" y="4651920"/>
            <a:ext cx="2387160" cy="914760"/>
          </a:xfrm>
          <a:prstGeom prst="rect">
            <a:avLst/>
          </a:prstGeom>
          <a:gradFill>
            <a:gsLst>
              <a:gs pos="0">
                <a:srgbClr val="2988a1"/>
              </a:gs>
              <a:gs pos="100000">
                <a:srgbClr val="36b0d1"/>
              </a:gs>
            </a:gsLst>
            <a:lin ang="16200000"/>
          </a:gradFill>
          <a:ln>
            <a:noFill/>
          </a:ln>
          <a:effectLst>
            <a:outerShdw dist="23040" dir="5400000">
              <a:srgbClr val="000000">
                <a:alpha val="35000"/>
              </a:srgbClr>
            </a:outerShdw>
          </a:effectLst>
        </p:spPr>
        <p:style>
          <a:lnRef idx="0"/>
          <a:fillRef idx="0"/>
          <a:effectRef idx="0"/>
          <a:fontRef idx="minor"/>
        </p:style>
        <p:txBody>
          <a:bodyPr lIns="45720" rIns="45720"/>
          <a:p>
            <a:pPr algn="ctr">
              <a:lnSpc>
                <a:spcPct val="100000"/>
              </a:lnSpc>
            </a:pPr>
            <a:r>
              <a:rPr b="1" lang="fr-FR" sz="1800" spc="-1" strike="noStrike">
                <a:solidFill>
                  <a:srgbClr val="ffffff"/>
                </a:solidFill>
                <a:uFill>
                  <a:solidFill>
                    <a:srgbClr val="ffffff"/>
                  </a:solidFill>
                </a:uFill>
                <a:latin typeface="Arial"/>
              </a:rPr>
              <a:t>Seule possibilité pour exercer sa profession</a:t>
            </a:r>
            <a:endParaRPr b="0" lang="fr-FR" sz="1800" spc="-1" strike="noStrike">
              <a:solidFill>
                <a:srgbClr val="000000"/>
              </a:solidFill>
              <a:uFill>
                <a:solidFill>
                  <a:srgbClr val="ffffff"/>
                </a:solidFill>
              </a:uFill>
              <a:latin typeface="Arial"/>
            </a:endParaRPr>
          </a:p>
        </p:txBody>
      </p:sp>
      <p:graphicFrame>
        <p:nvGraphicFramePr>
          <p:cNvPr id="306" name="Table 11"/>
          <p:cNvGraphicFramePr/>
          <p:nvPr/>
        </p:nvGraphicFramePr>
        <p:xfrm>
          <a:off x="0" y="6289920"/>
          <a:ext cx="9143280" cy="620280"/>
        </p:xfrm>
        <a:graphic>
          <a:graphicData uri="http://schemas.openxmlformats.org/drawingml/2006/table">
            <a:tbl>
              <a:tblPr/>
              <a:tblGrid>
                <a:gridCol w="7254360"/>
                <a:gridCol w="1889280"/>
              </a:tblGrid>
              <a:tr h="620640">
                <a:tc>
                  <a:tcPr marL="45720" marR="45720">
                    <a:lnL w="12240">
                      <a:solidFill>
                        <a:srgbClr val="000000"/>
                      </a:solidFill>
                    </a:lnL>
                    <a:lnR w="12240">
                      <a:solidFill>
                        <a:srgbClr val="000000"/>
                      </a:solidFill>
                    </a:lnR>
                    <a:lnT w="12240">
                      <a:solidFill>
                        <a:srgbClr val="000000"/>
                      </a:solidFill>
                    </a:lnT>
                    <a:lnB w="12240">
                      <a:solidFill>
                        <a:srgbClr val="000000"/>
                      </a:solidFill>
                    </a:lnB>
                    <a:solidFill>
                      <a:srgbClr val="ce0f69"/>
                    </a:solidFill>
                  </a:tcPr>
                </a:tc>
                <a:tc>
                  <a:txBody>
                    <a:bodyPr lIns="45720" rIns="45720"/>
                    <a:p>
                      <a:pPr algn="just">
                        <a:lnSpc>
                          <a:spcPct val="100000"/>
                        </a:lnSpc>
                      </a:pPr>
                      <a:r>
                        <a:rPr b="1" lang="fr-FR" sz="1100" spc="-1" strike="noStrike">
                          <a:solidFill>
                            <a:srgbClr val="ffffff"/>
                          </a:solidFill>
                          <a:uFill>
                            <a:solidFill>
                              <a:srgbClr val="ffffff"/>
                            </a:solidFill>
                          </a:uFill>
                          <a:latin typeface="Arial"/>
                          <a:ea typeface="Arial"/>
                        </a:rPr>
                        <a:t>   </a:t>
                      </a:r>
                      <a:endParaRPr b="0" lang="fr-FR" sz="1100" spc="-1" strike="noStrike">
                        <a:solidFill>
                          <a:srgbClr val="000000"/>
                        </a:solidFill>
                        <a:uFill>
                          <a:solidFill>
                            <a:srgbClr val="ffffff"/>
                          </a:solidFill>
                        </a:uFill>
                        <a:latin typeface="Arial"/>
                      </a:endParaRPr>
                    </a:p>
                  </a:txBody>
                  <a:tcPr marL="45720" marR="45720">
                    <a:lnL w="12240">
                      <a:solidFill>
                        <a:srgbClr val="000000"/>
                      </a:solidFill>
                    </a:lnL>
                    <a:lnR w="12240">
                      <a:solidFill>
                        <a:srgbClr val="000000"/>
                      </a:solidFill>
                    </a:lnR>
                    <a:lnT w="12240">
                      <a:solidFill>
                        <a:srgbClr val="000000"/>
                      </a:solidFill>
                    </a:lnT>
                    <a:lnB w="12240">
                      <a:solidFill>
                        <a:srgbClr val="000000"/>
                      </a:solidFill>
                    </a:lnB>
                    <a:solidFill>
                      <a:srgbClr val="ce0f69"/>
                    </a:solidFill>
                  </a:tcPr>
                </a:tc>
              </a:tr>
            </a:tbl>
          </a:graphicData>
        </a:graphic>
      </p:graphicFrame>
      <p:sp>
        <p:nvSpPr>
          <p:cNvPr id="307" name="CustomShape 12"/>
          <p:cNvSpPr/>
          <p:nvPr/>
        </p:nvSpPr>
        <p:spPr>
          <a:xfrm>
            <a:off x="6445080" y="4898160"/>
            <a:ext cx="2304000" cy="822600"/>
          </a:xfrm>
          <a:prstGeom prst="rect">
            <a:avLst/>
          </a:prstGeom>
          <a:gradFill>
            <a:gsLst>
              <a:gs pos="0">
                <a:srgbClr val="9c2f2c"/>
              </a:gs>
              <a:gs pos="100000">
                <a:srgbClr val="cb3d39"/>
              </a:gs>
            </a:gsLst>
            <a:lin ang="16200000"/>
          </a:gradFill>
          <a:ln>
            <a:noFill/>
          </a:ln>
          <a:effectLst>
            <a:outerShdw dist="23040" dir="5400000">
              <a:srgbClr val="000000">
                <a:alpha val="35000"/>
              </a:srgbClr>
            </a:outerShdw>
          </a:effectLst>
        </p:spPr>
        <p:style>
          <a:lnRef idx="0"/>
          <a:fillRef idx="0"/>
          <a:effectRef idx="0"/>
          <a:fontRef idx="minor"/>
        </p:style>
        <p:txBody>
          <a:bodyPr lIns="45720" rIns="45720"/>
          <a:p>
            <a:pPr algn="ctr">
              <a:lnSpc>
                <a:spcPct val="100000"/>
              </a:lnSpc>
            </a:pPr>
            <a:r>
              <a:rPr b="0" lang="fr-FR" sz="3200" spc="-1" strike="noStrike">
                <a:solidFill>
                  <a:srgbClr val="ffffff"/>
                </a:solidFill>
                <a:uFill>
                  <a:solidFill>
                    <a:srgbClr val="ffffff"/>
                  </a:solidFill>
                </a:uFill>
                <a:latin typeface="Arial"/>
              </a:rPr>
              <a:t>Et vous ?</a:t>
            </a:r>
            <a:endParaRPr b="0" lang="fr-FR" sz="3200" spc="-1" strike="noStrike">
              <a:solidFill>
                <a:srgbClr val="000000"/>
              </a:solidFill>
              <a:uFill>
                <a:solidFill>
                  <a:srgbClr val="ffffff"/>
                </a:solidFill>
              </a:uFill>
              <a:latin typeface="Arial"/>
            </a:endParaRPr>
          </a:p>
          <a:p>
            <a:pPr algn="ctr">
              <a:lnSpc>
                <a:spcPct val="100000"/>
              </a:lnSpc>
            </a:pPr>
            <a:endParaRPr b="0" lang="fr-FR" sz="3200" spc="-1" strike="noStrike">
              <a:solidFill>
                <a:srgbClr val="000000"/>
              </a:solidFill>
              <a:uFill>
                <a:solidFill>
                  <a:srgbClr val="ffffff"/>
                </a:solidFill>
              </a:uFill>
              <a:latin typeface="Arial"/>
            </a:endParaRPr>
          </a:p>
        </p:txBody>
      </p:sp>
    </p:spTree>
  </p:cSld>
  <p:timing>
    <p:tnLst>
      <p:par>
        <p:cTn id="45" dur="indefinite" restart="never" nodeType="tmRoot">
          <p:childTnLst>
            <p:seq>
              <p:cTn id="46" dur="indefinite" nodeType="mainSeq">
                <p:childTnLst>
                  <p:par>
                    <p:cTn id="47" fill="hold">
                      <p:stCondLst>
                        <p:cond delay="indefinite"/>
                      </p:stCondLst>
                      <p:childTnLst>
                        <p:par>
                          <p:cTn id="48" fill="hold">
                            <p:stCondLst>
                              <p:cond delay="0"/>
                            </p:stCondLst>
                            <p:childTnLst>
                              <p:par>
                                <p:cTn id="49" nodeType="clickEffect" fill="hold" presetClass="entr" presetID="1">
                                  <p:stCondLst>
                                    <p:cond delay="0"/>
                                  </p:stCondLst>
                                  <p:childTnLst>
                                    <p:set>
                                      <p:cBhvr>
                                        <p:cTn id="50" dur="1" fill="hold">
                                          <p:stCondLst>
                                            <p:cond delay="0"/>
                                          </p:stCondLst>
                                        </p:cTn>
                                        <p:tgtEl>
                                          <p:spTgt spid="297"/>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nodeType="clickEffect" fill="hold" presetClass="entr" presetID="1">
                                  <p:stCondLst>
                                    <p:cond delay="0"/>
                                  </p:stCondLst>
                                  <p:childTnLst>
                                    <p:set>
                                      <p:cBhvr>
                                        <p:cTn id="54" dur="1" fill="hold">
                                          <p:stCondLst>
                                            <p:cond delay="0"/>
                                          </p:stCondLst>
                                        </p:cTn>
                                        <p:tgtEl>
                                          <p:spTgt spid="298"/>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nodeType="clickEffect" fill="hold" presetClass="entr" presetID="1">
                                  <p:stCondLst>
                                    <p:cond delay="0"/>
                                  </p:stCondLst>
                                  <p:childTnLst>
                                    <p:set>
                                      <p:cBhvr>
                                        <p:cTn id="58" dur="1" fill="hold">
                                          <p:stCondLst>
                                            <p:cond delay="0"/>
                                          </p:stCondLst>
                                        </p:cTn>
                                        <p:tgtEl>
                                          <p:spTgt spid="299"/>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nodeType="clickEffect" fill="hold" presetClass="entr" presetID="1">
                                  <p:stCondLst>
                                    <p:cond delay="0"/>
                                  </p:stCondLst>
                                  <p:childTnLst>
                                    <p:set>
                                      <p:cBhvr>
                                        <p:cTn id="62" dur="1" fill="hold">
                                          <p:stCondLst>
                                            <p:cond delay="0"/>
                                          </p:stCondLst>
                                        </p:cTn>
                                        <p:tgtEl>
                                          <p:spTgt spid="300"/>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nodeType="clickEffect" fill="hold" presetClass="entr" presetID="1">
                                  <p:stCondLst>
                                    <p:cond delay="0"/>
                                  </p:stCondLst>
                                  <p:childTnLst>
                                    <p:set>
                                      <p:cBhvr>
                                        <p:cTn id="66" dur="1" fill="hold">
                                          <p:stCondLst>
                                            <p:cond delay="0"/>
                                          </p:stCondLst>
                                        </p:cTn>
                                        <p:tgtEl>
                                          <p:spTgt spid="301"/>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nodeType="clickEffect" fill="hold" presetClass="entr" presetID="1">
                                  <p:stCondLst>
                                    <p:cond delay="0"/>
                                  </p:stCondLst>
                                  <p:childTnLst>
                                    <p:set>
                                      <p:cBhvr>
                                        <p:cTn id="70" dur="1" fill="hold">
                                          <p:stCondLst>
                                            <p:cond delay="0"/>
                                          </p:stCondLst>
                                        </p:cTn>
                                        <p:tgtEl>
                                          <p:spTgt spid="302"/>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nodeType="clickEffect" fill="hold" presetClass="entr" presetID="1">
                                  <p:stCondLst>
                                    <p:cond delay="0"/>
                                  </p:stCondLst>
                                  <p:childTnLst>
                                    <p:set>
                                      <p:cBhvr>
                                        <p:cTn id="74" dur="1" fill="hold">
                                          <p:stCondLst>
                                            <p:cond delay="0"/>
                                          </p:stCondLst>
                                        </p:cTn>
                                        <p:tgtEl>
                                          <p:spTgt spid="303"/>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nodeType="clickEffect" fill="hold" presetClass="entr" presetID="1">
                                  <p:stCondLst>
                                    <p:cond delay="0"/>
                                  </p:stCondLst>
                                  <p:childTnLst>
                                    <p:set>
                                      <p:cBhvr>
                                        <p:cTn id="78" dur="1" fill="hold">
                                          <p:stCondLst>
                                            <p:cond delay="0"/>
                                          </p:stCondLst>
                                        </p:cTn>
                                        <p:tgtEl>
                                          <p:spTgt spid="305"/>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nodeType="clickEffect" fill="hold" presetClass="entr" presetID="1">
                                  <p:stCondLst>
                                    <p:cond delay="0"/>
                                  </p:stCondLst>
                                  <p:childTnLst>
                                    <p:set>
                                      <p:cBhvr>
                                        <p:cTn id="82" dur="1" fill="hold">
                                          <p:stCondLst>
                                            <p:cond delay="0"/>
                                          </p:stCondLst>
                                        </p:cTn>
                                        <p:tgtEl>
                                          <p:spTgt spid="307"/>
                                        </p:tgtEl>
                                        <p:attrNameLst>
                                          <p:attrName>style.visibility</p:attrName>
                                        </p:attrNameLst>
                                      </p:cBhvr>
                                      <p:to>
                                        <p:strVal val="visible"/>
                                      </p:to>
                                    </p:set>
                                  </p:childTnLst>
                                </p:cTn>
                              </p:par>
                            </p:childTnLst>
                          </p:cTn>
                        </p:par>
                        <p:par>
                          <p:cTn id="83" fill="hold">
                            <p:stCondLst>
                              <p:cond delay="0"/>
                            </p:stCondLst>
                            <p:childTnLst>
                              <p:par>
                                <p:cTn id="84" nodeType="afterEffect" fill="hold" presetClass="emph" presetID="6">
                                  <p:stCondLst>
                                    <p:cond delay="0"/>
                                  </p:stCondLst>
                                  <p:childTnLst/>
                                </p:cTn>
                              </p:par>
                            </p:childTnLst>
                          </p:cTn>
                        </p:par>
                      </p:childTnLst>
                    </p:cTn>
                  </p:par>
                </p:childTnLst>
              </p:cTn>
              <p:prevCondLst>
                <p:cond delay="0" evt="onPrev">
                  <p:tgtEl>
                    <p:sldTgt/>
                  </p:tgtEl>
                </p:cond>
              </p:prevCondLst>
              <p:nextCondLst>
                <p:cond delay="0" evt="onNext">
                  <p:tgtEl>
                    <p:sldTgt/>
                  </p:tgtEl>
                </p:cond>
              </p:nextCondLst>
            </p:seq>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8" name="TextShape 1"/>
          <p:cNvSpPr txBox="1"/>
          <p:nvPr/>
        </p:nvSpPr>
        <p:spPr>
          <a:xfrm>
            <a:off x="684720" y="0"/>
            <a:ext cx="8424720" cy="1142640"/>
          </a:xfrm>
          <a:prstGeom prst="rect">
            <a:avLst/>
          </a:prstGeom>
          <a:noFill/>
          <a:ln>
            <a:noFill/>
          </a:ln>
        </p:spPr>
        <p:txBody>
          <a:bodyPr anchor="ctr"/>
          <a:p>
            <a:pPr>
              <a:lnSpc>
                <a:spcPct val="100000"/>
              </a:lnSpc>
            </a:pPr>
            <a:r>
              <a:rPr b="0" lang="fr-FR" sz="2800" spc="-1" strike="noStrike">
                <a:solidFill>
                  <a:srgbClr val="ce0f69"/>
                </a:solidFill>
                <a:uFill>
                  <a:solidFill>
                    <a:srgbClr val="ffffff"/>
                  </a:solidFill>
                </a:uFill>
                <a:latin typeface="Arial"/>
              </a:rPr>
              <a:t>Ce que je sais ? </a:t>
            </a:r>
            <a:r>
              <a:rPr b="1" lang="fr-FR" sz="2800" spc="-1" strike="noStrike">
                <a:solidFill>
                  <a:srgbClr val="ce0f69"/>
                </a:solidFill>
                <a:uFill>
                  <a:solidFill>
                    <a:srgbClr val="ffffff"/>
                  </a:solidFill>
                </a:uFill>
                <a:latin typeface="Arial"/>
              </a:rPr>
              <a:t>Mes compétences actuelles,</a:t>
            </a:r>
            <a:br/>
            <a:r>
              <a:rPr b="1" lang="fr-FR" sz="2800" spc="-1" strike="noStrike">
                <a:solidFill>
                  <a:srgbClr val="ce0f69"/>
                </a:solidFill>
                <a:uFill>
                  <a:solidFill>
                    <a:srgbClr val="ffffff"/>
                  </a:solidFill>
                </a:uFill>
                <a:latin typeface="Arial"/>
              </a:rPr>
              <a:t> qualifications, diplômes, expériences…</a:t>
            </a:r>
            <a:endParaRPr b="0" lang="fr-FR" sz="2800" spc="-1" strike="noStrike">
              <a:solidFill>
                <a:srgbClr val="000000"/>
              </a:solidFill>
              <a:uFill>
                <a:solidFill>
                  <a:srgbClr val="ffffff"/>
                </a:solidFill>
              </a:uFill>
              <a:latin typeface="Calibri"/>
            </a:endParaRPr>
          </a:p>
        </p:txBody>
      </p:sp>
      <p:pic>
        <p:nvPicPr>
          <p:cNvPr id="309" name="Picture 2" descr=""/>
          <p:cNvPicPr/>
          <p:nvPr/>
        </p:nvPicPr>
        <p:blipFill>
          <a:blip r:embed="rId1"/>
          <a:stretch/>
        </p:blipFill>
        <p:spPr>
          <a:xfrm>
            <a:off x="251640" y="1412640"/>
            <a:ext cx="6680520" cy="4752000"/>
          </a:xfrm>
          <a:prstGeom prst="rect">
            <a:avLst/>
          </a:prstGeom>
          <a:ln>
            <a:noFill/>
          </a:ln>
        </p:spPr>
      </p:pic>
      <p:sp>
        <p:nvSpPr>
          <p:cNvPr id="310" name="CustomShape 2"/>
          <p:cNvSpPr/>
          <p:nvPr/>
        </p:nvSpPr>
        <p:spPr>
          <a:xfrm>
            <a:off x="7093440" y="1556640"/>
            <a:ext cx="2016000" cy="4214160"/>
          </a:xfrm>
          <a:prstGeom prst="rect">
            <a:avLst/>
          </a:prstGeom>
          <a:solidFill>
            <a:srgbClr val="8064a2"/>
          </a:solidFill>
          <a:ln w="38160">
            <a:solidFill>
              <a:srgbClr val="ffffff"/>
            </a:solidFill>
            <a:round/>
          </a:ln>
          <a:effectLst>
            <a:outerShdw dist="20160" dir="5400000">
              <a:srgbClr val="000000">
                <a:alpha val="38000"/>
              </a:srgbClr>
            </a:outerShdw>
          </a:effectLst>
        </p:spPr>
        <p:style>
          <a:lnRef idx="0"/>
          <a:fillRef idx="0"/>
          <a:effectRef idx="0"/>
          <a:fontRef idx="minor"/>
        </p:style>
        <p:txBody>
          <a:bodyPr anchor="ctr"/>
          <a:p>
            <a:pPr algn="ctr">
              <a:lnSpc>
                <a:spcPct val="100000"/>
              </a:lnSpc>
            </a:pPr>
            <a:r>
              <a:rPr b="1" lang="fr-FR" sz="1800" spc="-1" strike="noStrike">
                <a:solidFill>
                  <a:srgbClr val="ffffff"/>
                </a:solidFill>
                <a:uFill>
                  <a:solidFill>
                    <a:srgbClr val="ffffff"/>
                  </a:solidFill>
                </a:uFill>
                <a:latin typeface="Arial"/>
                <a:ea typeface="Arial"/>
              </a:rPr>
              <a:t>Je complète ma carte de compétences </a:t>
            </a:r>
            <a:br/>
            <a:r>
              <a:rPr b="1" lang="fr-FR" sz="1800" spc="-1" strike="noStrike">
                <a:solidFill>
                  <a:srgbClr val="ffffff"/>
                </a:solidFill>
                <a:uFill>
                  <a:solidFill>
                    <a:srgbClr val="ffffff"/>
                  </a:solidFill>
                </a:uFill>
                <a:latin typeface="Arial"/>
                <a:ea typeface="Arial"/>
              </a:rPr>
              <a:t>pour chaque fonction </a:t>
            </a:r>
            <a:br/>
            <a:r>
              <a:rPr b="1" lang="fr-FR" sz="1800" spc="-1" strike="noStrike">
                <a:solidFill>
                  <a:srgbClr val="ffffff"/>
                </a:solidFill>
                <a:uFill>
                  <a:solidFill>
                    <a:srgbClr val="ffffff"/>
                  </a:solidFill>
                </a:uFill>
                <a:latin typeface="Arial"/>
                <a:ea typeface="Arial"/>
              </a:rPr>
              <a:t>sur une échelle de 0 à 5, </a:t>
            </a:r>
            <a:br/>
            <a:r>
              <a:rPr b="1" lang="fr-FR" sz="1800" spc="-1" strike="noStrike">
                <a:solidFill>
                  <a:srgbClr val="ffffff"/>
                </a:solidFill>
                <a:uFill>
                  <a:solidFill>
                    <a:srgbClr val="ffffff"/>
                  </a:solidFill>
                </a:uFill>
                <a:latin typeface="Arial"/>
                <a:ea typeface="Arial"/>
              </a:rPr>
              <a:t>le 0 étant au centre. </a:t>
            </a:r>
            <a:br/>
            <a:r>
              <a:rPr b="1" lang="fr-FR" sz="1800" spc="-1" strike="noStrike">
                <a:solidFill>
                  <a:srgbClr val="ffffff"/>
                </a:solidFill>
                <a:uFill>
                  <a:solidFill>
                    <a:srgbClr val="ffffff"/>
                  </a:solidFill>
                </a:uFill>
                <a:latin typeface="Arial"/>
                <a:ea typeface="Arial"/>
              </a:rPr>
              <a:t>Je relie chaque point entre eux par une droite.</a:t>
            </a:r>
            <a:endParaRPr b="0" lang="fr-FR" sz="1800" spc="-1" strike="noStrike">
              <a:solidFill>
                <a:srgbClr val="000000"/>
              </a:solidFill>
              <a:uFill>
                <a:solidFill>
                  <a:srgbClr val="ffffff"/>
                </a:solidFill>
              </a:uFill>
              <a:latin typeface="Arial"/>
            </a:endParaRPr>
          </a:p>
        </p:txBody>
      </p:sp>
      <p:graphicFrame>
        <p:nvGraphicFramePr>
          <p:cNvPr id="311" name="Table 3"/>
          <p:cNvGraphicFramePr/>
          <p:nvPr/>
        </p:nvGraphicFramePr>
        <p:xfrm>
          <a:off x="-180360" y="6480000"/>
          <a:ext cx="9324000" cy="404280"/>
        </p:xfrm>
        <a:graphic>
          <a:graphicData uri="http://schemas.openxmlformats.org/drawingml/2006/table">
            <a:tbl>
              <a:tblPr/>
              <a:tblGrid>
                <a:gridCol w="7426440"/>
                <a:gridCol w="1897920"/>
              </a:tblGrid>
              <a:tr h="404640">
                <a:tc>
                  <a:txBody>
                    <a:bodyPr lIns="45720" rIns="45720"/>
                    <a:p>
                      <a:pPr algn="just">
                        <a:lnSpc>
                          <a:spcPct val="100000"/>
                        </a:lnSpc>
                      </a:pPr>
                      <a:r>
                        <a:rPr b="1" lang="fr-FR" sz="1100" spc="-1" strike="noStrike">
                          <a:solidFill>
                            <a:srgbClr val="ffffff"/>
                          </a:solidFill>
                          <a:uFill>
                            <a:solidFill>
                              <a:srgbClr val="ffffff"/>
                            </a:solidFill>
                          </a:uFill>
                          <a:latin typeface="Arial"/>
                          <a:ea typeface="Arial"/>
                        </a:rPr>
                        <a:t> </a:t>
                      </a:r>
                      <a:endParaRPr b="0" lang="fr-FR" sz="1100" spc="-1" strike="noStrike">
                        <a:solidFill>
                          <a:srgbClr val="000000"/>
                        </a:solidFill>
                        <a:uFill>
                          <a:solidFill>
                            <a:srgbClr val="ffffff"/>
                          </a:solidFill>
                        </a:uFill>
                        <a:latin typeface="Arial"/>
                      </a:endParaRPr>
                    </a:p>
                  </a:txBody>
                  <a:tcPr marL="45720" marR="45720">
                    <a:lnL w="12240">
                      <a:solidFill>
                        <a:srgbClr val="000000"/>
                      </a:solidFill>
                    </a:lnL>
                    <a:lnR w="12240">
                      <a:solidFill>
                        <a:srgbClr val="000000"/>
                      </a:solidFill>
                    </a:lnR>
                    <a:lnT w="12240">
                      <a:solidFill>
                        <a:srgbClr val="000000"/>
                      </a:solidFill>
                    </a:lnT>
                    <a:lnB w="12240">
                      <a:solidFill>
                        <a:srgbClr val="000000"/>
                      </a:solidFill>
                    </a:lnB>
                    <a:solidFill>
                      <a:srgbClr val="ce0f69"/>
                    </a:solidFill>
                  </a:tcPr>
                </a:tc>
                <a:tc>
                  <a:txBody>
                    <a:bodyPr lIns="45720" rIns="45720"/>
                    <a:p>
                      <a:pPr algn="just">
                        <a:lnSpc>
                          <a:spcPct val="100000"/>
                        </a:lnSpc>
                      </a:pPr>
                      <a:r>
                        <a:rPr b="1" lang="fr-FR" sz="1100" spc="-1" strike="noStrike">
                          <a:solidFill>
                            <a:srgbClr val="ffffff"/>
                          </a:solidFill>
                          <a:uFill>
                            <a:solidFill>
                              <a:srgbClr val="ffffff"/>
                            </a:solidFill>
                          </a:uFill>
                          <a:latin typeface="Arial"/>
                          <a:ea typeface="Arial"/>
                        </a:rPr>
                        <a:t>   </a:t>
                      </a:r>
                      <a:endParaRPr b="0" lang="fr-FR" sz="1100" spc="-1" strike="noStrike">
                        <a:solidFill>
                          <a:srgbClr val="000000"/>
                        </a:solidFill>
                        <a:uFill>
                          <a:solidFill>
                            <a:srgbClr val="ffffff"/>
                          </a:solidFill>
                        </a:uFill>
                        <a:latin typeface="Arial"/>
                      </a:endParaRPr>
                    </a:p>
                  </a:txBody>
                  <a:tcPr marL="45720" marR="45720">
                    <a:lnL w="12240">
                      <a:solidFill>
                        <a:srgbClr val="000000"/>
                      </a:solidFill>
                    </a:lnL>
                    <a:lnR w="12240">
                      <a:solidFill>
                        <a:srgbClr val="000000"/>
                      </a:solidFill>
                    </a:lnR>
                    <a:lnT w="12240">
                      <a:solidFill>
                        <a:srgbClr val="000000"/>
                      </a:solidFill>
                    </a:lnT>
                    <a:lnB w="12240">
                      <a:solidFill>
                        <a:srgbClr val="000000"/>
                      </a:solidFill>
                    </a:lnB>
                    <a:solidFill>
                      <a:srgbClr val="ce0f69"/>
                    </a:solidFill>
                  </a:tcPr>
                </a:tc>
              </a:tr>
            </a:tbl>
          </a:graphicData>
        </a:graphic>
      </p:graphicFrame>
    </p:spTree>
  </p:cSld>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2" name="TextShape 1"/>
          <p:cNvSpPr txBox="1"/>
          <p:nvPr/>
        </p:nvSpPr>
        <p:spPr>
          <a:xfrm>
            <a:off x="123120" y="1988280"/>
            <a:ext cx="8085960" cy="3503160"/>
          </a:xfrm>
          <a:prstGeom prst="rect">
            <a:avLst/>
          </a:prstGeom>
          <a:noFill/>
          <a:ln>
            <a:noFill/>
          </a:ln>
        </p:spPr>
        <p:txBody>
          <a:bodyPr anchor="ctr">
            <a:normAutofit/>
          </a:bodyPr>
          <a:p>
            <a:pPr>
              <a:lnSpc>
                <a:spcPct val="100000"/>
              </a:lnSpc>
            </a:pPr>
            <a:r>
              <a:rPr b="0" lang="fr-FR" sz="2100" spc="-1" strike="noStrike">
                <a:solidFill>
                  <a:srgbClr val="000000"/>
                </a:solidFill>
                <a:uFill>
                  <a:solidFill>
                    <a:srgbClr val="ffffff"/>
                  </a:solidFill>
                </a:uFill>
                <a:latin typeface="Arial Rounded MT Bold"/>
                <a:ea typeface="Arial Rounded MT Bold"/>
              </a:rPr>
              <a:t> </a:t>
            </a:r>
            <a:endParaRPr b="0" lang="fr-FR" sz="2100" spc="-1" strike="noStrike">
              <a:solidFill>
                <a:srgbClr val="000000"/>
              </a:solidFill>
              <a:uFill>
                <a:solidFill>
                  <a:srgbClr val="ffffff"/>
                </a:solidFill>
              </a:uFill>
              <a:latin typeface="Calibri"/>
            </a:endParaRPr>
          </a:p>
        </p:txBody>
      </p:sp>
      <p:graphicFrame>
        <p:nvGraphicFramePr>
          <p:cNvPr id="313" name="Table 2"/>
          <p:cNvGraphicFramePr/>
          <p:nvPr/>
        </p:nvGraphicFramePr>
        <p:xfrm>
          <a:off x="-126360" y="6525360"/>
          <a:ext cx="9395640" cy="503640"/>
        </p:xfrm>
        <a:graphic>
          <a:graphicData uri="http://schemas.openxmlformats.org/drawingml/2006/table">
            <a:tbl>
              <a:tblPr/>
              <a:tblGrid>
                <a:gridCol w="7483680"/>
                <a:gridCol w="1912320"/>
              </a:tblGrid>
              <a:tr h="504000">
                <a:tc>
                  <a:txBody>
                    <a:bodyPr lIns="45720" rIns="45720"/>
                    <a:p>
                      <a:pPr algn="just">
                        <a:lnSpc>
                          <a:spcPct val="100000"/>
                        </a:lnSpc>
                      </a:pPr>
                      <a:r>
                        <a:rPr b="1" lang="fr-FR" sz="1100" spc="-1" strike="noStrike">
                          <a:solidFill>
                            <a:srgbClr val="ffffff"/>
                          </a:solidFill>
                          <a:uFill>
                            <a:solidFill>
                              <a:srgbClr val="ffffff"/>
                            </a:solidFill>
                          </a:uFill>
                          <a:latin typeface="Arial"/>
                          <a:ea typeface="Arial"/>
                        </a:rPr>
                        <a:t> </a:t>
                      </a:r>
                      <a:endParaRPr b="0" lang="fr-FR" sz="1100" spc="-1" strike="noStrike">
                        <a:solidFill>
                          <a:srgbClr val="000000"/>
                        </a:solidFill>
                        <a:uFill>
                          <a:solidFill>
                            <a:srgbClr val="ffffff"/>
                          </a:solidFill>
                        </a:uFill>
                        <a:latin typeface="Arial"/>
                      </a:endParaRPr>
                    </a:p>
                  </a:txBody>
                  <a:tcPr marL="45720" marR="45720">
                    <a:lnL w="12240">
                      <a:solidFill>
                        <a:srgbClr val="000000"/>
                      </a:solidFill>
                    </a:lnL>
                    <a:lnR w="12240">
                      <a:solidFill>
                        <a:srgbClr val="000000"/>
                      </a:solidFill>
                    </a:lnR>
                    <a:lnT w="12240">
                      <a:solidFill>
                        <a:srgbClr val="000000"/>
                      </a:solidFill>
                    </a:lnT>
                    <a:lnB w="12240">
                      <a:solidFill>
                        <a:srgbClr val="000000"/>
                      </a:solidFill>
                    </a:lnB>
                    <a:solidFill>
                      <a:srgbClr val="ce0f69"/>
                    </a:solidFill>
                  </a:tcPr>
                </a:tc>
                <a:tc>
                  <a:txBody>
                    <a:bodyPr lIns="45720" rIns="45720"/>
                    <a:p>
                      <a:pPr algn="just">
                        <a:lnSpc>
                          <a:spcPct val="100000"/>
                        </a:lnSpc>
                      </a:pPr>
                      <a:r>
                        <a:rPr b="1" lang="fr-FR" sz="1100" spc="-1" strike="noStrike">
                          <a:solidFill>
                            <a:srgbClr val="ffffff"/>
                          </a:solidFill>
                          <a:uFill>
                            <a:solidFill>
                              <a:srgbClr val="ffffff"/>
                            </a:solidFill>
                          </a:uFill>
                          <a:latin typeface="Arial"/>
                          <a:ea typeface="Arial"/>
                        </a:rPr>
                        <a:t>   </a:t>
                      </a:r>
                      <a:endParaRPr b="0" lang="fr-FR" sz="1100" spc="-1" strike="noStrike">
                        <a:solidFill>
                          <a:srgbClr val="000000"/>
                        </a:solidFill>
                        <a:uFill>
                          <a:solidFill>
                            <a:srgbClr val="ffffff"/>
                          </a:solidFill>
                        </a:uFill>
                        <a:latin typeface="Arial"/>
                      </a:endParaRPr>
                    </a:p>
                  </a:txBody>
                  <a:tcPr marL="45720" marR="45720">
                    <a:lnL w="12240">
                      <a:solidFill>
                        <a:srgbClr val="000000"/>
                      </a:solidFill>
                    </a:lnL>
                    <a:lnR w="12240">
                      <a:solidFill>
                        <a:srgbClr val="000000"/>
                      </a:solidFill>
                    </a:lnR>
                    <a:lnT w="12240">
                      <a:solidFill>
                        <a:srgbClr val="000000"/>
                      </a:solidFill>
                    </a:lnT>
                    <a:lnB w="12240">
                      <a:solidFill>
                        <a:srgbClr val="000000"/>
                      </a:solidFill>
                    </a:lnB>
                    <a:solidFill>
                      <a:srgbClr val="ce0f69"/>
                    </a:solidFill>
                  </a:tcPr>
                </a:tc>
              </a:tr>
            </a:tbl>
          </a:graphicData>
        </a:graphic>
      </p:graphicFrame>
      <p:sp>
        <p:nvSpPr>
          <p:cNvPr id="314" name="CustomShape 3"/>
          <p:cNvSpPr/>
          <p:nvPr/>
        </p:nvSpPr>
        <p:spPr>
          <a:xfrm>
            <a:off x="0" y="1484640"/>
            <a:ext cx="9143640" cy="701640"/>
          </a:xfrm>
          <a:prstGeom prst="rect">
            <a:avLst/>
          </a:prstGeom>
          <a:noFill/>
          <a:ln w="12600">
            <a:noFill/>
          </a:ln>
        </p:spPr>
        <p:style>
          <a:lnRef idx="0"/>
          <a:fillRef idx="0"/>
          <a:effectRef idx="0"/>
          <a:fontRef idx="minor"/>
        </p:style>
        <p:txBody>
          <a:bodyPr lIns="45720" rIns="45720"/>
          <a:p>
            <a:pPr marL="457200">
              <a:lnSpc>
                <a:spcPct val="100000"/>
              </a:lnSpc>
            </a:pPr>
            <a:r>
              <a:rPr b="1" lang="fr-FR" sz="2000" spc="-1" strike="noStrike">
                <a:solidFill>
                  <a:srgbClr val="1f497d"/>
                </a:solidFill>
                <a:uFill>
                  <a:solidFill>
                    <a:srgbClr val="ffffff"/>
                  </a:solidFill>
                </a:uFill>
                <a:latin typeface="Arial"/>
                <a:ea typeface="Arial"/>
              </a:rPr>
              <a:t>J’analyse </a:t>
            </a:r>
            <a:r>
              <a:rPr b="0" lang="fr-FR" sz="2000" spc="-1" strike="noStrike">
                <a:solidFill>
                  <a:srgbClr val="1f497d"/>
                </a:solidFill>
                <a:uFill>
                  <a:solidFill>
                    <a:srgbClr val="ffffff"/>
                  </a:solidFill>
                </a:uFill>
                <a:latin typeface="Arial"/>
                <a:ea typeface="Arial"/>
              </a:rPr>
              <a:t>ma carte  : </a:t>
            </a:r>
            <a:r>
              <a:rPr b="0" lang="fr-FR" sz="2000" spc="-1" strike="noStrike">
                <a:solidFill>
                  <a:srgbClr val="1f497d"/>
                </a:solidFill>
                <a:uFill>
                  <a:solidFill>
                    <a:srgbClr val="ffffff"/>
                  </a:solidFill>
                </a:uFill>
                <a:latin typeface="Arial"/>
                <a:ea typeface="Arial"/>
              </a:rPr>
              <a:t>	</a:t>
            </a:r>
            <a:r>
              <a:rPr b="1" lang="fr-FR" sz="2000" spc="-1" strike="noStrike">
                <a:solidFill>
                  <a:srgbClr val="1f497d"/>
                </a:solidFill>
                <a:uFill>
                  <a:solidFill>
                    <a:srgbClr val="ffffff"/>
                  </a:solidFill>
                </a:uFill>
                <a:latin typeface="Arial"/>
                <a:ea typeface="Arial"/>
              </a:rPr>
              <a:t>^</a:t>
            </a:r>
            <a:r>
              <a:rPr b="0" lang="fr-FR" sz="2000" spc="-1" strike="noStrike">
                <a:solidFill>
                  <a:srgbClr val="1f497d"/>
                </a:solidFill>
                <a:uFill>
                  <a:solidFill>
                    <a:srgbClr val="ffffff"/>
                  </a:solidFill>
                </a:uFill>
                <a:latin typeface="Arial"/>
                <a:ea typeface="Arial"/>
              </a:rPr>
              <a:t> les </a:t>
            </a:r>
            <a:r>
              <a:rPr b="1" lang="fr-FR" sz="2000" spc="-1" strike="noStrike">
                <a:solidFill>
                  <a:srgbClr val="1f497d"/>
                </a:solidFill>
                <a:uFill>
                  <a:solidFill>
                    <a:srgbClr val="ffffff"/>
                  </a:solidFill>
                </a:uFill>
                <a:latin typeface="Arial"/>
                <a:ea typeface="Arial"/>
              </a:rPr>
              <a:t>pointes </a:t>
            </a:r>
            <a:r>
              <a:rPr b="0" lang="fr-FR" sz="2000" spc="-1" strike="noStrike">
                <a:solidFill>
                  <a:srgbClr val="1f497d"/>
                </a:solidFill>
                <a:uFill>
                  <a:solidFill>
                    <a:srgbClr val="ffffff"/>
                  </a:solidFill>
                </a:uFill>
                <a:latin typeface="Arial"/>
                <a:ea typeface="Arial"/>
              </a:rPr>
              <a:t>sont </a:t>
            </a:r>
            <a:r>
              <a:rPr b="1" lang="fr-FR" sz="2000" spc="-1" strike="noStrike">
                <a:solidFill>
                  <a:srgbClr val="1f497d"/>
                </a:solidFill>
                <a:uFill>
                  <a:solidFill>
                    <a:srgbClr val="ffffff"/>
                  </a:solidFill>
                </a:uFill>
                <a:latin typeface="Arial"/>
                <a:ea typeface="Arial"/>
              </a:rPr>
              <a:t>mes points forts</a:t>
            </a:r>
            <a:r>
              <a:rPr b="0" lang="fr-FR" sz="2000" spc="-1" strike="noStrike">
                <a:solidFill>
                  <a:srgbClr val="1f497d"/>
                </a:solidFill>
                <a:uFill>
                  <a:solidFill>
                    <a:srgbClr val="ffffff"/>
                  </a:solidFill>
                </a:uFill>
                <a:latin typeface="Arial"/>
                <a:ea typeface="Arial"/>
              </a:rPr>
              <a:t>,</a:t>
            </a:r>
            <a:endParaRPr b="0" lang="fr-FR" sz="2000" spc="-1" strike="noStrike">
              <a:solidFill>
                <a:srgbClr val="000000"/>
              </a:solidFill>
              <a:uFill>
                <a:solidFill>
                  <a:srgbClr val="ffffff"/>
                </a:solidFill>
              </a:uFill>
              <a:latin typeface="Arial"/>
            </a:endParaRPr>
          </a:p>
          <a:p>
            <a:pPr marL="457200">
              <a:lnSpc>
                <a:spcPct val="100000"/>
              </a:lnSpc>
            </a:pPr>
            <a:r>
              <a:rPr b="1" lang="fr-FR" sz="2000" spc="-1" strike="noStrike">
                <a:solidFill>
                  <a:srgbClr val="1f497d"/>
                </a:solidFill>
                <a:uFill>
                  <a:solidFill>
                    <a:srgbClr val="ffffff"/>
                  </a:solidFill>
                </a:uFill>
                <a:latin typeface="Arial"/>
                <a:ea typeface="Arial"/>
              </a:rPr>
              <a:t>                                              </a:t>
            </a:r>
            <a:r>
              <a:rPr b="1" lang="fr-FR" sz="2000" spc="-1" strike="noStrike">
                <a:solidFill>
                  <a:srgbClr val="1f497d"/>
                </a:solidFill>
                <a:uFill>
                  <a:solidFill>
                    <a:srgbClr val="ffffff"/>
                  </a:solidFill>
                </a:uFill>
                <a:latin typeface="Arial"/>
                <a:ea typeface="Arial"/>
              </a:rPr>
              <a:t>v</a:t>
            </a:r>
            <a:r>
              <a:rPr b="0" lang="fr-FR" sz="2000" spc="-1" strike="noStrike">
                <a:solidFill>
                  <a:srgbClr val="1f497d"/>
                </a:solidFill>
                <a:uFill>
                  <a:solidFill>
                    <a:srgbClr val="ffffff"/>
                  </a:solidFill>
                </a:uFill>
                <a:latin typeface="Arial"/>
                <a:ea typeface="Arial"/>
              </a:rPr>
              <a:t> les </a:t>
            </a:r>
            <a:r>
              <a:rPr b="1" lang="fr-FR" sz="2000" spc="-1" strike="noStrike">
                <a:solidFill>
                  <a:srgbClr val="1f497d"/>
                </a:solidFill>
                <a:uFill>
                  <a:solidFill>
                    <a:srgbClr val="ffffff"/>
                  </a:solidFill>
                </a:uFill>
                <a:latin typeface="Arial"/>
                <a:ea typeface="Arial"/>
              </a:rPr>
              <a:t>creux</a:t>
            </a:r>
            <a:r>
              <a:rPr b="0" lang="fr-FR" sz="2000" spc="-1" strike="noStrike">
                <a:solidFill>
                  <a:srgbClr val="1f497d"/>
                </a:solidFill>
                <a:uFill>
                  <a:solidFill>
                    <a:srgbClr val="ffffff"/>
                  </a:solidFill>
                </a:uFill>
                <a:latin typeface="Arial"/>
                <a:ea typeface="Arial"/>
              </a:rPr>
              <a:t> sont </a:t>
            </a:r>
            <a:r>
              <a:rPr b="1" lang="fr-FR" sz="2000" spc="-1" strike="noStrike">
                <a:solidFill>
                  <a:srgbClr val="1f497d"/>
                </a:solidFill>
                <a:uFill>
                  <a:solidFill>
                    <a:srgbClr val="ffffff"/>
                  </a:solidFill>
                </a:uFill>
                <a:latin typeface="Arial"/>
                <a:ea typeface="Arial"/>
              </a:rPr>
              <a:t>mes points de vigilance</a:t>
            </a:r>
            <a:endParaRPr b="0" lang="fr-FR" sz="2000" spc="-1" strike="noStrike">
              <a:solidFill>
                <a:srgbClr val="000000"/>
              </a:solidFill>
              <a:uFill>
                <a:solidFill>
                  <a:srgbClr val="ffffff"/>
                </a:solidFill>
              </a:uFill>
              <a:latin typeface="Arial"/>
            </a:endParaRPr>
          </a:p>
        </p:txBody>
      </p:sp>
      <p:pic>
        <p:nvPicPr>
          <p:cNvPr id="315" name="image2.png" descr=""/>
          <p:cNvPicPr/>
          <p:nvPr/>
        </p:nvPicPr>
        <p:blipFill>
          <a:blip r:embed="rId1"/>
          <a:stretch/>
        </p:blipFill>
        <p:spPr>
          <a:xfrm>
            <a:off x="1882440" y="2406600"/>
            <a:ext cx="4967640" cy="3972960"/>
          </a:xfrm>
          <a:prstGeom prst="rect">
            <a:avLst/>
          </a:prstGeom>
          <a:ln w="12600">
            <a:noFill/>
          </a:ln>
        </p:spPr>
      </p:pic>
      <p:pic>
        <p:nvPicPr>
          <p:cNvPr id="316" name="image9.jpeg" descr=""/>
          <p:cNvPicPr/>
          <p:nvPr/>
        </p:nvPicPr>
        <p:blipFill>
          <a:blip r:embed="rId2"/>
          <a:stretch/>
        </p:blipFill>
        <p:spPr>
          <a:xfrm>
            <a:off x="6888600" y="2637000"/>
            <a:ext cx="2053440" cy="1466640"/>
          </a:xfrm>
          <a:prstGeom prst="rect">
            <a:avLst/>
          </a:prstGeom>
          <a:ln w="12600">
            <a:noFill/>
          </a:ln>
        </p:spPr>
      </p:pic>
      <p:pic>
        <p:nvPicPr>
          <p:cNvPr id="317" name="Picture 2" descr=""/>
          <p:cNvPicPr/>
          <p:nvPr/>
        </p:nvPicPr>
        <p:blipFill>
          <a:blip r:embed="rId3"/>
          <a:stretch/>
        </p:blipFill>
        <p:spPr>
          <a:xfrm>
            <a:off x="36000" y="4138920"/>
            <a:ext cx="1863000" cy="1863000"/>
          </a:xfrm>
          <a:prstGeom prst="rect">
            <a:avLst/>
          </a:prstGeom>
          <a:ln>
            <a:noFill/>
          </a:ln>
        </p:spPr>
      </p:pic>
      <p:sp>
        <p:nvSpPr>
          <p:cNvPr id="318" name="CustomShape 4"/>
          <p:cNvSpPr/>
          <p:nvPr/>
        </p:nvSpPr>
        <p:spPr>
          <a:xfrm>
            <a:off x="517680" y="188640"/>
            <a:ext cx="8424720" cy="1142640"/>
          </a:xfrm>
          <a:prstGeom prst="rect">
            <a:avLst/>
          </a:prstGeom>
          <a:noFill/>
          <a:ln>
            <a:noFill/>
          </a:ln>
        </p:spPr>
        <p:style>
          <a:lnRef idx="0"/>
          <a:fillRef idx="0"/>
          <a:effectRef idx="0"/>
          <a:fontRef idx="minor"/>
        </p:style>
        <p:txBody>
          <a:bodyPr lIns="90000" rIns="90000" tIns="45000" bIns="45000"/>
          <a:p>
            <a:pPr>
              <a:lnSpc>
                <a:spcPct val="100000"/>
              </a:lnSpc>
            </a:pPr>
            <a:r>
              <a:rPr b="0" lang="fr-FR" sz="2800" spc="-1" strike="noStrike">
                <a:solidFill>
                  <a:srgbClr val="ce0f69"/>
                </a:solidFill>
                <a:uFill>
                  <a:solidFill>
                    <a:srgbClr val="ffffff"/>
                  </a:solidFill>
                </a:uFill>
                <a:latin typeface="Arial"/>
              </a:rPr>
              <a:t>Ce que je sais ? </a:t>
            </a:r>
            <a:r>
              <a:rPr b="1" lang="fr-FR" sz="2800" spc="-1" strike="noStrike">
                <a:solidFill>
                  <a:srgbClr val="ce0f69"/>
                </a:solidFill>
                <a:uFill>
                  <a:solidFill>
                    <a:srgbClr val="ffffff"/>
                  </a:solidFill>
                </a:uFill>
                <a:latin typeface="Arial"/>
              </a:rPr>
              <a:t>Mes compétences actuelles,</a:t>
            </a:r>
            <a:br/>
            <a:r>
              <a:rPr b="1" lang="fr-FR" sz="2800" spc="-1" strike="noStrike">
                <a:solidFill>
                  <a:srgbClr val="ce0f69"/>
                </a:solidFill>
                <a:uFill>
                  <a:solidFill>
                    <a:srgbClr val="ffffff"/>
                  </a:solidFill>
                </a:uFill>
                <a:latin typeface="Arial"/>
              </a:rPr>
              <a:t>qualifications, diplômes, expériences…</a:t>
            </a:r>
            <a:endParaRPr b="0" lang="fr-FR" sz="2800" spc="-1" strike="noStrike">
              <a:solidFill>
                <a:srgbClr val="000000"/>
              </a:solidFill>
              <a:uFill>
                <a:solidFill>
                  <a:srgbClr val="ffffff"/>
                </a:solidFill>
              </a:uFill>
              <a:latin typeface="Arial"/>
            </a:endParaRPr>
          </a:p>
        </p:txBody>
      </p:sp>
    </p:spTree>
  </p:cSld>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9" name="CustomShape 1"/>
          <p:cNvSpPr/>
          <p:nvPr/>
        </p:nvSpPr>
        <p:spPr>
          <a:xfrm>
            <a:off x="0" y="-144360"/>
            <a:ext cx="304560" cy="304560"/>
          </a:xfrm>
          <a:prstGeom prst="rect">
            <a:avLst/>
          </a:prstGeom>
          <a:noFill/>
          <a:ln>
            <a:noFill/>
          </a:ln>
        </p:spPr>
        <p:style>
          <a:lnRef idx="0"/>
          <a:fillRef idx="0"/>
          <a:effectRef idx="0"/>
          <a:fontRef idx="minor"/>
        </p:style>
      </p:sp>
      <p:sp>
        <p:nvSpPr>
          <p:cNvPr id="320" name="CustomShape 2"/>
          <p:cNvSpPr/>
          <p:nvPr/>
        </p:nvSpPr>
        <p:spPr>
          <a:xfrm>
            <a:off x="152280" y="7920"/>
            <a:ext cx="304560" cy="304560"/>
          </a:xfrm>
          <a:prstGeom prst="rect">
            <a:avLst/>
          </a:prstGeom>
          <a:noFill/>
          <a:ln>
            <a:noFill/>
          </a:ln>
        </p:spPr>
        <p:style>
          <a:lnRef idx="0"/>
          <a:fillRef idx="0"/>
          <a:effectRef idx="0"/>
          <a:fontRef idx="minor"/>
        </p:style>
      </p:sp>
      <p:sp>
        <p:nvSpPr>
          <p:cNvPr id="321" name="CustomShape 3"/>
          <p:cNvSpPr/>
          <p:nvPr/>
        </p:nvSpPr>
        <p:spPr>
          <a:xfrm>
            <a:off x="63360" y="-136440"/>
            <a:ext cx="2142720" cy="2142720"/>
          </a:xfrm>
          <a:prstGeom prst="rect">
            <a:avLst/>
          </a:prstGeom>
          <a:noFill/>
          <a:ln>
            <a:noFill/>
          </a:ln>
        </p:spPr>
        <p:style>
          <a:lnRef idx="0"/>
          <a:fillRef idx="0"/>
          <a:effectRef idx="0"/>
          <a:fontRef idx="minor"/>
        </p:style>
      </p:sp>
      <p:sp>
        <p:nvSpPr>
          <p:cNvPr id="322" name="CustomShape 4"/>
          <p:cNvSpPr/>
          <p:nvPr/>
        </p:nvSpPr>
        <p:spPr>
          <a:xfrm>
            <a:off x="216000" y="15840"/>
            <a:ext cx="2142720" cy="2142720"/>
          </a:xfrm>
          <a:prstGeom prst="rect">
            <a:avLst/>
          </a:prstGeom>
          <a:noFill/>
          <a:ln>
            <a:noFill/>
          </a:ln>
        </p:spPr>
        <p:style>
          <a:lnRef idx="0"/>
          <a:fillRef idx="0"/>
          <a:effectRef idx="0"/>
          <a:fontRef idx="minor"/>
        </p:style>
      </p:sp>
      <p:sp>
        <p:nvSpPr>
          <p:cNvPr id="323" name="CustomShape 5"/>
          <p:cNvSpPr/>
          <p:nvPr/>
        </p:nvSpPr>
        <p:spPr>
          <a:xfrm>
            <a:off x="368280" y="168120"/>
            <a:ext cx="2142720" cy="2142720"/>
          </a:xfrm>
          <a:prstGeom prst="rect">
            <a:avLst/>
          </a:prstGeom>
          <a:noFill/>
          <a:ln>
            <a:noFill/>
          </a:ln>
        </p:spPr>
        <p:style>
          <a:lnRef idx="0"/>
          <a:fillRef idx="0"/>
          <a:effectRef idx="0"/>
          <a:fontRef idx="minor"/>
        </p:style>
      </p:sp>
      <p:sp>
        <p:nvSpPr>
          <p:cNvPr id="324" name="CustomShape 6"/>
          <p:cNvSpPr/>
          <p:nvPr/>
        </p:nvSpPr>
        <p:spPr>
          <a:xfrm>
            <a:off x="520560" y="320760"/>
            <a:ext cx="2142720" cy="2142720"/>
          </a:xfrm>
          <a:prstGeom prst="rect">
            <a:avLst/>
          </a:prstGeom>
          <a:noFill/>
          <a:ln>
            <a:noFill/>
          </a:ln>
        </p:spPr>
        <p:style>
          <a:lnRef idx="0"/>
          <a:fillRef idx="0"/>
          <a:effectRef idx="0"/>
          <a:fontRef idx="minor"/>
        </p:style>
      </p:sp>
      <p:sp>
        <p:nvSpPr>
          <p:cNvPr id="325" name="CustomShape 7"/>
          <p:cNvSpPr/>
          <p:nvPr/>
        </p:nvSpPr>
        <p:spPr>
          <a:xfrm>
            <a:off x="673200" y="473040"/>
            <a:ext cx="2142720" cy="2142720"/>
          </a:xfrm>
          <a:prstGeom prst="rect">
            <a:avLst/>
          </a:prstGeom>
          <a:noFill/>
          <a:ln>
            <a:noFill/>
          </a:ln>
        </p:spPr>
        <p:style>
          <a:lnRef idx="0"/>
          <a:fillRef idx="0"/>
          <a:effectRef idx="0"/>
          <a:fontRef idx="minor"/>
        </p:style>
      </p:sp>
      <p:pic>
        <p:nvPicPr>
          <p:cNvPr id="326" name="Picture 2" descr=""/>
          <p:cNvPicPr/>
          <p:nvPr/>
        </p:nvPicPr>
        <p:blipFill>
          <a:blip r:embed="rId1"/>
          <a:stretch/>
        </p:blipFill>
        <p:spPr>
          <a:xfrm>
            <a:off x="6035400" y="1325160"/>
            <a:ext cx="2557800" cy="937440"/>
          </a:xfrm>
          <a:prstGeom prst="rect">
            <a:avLst/>
          </a:prstGeom>
          <a:ln w="9360">
            <a:solidFill>
              <a:srgbClr val="000000"/>
            </a:solidFill>
            <a:round/>
          </a:ln>
          <a:effectLst>
            <a:outerShdw dist="23040" dir="5400000">
              <a:srgbClr val="000000">
                <a:alpha val="35000"/>
              </a:srgbClr>
            </a:outerShdw>
          </a:effectLst>
        </p:spPr>
      </p:pic>
      <p:pic>
        <p:nvPicPr>
          <p:cNvPr id="327" name="Picture 3" descr=""/>
          <p:cNvPicPr/>
          <p:nvPr/>
        </p:nvPicPr>
        <p:blipFill>
          <a:blip r:embed="rId2"/>
          <a:stretch/>
        </p:blipFill>
        <p:spPr>
          <a:xfrm>
            <a:off x="6685920" y="3222720"/>
            <a:ext cx="1973160" cy="1104840"/>
          </a:xfrm>
          <a:prstGeom prst="rect">
            <a:avLst/>
          </a:prstGeom>
          <a:ln>
            <a:noFill/>
          </a:ln>
        </p:spPr>
      </p:pic>
      <p:pic>
        <p:nvPicPr>
          <p:cNvPr id="328" name="Picture 4" descr=""/>
          <p:cNvPicPr/>
          <p:nvPr/>
        </p:nvPicPr>
        <p:blipFill>
          <a:blip r:embed="rId3"/>
          <a:stretch/>
        </p:blipFill>
        <p:spPr>
          <a:xfrm>
            <a:off x="334800" y="1325160"/>
            <a:ext cx="2321280" cy="1362600"/>
          </a:xfrm>
          <a:prstGeom prst="rect">
            <a:avLst/>
          </a:prstGeom>
          <a:ln>
            <a:noFill/>
          </a:ln>
        </p:spPr>
      </p:pic>
      <p:pic>
        <p:nvPicPr>
          <p:cNvPr id="329" name="Picture 7" descr=""/>
          <p:cNvPicPr/>
          <p:nvPr/>
        </p:nvPicPr>
        <p:blipFill>
          <a:blip r:embed="rId4"/>
          <a:stretch/>
        </p:blipFill>
        <p:spPr>
          <a:xfrm>
            <a:off x="3317040" y="1442520"/>
            <a:ext cx="2269080" cy="1274760"/>
          </a:xfrm>
          <a:prstGeom prst="rect">
            <a:avLst/>
          </a:prstGeom>
          <a:ln>
            <a:noFill/>
          </a:ln>
        </p:spPr>
      </p:pic>
      <p:sp>
        <p:nvSpPr>
          <p:cNvPr id="330" name="CustomShape 8"/>
          <p:cNvSpPr/>
          <p:nvPr/>
        </p:nvSpPr>
        <p:spPr>
          <a:xfrm>
            <a:off x="375480" y="180720"/>
            <a:ext cx="8451720" cy="1065960"/>
          </a:xfrm>
          <a:prstGeom prst="rect">
            <a:avLst/>
          </a:prstGeom>
          <a:noFill/>
          <a:ln w="12600">
            <a:noFill/>
          </a:ln>
        </p:spPr>
        <p:style>
          <a:lnRef idx="0"/>
          <a:fillRef idx="0"/>
          <a:effectRef idx="0"/>
          <a:fontRef idx="minor"/>
        </p:style>
        <p:txBody>
          <a:bodyPr lIns="45720" rIns="45720"/>
          <a:p>
            <a:pPr algn="ctr">
              <a:lnSpc>
                <a:spcPct val="100000"/>
              </a:lnSpc>
            </a:pPr>
            <a:r>
              <a:rPr b="0" lang="fr-FR" sz="3200" spc="-1" strike="noStrike">
                <a:solidFill>
                  <a:srgbClr val="ce0f69"/>
                </a:solidFill>
                <a:uFill>
                  <a:solidFill>
                    <a:srgbClr val="ffffff"/>
                  </a:solidFill>
                </a:uFill>
                <a:latin typeface="Arial"/>
              </a:rPr>
              <a:t>Qui je connais ? </a:t>
            </a:r>
            <a:r>
              <a:rPr b="1" lang="fr-FR" sz="3200" spc="-1" strike="noStrike">
                <a:solidFill>
                  <a:srgbClr val="ce0f69"/>
                </a:solidFill>
                <a:uFill>
                  <a:solidFill>
                    <a:srgbClr val="ffffff"/>
                  </a:solidFill>
                </a:uFill>
                <a:latin typeface="Arial"/>
              </a:rPr>
              <a:t>Mes réseaux, mes contacts  </a:t>
            </a:r>
            <a:endParaRPr b="0" lang="fr-FR" sz="3200" spc="-1" strike="noStrike">
              <a:solidFill>
                <a:srgbClr val="000000"/>
              </a:solidFill>
              <a:uFill>
                <a:solidFill>
                  <a:srgbClr val="ffffff"/>
                </a:solidFill>
              </a:uFill>
              <a:latin typeface="Arial"/>
            </a:endParaRPr>
          </a:p>
        </p:txBody>
      </p:sp>
      <p:sp>
        <p:nvSpPr>
          <p:cNvPr id="331" name="CustomShape 9"/>
          <p:cNvSpPr/>
          <p:nvPr/>
        </p:nvSpPr>
        <p:spPr>
          <a:xfrm>
            <a:off x="2988000" y="4189680"/>
            <a:ext cx="3409920" cy="1311480"/>
          </a:xfrm>
          <a:prstGeom prst="rect">
            <a:avLst/>
          </a:prstGeom>
          <a:gradFill>
            <a:gsLst>
              <a:gs pos="0">
                <a:srgbClr val="d9caee"/>
              </a:gs>
              <a:gs pos="100000">
                <a:srgbClr val="f1eaf8"/>
              </a:gs>
            </a:gsLst>
            <a:lin ang="16200000"/>
          </a:gradFill>
          <a:ln w="9360">
            <a:solidFill>
              <a:srgbClr val="7d5fa0"/>
            </a:solidFill>
            <a:round/>
          </a:ln>
          <a:effectLst>
            <a:outerShdw dist="20160" dir="5400000">
              <a:srgbClr val="000000">
                <a:alpha val="38000"/>
              </a:srgbClr>
            </a:outerShdw>
          </a:effectLst>
        </p:spPr>
        <p:style>
          <a:lnRef idx="0"/>
          <a:fillRef idx="0"/>
          <a:effectRef idx="0"/>
          <a:fontRef idx="minor"/>
        </p:style>
        <p:txBody>
          <a:bodyPr lIns="45720" rIns="45720"/>
          <a:p>
            <a:pPr algn="ctr">
              <a:lnSpc>
                <a:spcPct val="100000"/>
              </a:lnSpc>
            </a:pPr>
            <a:r>
              <a:rPr b="1" lang="fr-FR" sz="2000" spc="-1" strike="noStrike">
                <a:solidFill>
                  <a:srgbClr val="000000"/>
                </a:solidFill>
                <a:uFill>
                  <a:solidFill>
                    <a:srgbClr val="ffffff"/>
                  </a:solidFill>
                </a:uFill>
                <a:latin typeface="Arial"/>
              </a:rPr>
              <a:t>70 % du chiffre d’affaires d’une entreprise</a:t>
            </a:r>
            <a:endParaRPr b="0" lang="fr-FR" sz="2000" spc="-1" strike="noStrike">
              <a:solidFill>
                <a:srgbClr val="000000"/>
              </a:solidFill>
              <a:uFill>
                <a:solidFill>
                  <a:srgbClr val="ffffff"/>
                </a:solidFill>
              </a:uFill>
              <a:latin typeface="Arial"/>
            </a:endParaRPr>
          </a:p>
          <a:p>
            <a:pPr algn="ctr">
              <a:lnSpc>
                <a:spcPct val="100000"/>
              </a:lnSpc>
            </a:pPr>
            <a:r>
              <a:rPr b="1" lang="fr-FR" sz="2000" spc="-1" strike="noStrike">
                <a:solidFill>
                  <a:srgbClr val="000000"/>
                </a:solidFill>
                <a:uFill>
                  <a:solidFill>
                    <a:srgbClr val="ffffff"/>
                  </a:solidFill>
                </a:uFill>
                <a:latin typeface="Arial"/>
              </a:rPr>
              <a:t> </a:t>
            </a:r>
            <a:r>
              <a:rPr b="1" lang="fr-FR" sz="2000" spc="-1" strike="noStrike">
                <a:solidFill>
                  <a:srgbClr val="000000"/>
                </a:solidFill>
                <a:uFill>
                  <a:solidFill>
                    <a:srgbClr val="ffffff"/>
                  </a:solidFill>
                </a:uFill>
                <a:latin typeface="Arial"/>
              </a:rPr>
              <a:t>vient directement du réseau de son dirigeant  !</a:t>
            </a:r>
            <a:endParaRPr b="0" lang="fr-FR" sz="2000" spc="-1" strike="noStrike">
              <a:solidFill>
                <a:srgbClr val="000000"/>
              </a:solidFill>
              <a:uFill>
                <a:solidFill>
                  <a:srgbClr val="ffffff"/>
                </a:solidFill>
              </a:uFill>
              <a:latin typeface="Arial"/>
            </a:endParaRPr>
          </a:p>
        </p:txBody>
      </p:sp>
      <p:sp>
        <p:nvSpPr>
          <p:cNvPr id="332" name="CustomShape 10"/>
          <p:cNvSpPr/>
          <p:nvPr/>
        </p:nvSpPr>
        <p:spPr>
          <a:xfrm>
            <a:off x="262080" y="2717640"/>
            <a:ext cx="2447640" cy="640440"/>
          </a:xfrm>
          <a:prstGeom prst="rect">
            <a:avLst/>
          </a:prstGeom>
          <a:gradFill>
            <a:gsLst>
              <a:gs pos="0">
                <a:srgbClr val="5e437f"/>
              </a:gs>
              <a:gs pos="100000">
                <a:srgbClr val="7b57a5"/>
              </a:gs>
            </a:gsLst>
            <a:lin ang="16200000"/>
          </a:gradFill>
          <a:ln>
            <a:noFill/>
          </a:ln>
          <a:effectLst>
            <a:outerShdw dist="23040" dir="5400000">
              <a:srgbClr val="000000">
                <a:alpha val="35000"/>
              </a:srgbClr>
            </a:outerShdw>
          </a:effectLst>
        </p:spPr>
        <p:style>
          <a:lnRef idx="0"/>
          <a:fillRef idx="0"/>
          <a:effectRef idx="0"/>
          <a:fontRef idx="minor"/>
        </p:style>
        <p:txBody>
          <a:bodyPr lIns="45720" rIns="45720"/>
          <a:p>
            <a:pPr algn="ctr">
              <a:lnSpc>
                <a:spcPct val="100000"/>
              </a:lnSpc>
            </a:pPr>
            <a:r>
              <a:rPr b="1" lang="fr-FR" sz="1800" spc="-1" strike="noStrike">
                <a:solidFill>
                  <a:srgbClr val="ffffff"/>
                </a:solidFill>
                <a:uFill>
                  <a:solidFill>
                    <a:srgbClr val="ffffff"/>
                  </a:solidFill>
                </a:uFill>
                <a:latin typeface="Arial"/>
              </a:rPr>
              <a:t>Réseau familial / amical</a:t>
            </a:r>
            <a:endParaRPr b="0" lang="fr-FR" sz="1800" spc="-1" strike="noStrike">
              <a:solidFill>
                <a:srgbClr val="000000"/>
              </a:solidFill>
              <a:uFill>
                <a:solidFill>
                  <a:srgbClr val="ffffff"/>
                </a:solidFill>
              </a:uFill>
              <a:latin typeface="Arial"/>
            </a:endParaRPr>
          </a:p>
        </p:txBody>
      </p:sp>
      <p:sp>
        <p:nvSpPr>
          <p:cNvPr id="333" name="CustomShape 11"/>
          <p:cNvSpPr/>
          <p:nvPr/>
        </p:nvSpPr>
        <p:spPr>
          <a:xfrm>
            <a:off x="304920" y="160200"/>
            <a:ext cx="304560" cy="304560"/>
          </a:xfrm>
          <a:prstGeom prst="rect">
            <a:avLst/>
          </a:prstGeom>
          <a:noFill/>
          <a:ln>
            <a:noFill/>
          </a:ln>
        </p:spPr>
        <p:style>
          <a:lnRef idx="0"/>
          <a:fillRef idx="0"/>
          <a:effectRef idx="0"/>
          <a:fontRef idx="minor"/>
        </p:style>
      </p:sp>
      <p:pic>
        <p:nvPicPr>
          <p:cNvPr id="334" name="Picture 3" descr=""/>
          <p:cNvPicPr/>
          <p:nvPr/>
        </p:nvPicPr>
        <p:blipFill>
          <a:blip r:embed="rId5"/>
          <a:stretch/>
        </p:blipFill>
        <p:spPr>
          <a:xfrm>
            <a:off x="594000" y="3383280"/>
            <a:ext cx="1612080" cy="1612080"/>
          </a:xfrm>
          <a:prstGeom prst="rect">
            <a:avLst/>
          </a:prstGeom>
          <a:ln>
            <a:noFill/>
          </a:ln>
        </p:spPr>
      </p:pic>
      <p:sp>
        <p:nvSpPr>
          <p:cNvPr id="335" name="CustomShape 12"/>
          <p:cNvSpPr/>
          <p:nvPr/>
        </p:nvSpPr>
        <p:spPr>
          <a:xfrm>
            <a:off x="3265920" y="2867040"/>
            <a:ext cx="2319840" cy="366120"/>
          </a:xfrm>
          <a:prstGeom prst="rect">
            <a:avLst/>
          </a:prstGeom>
          <a:gradFill>
            <a:gsLst>
              <a:gs pos="0">
                <a:srgbClr val="779637"/>
              </a:gs>
              <a:gs pos="100000">
                <a:srgbClr val="9bc348"/>
              </a:gs>
            </a:gsLst>
            <a:lin ang="16200000"/>
          </a:gradFill>
          <a:ln>
            <a:noFill/>
          </a:ln>
          <a:effectLst>
            <a:outerShdw dist="23040" dir="5400000">
              <a:srgbClr val="000000">
                <a:alpha val="35000"/>
              </a:srgbClr>
            </a:outerShdw>
          </a:effectLst>
        </p:spPr>
        <p:style>
          <a:lnRef idx="0"/>
          <a:fillRef idx="0"/>
          <a:effectRef idx="0"/>
          <a:fontRef idx="minor"/>
        </p:style>
        <p:txBody>
          <a:bodyPr lIns="45720" rIns="45720"/>
          <a:p>
            <a:pPr algn="ctr">
              <a:lnSpc>
                <a:spcPct val="100000"/>
              </a:lnSpc>
            </a:pPr>
            <a:r>
              <a:rPr b="1" lang="fr-FR" sz="1800" spc="-1" strike="noStrike">
                <a:solidFill>
                  <a:srgbClr val="ffffff"/>
                </a:solidFill>
                <a:uFill>
                  <a:solidFill>
                    <a:srgbClr val="ffffff"/>
                  </a:solidFill>
                </a:uFill>
                <a:latin typeface="Arial"/>
              </a:rPr>
              <a:t>Réseaux sociaux</a:t>
            </a:r>
            <a:endParaRPr b="0" lang="fr-FR" sz="1800" spc="-1" strike="noStrike">
              <a:solidFill>
                <a:srgbClr val="000000"/>
              </a:solidFill>
              <a:uFill>
                <a:solidFill>
                  <a:srgbClr val="ffffff"/>
                </a:solidFill>
              </a:uFill>
              <a:latin typeface="Arial"/>
            </a:endParaRPr>
          </a:p>
        </p:txBody>
      </p:sp>
      <p:sp>
        <p:nvSpPr>
          <p:cNvPr id="336" name="CustomShape 13"/>
          <p:cNvSpPr/>
          <p:nvPr/>
        </p:nvSpPr>
        <p:spPr>
          <a:xfrm>
            <a:off x="279720" y="4811040"/>
            <a:ext cx="2319840" cy="640440"/>
          </a:xfrm>
          <a:prstGeom prst="rect">
            <a:avLst/>
          </a:prstGeom>
          <a:gradFill>
            <a:gsLst>
              <a:gs pos="0">
                <a:srgbClr val="2988a1"/>
              </a:gs>
              <a:gs pos="100000">
                <a:srgbClr val="36b0d1"/>
              </a:gs>
            </a:gsLst>
            <a:lin ang="16200000"/>
          </a:gradFill>
          <a:ln>
            <a:noFill/>
          </a:ln>
          <a:effectLst>
            <a:outerShdw dist="23040" dir="5400000">
              <a:srgbClr val="000000">
                <a:alpha val="35000"/>
              </a:srgbClr>
            </a:outerShdw>
          </a:effectLst>
        </p:spPr>
        <p:style>
          <a:lnRef idx="0"/>
          <a:fillRef idx="0"/>
          <a:effectRef idx="0"/>
          <a:fontRef idx="minor"/>
        </p:style>
        <p:txBody>
          <a:bodyPr lIns="45720" rIns="45720"/>
          <a:p>
            <a:pPr algn="ctr">
              <a:lnSpc>
                <a:spcPct val="100000"/>
              </a:lnSpc>
            </a:pPr>
            <a:r>
              <a:rPr b="1" lang="fr-FR" sz="1800" spc="-1" strike="noStrike">
                <a:solidFill>
                  <a:srgbClr val="ffffff"/>
                </a:solidFill>
                <a:uFill>
                  <a:solidFill>
                    <a:srgbClr val="ffffff"/>
                  </a:solidFill>
                </a:uFill>
                <a:latin typeface="Arial"/>
              </a:rPr>
              <a:t>Réseau</a:t>
            </a:r>
            <a:r>
              <a:rPr b="1" lang="fr-FR" sz="1800" spc="-1" strike="noStrike">
                <a:solidFill>
                  <a:srgbClr val="000000"/>
                </a:solidFill>
                <a:uFill>
                  <a:solidFill>
                    <a:srgbClr val="ffffff"/>
                  </a:solidFill>
                </a:uFill>
                <a:latin typeface="Arial"/>
              </a:rPr>
              <a:t> </a:t>
            </a:r>
            <a:r>
              <a:rPr b="1" lang="fr-FR" sz="1800" spc="-1" strike="noStrike">
                <a:solidFill>
                  <a:srgbClr val="ffffff"/>
                </a:solidFill>
                <a:uFill>
                  <a:solidFill>
                    <a:srgbClr val="ffffff"/>
                  </a:solidFill>
                </a:uFill>
                <a:latin typeface="Arial"/>
              </a:rPr>
              <a:t>institutionnel</a:t>
            </a:r>
            <a:endParaRPr b="0" lang="fr-FR" sz="1800" spc="-1" strike="noStrike">
              <a:solidFill>
                <a:srgbClr val="000000"/>
              </a:solidFill>
              <a:uFill>
                <a:solidFill>
                  <a:srgbClr val="ffffff"/>
                </a:solidFill>
              </a:uFill>
              <a:latin typeface="Arial"/>
            </a:endParaRPr>
          </a:p>
        </p:txBody>
      </p:sp>
      <p:sp>
        <p:nvSpPr>
          <p:cNvPr id="337" name="CustomShape 14"/>
          <p:cNvSpPr/>
          <p:nvPr/>
        </p:nvSpPr>
        <p:spPr>
          <a:xfrm>
            <a:off x="6035400" y="2392560"/>
            <a:ext cx="2503800" cy="366120"/>
          </a:xfrm>
          <a:prstGeom prst="rect">
            <a:avLst/>
          </a:prstGeom>
          <a:gradFill>
            <a:gsLst>
              <a:gs pos="0">
                <a:srgbClr val="000000"/>
              </a:gs>
              <a:gs pos="100000">
                <a:srgbClr val="000000"/>
              </a:gs>
            </a:gsLst>
            <a:lin ang="16200000"/>
          </a:gradFill>
          <a:ln>
            <a:noFill/>
          </a:ln>
          <a:effectLst>
            <a:outerShdw dist="23040" dir="5400000">
              <a:srgbClr val="000000">
                <a:alpha val="35000"/>
              </a:srgbClr>
            </a:outerShdw>
          </a:effectLst>
        </p:spPr>
        <p:style>
          <a:lnRef idx="0"/>
          <a:fillRef idx="0"/>
          <a:effectRef idx="0"/>
          <a:fontRef idx="minor"/>
        </p:style>
        <p:txBody>
          <a:bodyPr lIns="45720" rIns="45720"/>
          <a:p>
            <a:pPr algn="ctr">
              <a:lnSpc>
                <a:spcPct val="100000"/>
              </a:lnSpc>
            </a:pPr>
            <a:r>
              <a:rPr b="1" lang="fr-FR" sz="1800" spc="-1" strike="noStrike">
                <a:solidFill>
                  <a:srgbClr val="ffffff"/>
                </a:solidFill>
                <a:uFill>
                  <a:solidFill>
                    <a:srgbClr val="ffffff"/>
                  </a:solidFill>
                </a:uFill>
                <a:latin typeface="Arial"/>
              </a:rPr>
              <a:t>Réseau professionnel</a:t>
            </a:r>
            <a:endParaRPr b="0" lang="fr-FR" sz="1800" spc="-1" strike="noStrike">
              <a:solidFill>
                <a:srgbClr val="000000"/>
              </a:solidFill>
              <a:uFill>
                <a:solidFill>
                  <a:srgbClr val="ffffff"/>
                </a:solidFill>
              </a:uFill>
              <a:latin typeface="Arial"/>
            </a:endParaRPr>
          </a:p>
        </p:txBody>
      </p:sp>
      <p:sp>
        <p:nvSpPr>
          <p:cNvPr id="338" name="CustomShape 15"/>
          <p:cNvSpPr/>
          <p:nvPr/>
        </p:nvSpPr>
        <p:spPr>
          <a:xfrm>
            <a:off x="6649200" y="4467240"/>
            <a:ext cx="2010240" cy="640440"/>
          </a:xfrm>
          <a:prstGeom prst="rect">
            <a:avLst/>
          </a:prstGeom>
          <a:gradFill>
            <a:gsLst>
              <a:gs pos="0">
                <a:srgbClr val="9c2f2c"/>
              </a:gs>
              <a:gs pos="100000">
                <a:srgbClr val="cb3d39"/>
              </a:gs>
            </a:gsLst>
            <a:lin ang="16200000"/>
          </a:gradFill>
          <a:ln>
            <a:noFill/>
          </a:ln>
          <a:effectLst>
            <a:outerShdw dist="23040" dir="5400000">
              <a:srgbClr val="000000">
                <a:alpha val="35000"/>
              </a:srgbClr>
            </a:outerShdw>
          </a:effectLst>
        </p:spPr>
        <p:style>
          <a:lnRef idx="0"/>
          <a:fillRef idx="0"/>
          <a:effectRef idx="0"/>
          <a:fontRef idx="minor"/>
        </p:style>
        <p:txBody>
          <a:bodyPr lIns="45720" rIns="45720"/>
          <a:p>
            <a:pPr algn="ctr">
              <a:lnSpc>
                <a:spcPct val="100000"/>
              </a:lnSpc>
            </a:pPr>
            <a:r>
              <a:rPr b="1" lang="fr-FR" sz="1800" spc="-1" strike="noStrike">
                <a:solidFill>
                  <a:srgbClr val="ffffff"/>
                </a:solidFill>
                <a:uFill>
                  <a:solidFill>
                    <a:srgbClr val="ffffff"/>
                  </a:solidFill>
                </a:uFill>
                <a:latin typeface="Arial"/>
              </a:rPr>
              <a:t>Réseau associatif</a:t>
            </a:r>
            <a:endParaRPr b="0" lang="fr-FR" sz="1800" spc="-1" strike="noStrike">
              <a:solidFill>
                <a:srgbClr val="000000"/>
              </a:solidFill>
              <a:uFill>
                <a:solidFill>
                  <a:srgbClr val="ffffff"/>
                </a:solidFill>
              </a:uFill>
              <a:latin typeface="Arial"/>
            </a:endParaRPr>
          </a:p>
        </p:txBody>
      </p:sp>
      <p:graphicFrame>
        <p:nvGraphicFramePr>
          <p:cNvPr id="339" name="Table 16"/>
          <p:cNvGraphicFramePr/>
          <p:nvPr/>
        </p:nvGraphicFramePr>
        <p:xfrm>
          <a:off x="0" y="6289920"/>
          <a:ext cx="9143280" cy="620280"/>
        </p:xfrm>
        <a:graphic>
          <a:graphicData uri="http://schemas.openxmlformats.org/drawingml/2006/table">
            <a:tbl>
              <a:tblPr/>
              <a:tblGrid>
                <a:gridCol w="7254360"/>
                <a:gridCol w="1889280"/>
              </a:tblGrid>
              <a:tr h="620640">
                <a:tc>
                  <a:txBody>
                    <a:bodyPr lIns="45720" rIns="45720"/>
                    <a:p>
                      <a:pPr algn="just">
                        <a:lnSpc>
                          <a:spcPct val="100000"/>
                        </a:lnSpc>
                      </a:pPr>
                      <a:endParaRPr b="0" lang="fr-FR" sz="1800" spc="-1" strike="noStrike">
                        <a:solidFill>
                          <a:srgbClr val="000000"/>
                        </a:solidFill>
                        <a:uFill>
                          <a:solidFill>
                            <a:srgbClr val="ffffff"/>
                          </a:solidFill>
                        </a:uFill>
                        <a:latin typeface="Arial"/>
                      </a:endParaRPr>
                    </a:p>
                    <a:p>
                      <a:pPr algn="just">
                        <a:lnSpc>
                          <a:spcPct val="100000"/>
                        </a:lnSpc>
                      </a:pPr>
                      <a:r>
                        <a:rPr b="1" lang="fr-FR" sz="1600" spc="-1" strike="noStrike">
                          <a:solidFill>
                            <a:srgbClr val="ffffff"/>
                          </a:solidFill>
                          <a:uFill>
                            <a:solidFill>
                              <a:srgbClr val="ffffff"/>
                            </a:solidFill>
                          </a:uFill>
                          <a:latin typeface="Arial"/>
                          <a:ea typeface="Arial"/>
                        </a:rPr>
                        <a:t> </a:t>
                      </a:r>
                      <a:endParaRPr b="0" lang="fr-FR" sz="1600" spc="-1" strike="noStrike">
                        <a:solidFill>
                          <a:srgbClr val="000000"/>
                        </a:solidFill>
                        <a:uFill>
                          <a:solidFill>
                            <a:srgbClr val="ffffff"/>
                          </a:solidFill>
                        </a:uFill>
                        <a:latin typeface="Arial"/>
                      </a:endParaRPr>
                    </a:p>
                  </a:txBody>
                  <a:tcPr marL="45720" marR="45720">
                    <a:lnL w="12240">
                      <a:solidFill>
                        <a:srgbClr val="000000"/>
                      </a:solidFill>
                    </a:lnL>
                    <a:lnR w="12240">
                      <a:solidFill>
                        <a:srgbClr val="000000"/>
                      </a:solidFill>
                    </a:lnR>
                    <a:lnT w="12240">
                      <a:solidFill>
                        <a:srgbClr val="000000"/>
                      </a:solidFill>
                    </a:lnT>
                    <a:lnB w="12240">
                      <a:solidFill>
                        <a:srgbClr val="000000"/>
                      </a:solidFill>
                    </a:lnB>
                    <a:solidFill>
                      <a:srgbClr val="ce0f69"/>
                    </a:solidFill>
                  </a:tcPr>
                </a:tc>
                <a:tc>
                  <a:txBody>
                    <a:bodyPr lIns="45720" rIns="45720"/>
                    <a:p>
                      <a:pPr algn="just">
                        <a:lnSpc>
                          <a:spcPct val="100000"/>
                        </a:lnSpc>
                      </a:pPr>
                      <a:r>
                        <a:rPr b="1" lang="fr-FR" sz="1100" spc="-1" strike="noStrike">
                          <a:solidFill>
                            <a:srgbClr val="ffffff"/>
                          </a:solidFill>
                          <a:uFill>
                            <a:solidFill>
                              <a:srgbClr val="ffffff"/>
                            </a:solidFill>
                          </a:uFill>
                          <a:latin typeface="Arial"/>
                          <a:ea typeface="Arial"/>
                        </a:rPr>
                        <a:t>   </a:t>
                      </a:r>
                      <a:endParaRPr b="0" lang="fr-FR" sz="1100" spc="-1" strike="noStrike">
                        <a:solidFill>
                          <a:srgbClr val="000000"/>
                        </a:solidFill>
                        <a:uFill>
                          <a:solidFill>
                            <a:srgbClr val="ffffff"/>
                          </a:solidFill>
                        </a:uFill>
                        <a:latin typeface="Arial"/>
                      </a:endParaRPr>
                    </a:p>
                  </a:txBody>
                  <a:tcPr marL="45720" marR="45720">
                    <a:lnL w="12240">
                      <a:solidFill>
                        <a:srgbClr val="000000"/>
                      </a:solidFill>
                    </a:lnL>
                    <a:lnR w="12240">
                      <a:solidFill>
                        <a:srgbClr val="000000"/>
                      </a:solidFill>
                    </a:lnR>
                    <a:lnT w="12240">
                      <a:solidFill>
                        <a:srgbClr val="000000"/>
                      </a:solidFill>
                    </a:lnT>
                    <a:lnB w="12240">
                      <a:solidFill>
                        <a:srgbClr val="000000"/>
                      </a:solidFill>
                    </a:lnB>
                    <a:solidFill>
                      <a:srgbClr val="ce0f69"/>
                    </a:solidFill>
                  </a:tcPr>
                </a:tc>
              </a:tr>
            </a:tbl>
          </a:graphicData>
        </a:graphic>
      </p:graphicFrame>
    </p:spTree>
  </p:cSld>
  <p:timing>
    <p:tnLst>
      <p:par>
        <p:cTn id="85" dur="indefinite" restart="never" nodeType="tmRoot">
          <p:childTnLst>
            <p:seq>
              <p:cTn id="86" dur="indefinite" nodeType="mainSeq">
                <p:childTnLst>
                  <p:par>
                    <p:cTn id="87" fill="hold">
                      <p:stCondLst>
                        <p:cond delay="0"/>
                      </p:stCondLst>
                      <p:childTnLst>
                        <p:par>
                          <p:cTn id="88" fill="hold">
                            <p:stCondLst>
                              <p:cond delay="0"/>
                            </p:stCondLst>
                            <p:childTnLst>
                              <p:par>
                                <p:cTn id="89" nodeType="afterEffect" fill="hold" presetClass="entr" presetID="1">
                                  <p:stCondLst>
                                    <p:cond delay="0"/>
                                  </p:stCondLst>
                                  <p:childTnLst>
                                    <p:set>
                                      <p:cBhvr>
                                        <p:cTn id="90" dur="1" fill="hold">
                                          <p:stCondLst>
                                            <p:cond delay="499"/>
                                          </p:stCondLst>
                                        </p:cTn>
                                        <p:tgtEl>
                                          <p:spTgt spid="328"/>
                                        </p:tgtEl>
                                        <p:attrNameLst>
                                          <p:attrName>style.visibility</p:attrName>
                                        </p:attrNameLst>
                                      </p:cBhvr>
                                      <p:to>
                                        <p:strVal val="visible"/>
                                      </p:to>
                                    </p:set>
                                  </p:childTnLst>
                                </p:cTn>
                              </p:par>
                            </p:childTnLst>
                          </p:cTn>
                        </p:par>
                        <p:par>
                          <p:cTn id="91" fill="hold">
                            <p:stCondLst>
                              <p:cond delay="500"/>
                            </p:stCondLst>
                            <p:childTnLst>
                              <p:par>
                                <p:cTn id="92" nodeType="afterEffect" fill="hold" presetClass="entr" presetID="1">
                                  <p:stCondLst>
                                    <p:cond delay="0"/>
                                  </p:stCondLst>
                                  <p:childTnLst>
                                    <p:set>
                                      <p:cBhvr>
                                        <p:cTn id="93" dur="1" fill="hold">
                                          <p:stCondLst>
                                            <p:cond delay="499"/>
                                          </p:stCondLst>
                                        </p:cTn>
                                        <p:tgtEl>
                                          <p:spTgt spid="332"/>
                                        </p:tgtEl>
                                        <p:attrNameLst>
                                          <p:attrName>style.visibility</p:attrName>
                                        </p:attrNameLst>
                                      </p:cBhvr>
                                      <p:to>
                                        <p:strVal val="visible"/>
                                      </p:to>
                                    </p:set>
                                  </p:childTnLst>
                                </p:cTn>
                              </p:par>
                            </p:childTnLst>
                          </p:cTn>
                        </p:par>
                        <p:par>
                          <p:cTn id="94" fill="hold">
                            <p:stCondLst>
                              <p:cond delay="1000"/>
                            </p:stCondLst>
                            <p:childTnLst>
                              <p:par>
                                <p:cTn id="95" nodeType="afterEffect" fill="hold" presetClass="entr" presetID="1">
                                  <p:stCondLst>
                                    <p:cond delay="0"/>
                                  </p:stCondLst>
                                  <p:childTnLst>
                                    <p:set>
                                      <p:cBhvr>
                                        <p:cTn id="96" dur="1" fill="hold">
                                          <p:stCondLst>
                                            <p:cond delay="499"/>
                                          </p:stCondLst>
                                        </p:cTn>
                                        <p:tgtEl>
                                          <p:spTgt spid="326"/>
                                        </p:tgtEl>
                                        <p:attrNameLst>
                                          <p:attrName>style.visibility</p:attrName>
                                        </p:attrNameLst>
                                      </p:cBhvr>
                                      <p:to>
                                        <p:strVal val="visible"/>
                                      </p:to>
                                    </p:set>
                                  </p:childTnLst>
                                </p:cTn>
                              </p:par>
                            </p:childTnLst>
                          </p:cTn>
                        </p:par>
                        <p:par>
                          <p:cTn id="97" fill="hold">
                            <p:stCondLst>
                              <p:cond delay="1500"/>
                            </p:stCondLst>
                            <p:childTnLst>
                              <p:par>
                                <p:cTn id="98" nodeType="afterEffect" fill="hold" presetClass="entr" presetID="1">
                                  <p:stCondLst>
                                    <p:cond delay="0"/>
                                  </p:stCondLst>
                                  <p:childTnLst>
                                    <p:set>
                                      <p:cBhvr>
                                        <p:cTn id="99" dur="1" fill="hold">
                                          <p:stCondLst>
                                            <p:cond delay="499"/>
                                          </p:stCondLst>
                                        </p:cTn>
                                        <p:tgtEl>
                                          <p:spTgt spid="337"/>
                                        </p:tgtEl>
                                        <p:attrNameLst>
                                          <p:attrName>style.visibility</p:attrName>
                                        </p:attrNameLst>
                                      </p:cBhvr>
                                      <p:to>
                                        <p:strVal val="visible"/>
                                      </p:to>
                                    </p:set>
                                  </p:childTnLst>
                                </p:cTn>
                              </p:par>
                            </p:childTnLst>
                          </p:cTn>
                        </p:par>
                        <p:par>
                          <p:cTn id="100" fill="hold">
                            <p:stCondLst>
                              <p:cond delay="2000"/>
                            </p:stCondLst>
                            <p:childTnLst>
                              <p:par>
                                <p:cTn id="101" nodeType="afterEffect" fill="hold" presetClass="entr" presetID="1">
                                  <p:stCondLst>
                                    <p:cond delay="0"/>
                                  </p:stCondLst>
                                  <p:childTnLst>
                                    <p:set>
                                      <p:cBhvr>
                                        <p:cTn id="102" dur="1" fill="hold">
                                          <p:stCondLst>
                                            <p:cond delay="499"/>
                                          </p:stCondLst>
                                        </p:cTn>
                                        <p:tgtEl>
                                          <p:spTgt spid="329"/>
                                        </p:tgtEl>
                                        <p:attrNameLst>
                                          <p:attrName>style.visibility</p:attrName>
                                        </p:attrNameLst>
                                      </p:cBhvr>
                                      <p:to>
                                        <p:strVal val="visible"/>
                                      </p:to>
                                    </p:set>
                                  </p:childTnLst>
                                </p:cTn>
                              </p:par>
                            </p:childTnLst>
                          </p:cTn>
                        </p:par>
                        <p:par>
                          <p:cTn id="103" fill="hold">
                            <p:stCondLst>
                              <p:cond delay="2500"/>
                            </p:stCondLst>
                            <p:childTnLst>
                              <p:par>
                                <p:cTn id="104" nodeType="afterEffect" fill="hold" presetClass="entr" presetID="1">
                                  <p:stCondLst>
                                    <p:cond delay="0"/>
                                  </p:stCondLst>
                                  <p:childTnLst>
                                    <p:set>
                                      <p:cBhvr>
                                        <p:cTn id="105" dur="1" fill="hold">
                                          <p:stCondLst>
                                            <p:cond delay="499"/>
                                          </p:stCondLst>
                                        </p:cTn>
                                        <p:tgtEl>
                                          <p:spTgt spid="335"/>
                                        </p:tgtEl>
                                        <p:attrNameLst>
                                          <p:attrName>style.visibility</p:attrName>
                                        </p:attrNameLst>
                                      </p:cBhvr>
                                      <p:to>
                                        <p:strVal val="visible"/>
                                      </p:to>
                                    </p:set>
                                  </p:childTnLst>
                                </p:cTn>
                              </p:par>
                            </p:childTnLst>
                          </p:cTn>
                        </p:par>
                        <p:par>
                          <p:cTn id="106" fill="hold">
                            <p:stCondLst>
                              <p:cond delay="3000"/>
                            </p:stCondLst>
                            <p:childTnLst>
                              <p:par>
                                <p:cTn id="107" nodeType="afterEffect" fill="hold" presetClass="entr" presetID="1">
                                  <p:stCondLst>
                                    <p:cond delay="0"/>
                                  </p:stCondLst>
                                  <p:childTnLst>
                                    <p:set>
                                      <p:cBhvr>
                                        <p:cTn id="108" dur="1" fill="hold">
                                          <p:stCondLst>
                                            <p:cond delay="499"/>
                                          </p:stCondLst>
                                        </p:cTn>
                                        <p:tgtEl>
                                          <p:spTgt spid="334"/>
                                        </p:tgtEl>
                                        <p:attrNameLst>
                                          <p:attrName>style.visibility</p:attrName>
                                        </p:attrNameLst>
                                      </p:cBhvr>
                                      <p:to>
                                        <p:strVal val="visible"/>
                                      </p:to>
                                    </p:set>
                                  </p:childTnLst>
                                </p:cTn>
                              </p:par>
                            </p:childTnLst>
                          </p:cTn>
                        </p:par>
                        <p:par>
                          <p:cTn id="109" fill="hold">
                            <p:stCondLst>
                              <p:cond delay="3500"/>
                            </p:stCondLst>
                            <p:childTnLst>
                              <p:par>
                                <p:cTn id="110" nodeType="afterEffect" fill="hold" presetClass="entr" presetID="1">
                                  <p:stCondLst>
                                    <p:cond delay="0"/>
                                  </p:stCondLst>
                                  <p:childTnLst>
                                    <p:set>
                                      <p:cBhvr>
                                        <p:cTn id="111" dur="1" fill="hold">
                                          <p:stCondLst>
                                            <p:cond delay="499"/>
                                          </p:stCondLst>
                                        </p:cTn>
                                        <p:tgtEl>
                                          <p:spTgt spid="336"/>
                                        </p:tgtEl>
                                        <p:attrNameLst>
                                          <p:attrName>style.visibility</p:attrName>
                                        </p:attrNameLst>
                                      </p:cBhvr>
                                      <p:to>
                                        <p:strVal val="visible"/>
                                      </p:to>
                                    </p:set>
                                  </p:childTnLst>
                                </p:cTn>
                              </p:par>
                            </p:childTnLst>
                          </p:cTn>
                        </p:par>
                        <p:par>
                          <p:cTn id="112" fill="hold">
                            <p:stCondLst>
                              <p:cond delay="4000"/>
                            </p:stCondLst>
                            <p:childTnLst>
                              <p:par>
                                <p:cTn id="113" nodeType="afterEffect" fill="hold" presetClass="entr" presetID="1">
                                  <p:stCondLst>
                                    <p:cond delay="0"/>
                                  </p:stCondLst>
                                  <p:childTnLst>
                                    <p:set>
                                      <p:cBhvr>
                                        <p:cTn id="114" dur="1" fill="hold">
                                          <p:stCondLst>
                                            <p:cond delay="499"/>
                                          </p:stCondLst>
                                        </p:cTn>
                                        <p:tgtEl>
                                          <p:spTgt spid="327"/>
                                        </p:tgtEl>
                                        <p:attrNameLst>
                                          <p:attrName>style.visibility</p:attrName>
                                        </p:attrNameLst>
                                      </p:cBhvr>
                                      <p:to>
                                        <p:strVal val="visible"/>
                                      </p:to>
                                    </p:set>
                                  </p:childTnLst>
                                </p:cTn>
                              </p:par>
                            </p:childTnLst>
                          </p:cTn>
                        </p:par>
                        <p:par>
                          <p:cTn id="115" fill="hold">
                            <p:stCondLst>
                              <p:cond delay="4500"/>
                            </p:stCondLst>
                            <p:childTnLst>
                              <p:par>
                                <p:cTn id="116" nodeType="afterEffect" fill="hold" presetClass="entr" presetID="1">
                                  <p:stCondLst>
                                    <p:cond delay="0"/>
                                  </p:stCondLst>
                                  <p:childTnLst>
                                    <p:set>
                                      <p:cBhvr>
                                        <p:cTn id="117" dur="1" fill="hold">
                                          <p:stCondLst>
                                            <p:cond delay="499"/>
                                          </p:stCondLst>
                                        </p:cTn>
                                        <p:tgtEl>
                                          <p:spTgt spid="338"/>
                                        </p:tgtEl>
                                        <p:attrNameLst>
                                          <p:attrName>style.visibility</p:attrName>
                                        </p:attrNameLst>
                                      </p:cBhvr>
                                      <p:to>
                                        <p:strVal val="visible"/>
                                      </p:to>
                                    </p:set>
                                  </p:childTnLst>
                                </p:cTn>
                              </p:par>
                            </p:childTnLst>
                          </p:cTn>
                        </p:par>
                        <p:par>
                          <p:cTn id="118" fill="hold">
                            <p:stCondLst>
                              <p:cond delay="5000"/>
                            </p:stCondLst>
                            <p:childTnLst>
                              <p:par>
                                <p:cTn id="119" nodeType="afterEffect" fill="hold" presetClass="emph" presetID="32">
                                  <p:stCondLst>
                                    <p:cond delay="0"/>
                                  </p:stCondLst>
                                  <p:childTnLst/>
                                </p:cTn>
                              </p:par>
                            </p:childTnLst>
                          </p:cTn>
                        </p:par>
                      </p:childTnLst>
                    </p:cTn>
                  </p:par>
                </p:childTnLst>
              </p:cTn>
              <p:prevCondLst>
                <p:cond delay="0" evt="onPrev">
                  <p:tgtEl>
                    <p:sldTgt/>
                  </p:tgtEl>
                </p:cond>
              </p:prevCondLst>
              <p:nextCondLst>
                <p:cond delay="0" evt="onNext">
                  <p:tgtEl>
                    <p:sldTgt/>
                  </p:tgtEl>
                </p:cond>
              </p:nextCondLst>
            </p:seq>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40" name="Picture 4" descr=""/>
          <p:cNvPicPr/>
          <p:nvPr/>
        </p:nvPicPr>
        <p:blipFill>
          <a:blip r:embed="rId1"/>
          <a:stretch/>
        </p:blipFill>
        <p:spPr>
          <a:xfrm>
            <a:off x="345960" y="1338480"/>
            <a:ext cx="1891800" cy="1891800"/>
          </a:xfrm>
          <a:prstGeom prst="rect">
            <a:avLst/>
          </a:prstGeom>
          <a:ln>
            <a:noFill/>
          </a:ln>
        </p:spPr>
      </p:pic>
      <p:pic>
        <p:nvPicPr>
          <p:cNvPr id="341" name="Picture 6" descr=""/>
          <p:cNvPicPr/>
          <p:nvPr/>
        </p:nvPicPr>
        <p:blipFill>
          <a:blip r:embed="rId2"/>
          <a:stretch/>
        </p:blipFill>
        <p:spPr>
          <a:xfrm>
            <a:off x="6428160" y="1614240"/>
            <a:ext cx="1975320" cy="1931760"/>
          </a:xfrm>
          <a:prstGeom prst="rect">
            <a:avLst/>
          </a:prstGeom>
          <a:ln>
            <a:noFill/>
          </a:ln>
        </p:spPr>
      </p:pic>
      <p:sp>
        <p:nvSpPr>
          <p:cNvPr id="342" name="CustomShape 1"/>
          <p:cNvSpPr/>
          <p:nvPr/>
        </p:nvSpPr>
        <p:spPr>
          <a:xfrm>
            <a:off x="0" y="-144360"/>
            <a:ext cx="304560" cy="304560"/>
          </a:xfrm>
          <a:prstGeom prst="rect">
            <a:avLst/>
          </a:prstGeom>
          <a:noFill/>
          <a:ln>
            <a:noFill/>
          </a:ln>
        </p:spPr>
        <p:style>
          <a:lnRef idx="0"/>
          <a:fillRef idx="0"/>
          <a:effectRef idx="0"/>
          <a:fontRef idx="minor"/>
        </p:style>
      </p:sp>
      <p:sp>
        <p:nvSpPr>
          <p:cNvPr id="343" name="CustomShape 2"/>
          <p:cNvSpPr/>
          <p:nvPr/>
        </p:nvSpPr>
        <p:spPr>
          <a:xfrm>
            <a:off x="152280" y="7920"/>
            <a:ext cx="304560" cy="304560"/>
          </a:xfrm>
          <a:prstGeom prst="rect">
            <a:avLst/>
          </a:prstGeom>
          <a:noFill/>
          <a:ln>
            <a:noFill/>
          </a:ln>
        </p:spPr>
        <p:style>
          <a:lnRef idx="0"/>
          <a:fillRef idx="0"/>
          <a:effectRef idx="0"/>
          <a:fontRef idx="minor"/>
        </p:style>
      </p:sp>
      <p:sp>
        <p:nvSpPr>
          <p:cNvPr id="344" name="CustomShape 3"/>
          <p:cNvSpPr/>
          <p:nvPr/>
        </p:nvSpPr>
        <p:spPr>
          <a:xfrm>
            <a:off x="63360" y="-136440"/>
            <a:ext cx="2142720" cy="2142720"/>
          </a:xfrm>
          <a:prstGeom prst="rect">
            <a:avLst/>
          </a:prstGeom>
          <a:noFill/>
          <a:ln>
            <a:noFill/>
          </a:ln>
        </p:spPr>
        <p:style>
          <a:lnRef idx="0"/>
          <a:fillRef idx="0"/>
          <a:effectRef idx="0"/>
          <a:fontRef idx="minor"/>
        </p:style>
      </p:sp>
      <p:sp>
        <p:nvSpPr>
          <p:cNvPr id="345" name="CustomShape 4"/>
          <p:cNvSpPr/>
          <p:nvPr/>
        </p:nvSpPr>
        <p:spPr>
          <a:xfrm>
            <a:off x="368280" y="168120"/>
            <a:ext cx="2142720" cy="2142720"/>
          </a:xfrm>
          <a:prstGeom prst="rect">
            <a:avLst/>
          </a:prstGeom>
          <a:noFill/>
          <a:ln>
            <a:noFill/>
          </a:ln>
        </p:spPr>
        <p:style>
          <a:lnRef idx="0"/>
          <a:fillRef idx="0"/>
          <a:effectRef idx="0"/>
          <a:fontRef idx="minor"/>
        </p:style>
      </p:sp>
      <p:sp>
        <p:nvSpPr>
          <p:cNvPr id="346" name="CustomShape 5"/>
          <p:cNvSpPr/>
          <p:nvPr/>
        </p:nvSpPr>
        <p:spPr>
          <a:xfrm>
            <a:off x="520560" y="320760"/>
            <a:ext cx="2142720" cy="2142720"/>
          </a:xfrm>
          <a:prstGeom prst="rect">
            <a:avLst/>
          </a:prstGeom>
          <a:noFill/>
          <a:ln>
            <a:noFill/>
          </a:ln>
        </p:spPr>
        <p:style>
          <a:lnRef idx="0"/>
          <a:fillRef idx="0"/>
          <a:effectRef idx="0"/>
          <a:fontRef idx="minor"/>
        </p:style>
      </p:sp>
      <p:sp>
        <p:nvSpPr>
          <p:cNvPr id="347" name="CustomShape 6"/>
          <p:cNvSpPr/>
          <p:nvPr/>
        </p:nvSpPr>
        <p:spPr>
          <a:xfrm>
            <a:off x="673200" y="473040"/>
            <a:ext cx="2142720" cy="2142720"/>
          </a:xfrm>
          <a:prstGeom prst="rect">
            <a:avLst/>
          </a:prstGeom>
          <a:noFill/>
          <a:ln>
            <a:noFill/>
          </a:ln>
        </p:spPr>
        <p:style>
          <a:lnRef idx="0"/>
          <a:fillRef idx="0"/>
          <a:effectRef idx="0"/>
          <a:fontRef idx="minor"/>
        </p:style>
      </p:sp>
      <p:pic>
        <p:nvPicPr>
          <p:cNvPr id="348" name="Picture 21" descr=""/>
          <p:cNvPicPr/>
          <p:nvPr/>
        </p:nvPicPr>
        <p:blipFill>
          <a:blip r:embed="rId3"/>
          <a:stretch/>
        </p:blipFill>
        <p:spPr>
          <a:xfrm>
            <a:off x="1135080" y="4032000"/>
            <a:ext cx="1680840" cy="1680840"/>
          </a:xfrm>
          <a:prstGeom prst="rect">
            <a:avLst/>
          </a:prstGeom>
          <a:ln>
            <a:noFill/>
          </a:ln>
        </p:spPr>
      </p:pic>
      <p:pic>
        <p:nvPicPr>
          <p:cNvPr id="349" name="Picture 22" descr=""/>
          <p:cNvPicPr/>
          <p:nvPr/>
        </p:nvPicPr>
        <p:blipFill>
          <a:blip r:embed="rId4"/>
          <a:stretch/>
        </p:blipFill>
        <p:spPr>
          <a:xfrm>
            <a:off x="3420000" y="3449160"/>
            <a:ext cx="2771280" cy="1647360"/>
          </a:xfrm>
          <a:prstGeom prst="rect">
            <a:avLst/>
          </a:prstGeom>
          <a:ln>
            <a:noFill/>
          </a:ln>
        </p:spPr>
      </p:pic>
      <p:sp>
        <p:nvSpPr>
          <p:cNvPr id="350" name="CustomShape 7"/>
          <p:cNvSpPr/>
          <p:nvPr/>
        </p:nvSpPr>
        <p:spPr>
          <a:xfrm>
            <a:off x="3360600" y="1841040"/>
            <a:ext cx="2520000" cy="823320"/>
          </a:xfrm>
          <a:prstGeom prst="rect">
            <a:avLst/>
          </a:prstGeom>
          <a:gradFill>
            <a:gsLst>
              <a:gs pos="0">
                <a:srgbClr val="5e437f"/>
              </a:gs>
              <a:gs pos="100000">
                <a:srgbClr val="7b57a5"/>
              </a:gs>
            </a:gsLst>
            <a:lin ang="16200000"/>
          </a:gradFill>
          <a:ln>
            <a:noFill/>
          </a:ln>
          <a:effectLst>
            <a:outerShdw dist="23040" dir="5400000">
              <a:srgbClr val="000000">
                <a:alpha val="35000"/>
              </a:srgbClr>
            </a:outerShdw>
          </a:effectLst>
        </p:spPr>
        <p:style>
          <a:lnRef idx="0"/>
          <a:fillRef idx="0"/>
          <a:effectRef idx="0"/>
          <a:fontRef idx="minor"/>
        </p:style>
        <p:txBody>
          <a:bodyPr lIns="45720" rIns="45720"/>
          <a:p>
            <a:pPr algn="ctr">
              <a:lnSpc>
                <a:spcPct val="100000"/>
              </a:lnSpc>
            </a:pPr>
            <a:r>
              <a:rPr b="1" lang="fr-FR" sz="2400" spc="-1" strike="noStrike">
                <a:solidFill>
                  <a:srgbClr val="ffffff"/>
                </a:solidFill>
                <a:uFill>
                  <a:solidFill>
                    <a:srgbClr val="ffffff"/>
                  </a:solidFill>
                </a:uFill>
                <a:latin typeface="Arial"/>
              </a:rPr>
              <a:t>Mes contraintes personnelles</a:t>
            </a:r>
            <a:endParaRPr b="0" lang="fr-FR" sz="2400" spc="-1" strike="noStrike">
              <a:solidFill>
                <a:srgbClr val="000000"/>
              </a:solidFill>
              <a:uFill>
                <a:solidFill>
                  <a:srgbClr val="ffffff"/>
                </a:solidFill>
              </a:uFill>
              <a:latin typeface="Arial"/>
            </a:endParaRPr>
          </a:p>
        </p:txBody>
      </p:sp>
      <p:sp>
        <p:nvSpPr>
          <p:cNvPr id="351" name="CustomShape 8"/>
          <p:cNvSpPr/>
          <p:nvPr/>
        </p:nvSpPr>
        <p:spPr>
          <a:xfrm>
            <a:off x="-108360" y="108720"/>
            <a:ext cx="9124560" cy="1066680"/>
          </a:xfrm>
          <a:prstGeom prst="rect">
            <a:avLst/>
          </a:prstGeom>
          <a:noFill/>
          <a:ln w="12600">
            <a:noFill/>
          </a:ln>
        </p:spPr>
        <p:style>
          <a:lnRef idx="0"/>
          <a:fillRef idx="0"/>
          <a:effectRef idx="0"/>
          <a:fontRef idx="minor"/>
        </p:style>
        <p:txBody>
          <a:bodyPr lIns="45720" rIns="45720"/>
          <a:p>
            <a:pPr algn="ctr">
              <a:lnSpc>
                <a:spcPct val="100000"/>
              </a:lnSpc>
            </a:pPr>
            <a:r>
              <a:rPr b="0" lang="fr-FR" sz="3200" spc="-1" strike="noStrike">
                <a:solidFill>
                  <a:srgbClr val="ce0f69"/>
                </a:solidFill>
                <a:uFill>
                  <a:solidFill>
                    <a:srgbClr val="ffffff"/>
                  </a:solidFill>
                </a:uFill>
                <a:latin typeface="Arial"/>
              </a:rPr>
              <a:t>Et, ma vie personnelle ? </a:t>
            </a:r>
            <a:r>
              <a:rPr b="1" lang="fr-FR" sz="3200" spc="-1" strike="noStrike">
                <a:solidFill>
                  <a:srgbClr val="ce0f69"/>
                </a:solidFill>
                <a:uFill>
                  <a:solidFill>
                    <a:srgbClr val="ffffff"/>
                  </a:solidFill>
                </a:uFill>
                <a:latin typeface="Arial"/>
              </a:rPr>
              <a:t>Mes obligations</a:t>
            </a:r>
            <a:endParaRPr b="0" lang="fr-FR" sz="3200" spc="-1" strike="noStrike">
              <a:solidFill>
                <a:srgbClr val="000000"/>
              </a:solidFill>
              <a:uFill>
                <a:solidFill>
                  <a:srgbClr val="ffffff"/>
                </a:solidFill>
              </a:uFill>
              <a:latin typeface="Arial"/>
            </a:endParaRPr>
          </a:p>
          <a:p>
            <a:pPr algn="ctr">
              <a:lnSpc>
                <a:spcPct val="100000"/>
              </a:lnSpc>
            </a:pPr>
            <a:r>
              <a:rPr b="1" lang="fr-FR" sz="3200" spc="-1" strike="noStrike">
                <a:solidFill>
                  <a:srgbClr val="ce0f69"/>
                </a:solidFill>
                <a:uFill>
                  <a:solidFill>
                    <a:srgbClr val="ffffff"/>
                  </a:solidFill>
                </a:uFill>
                <a:latin typeface="Arial"/>
              </a:rPr>
              <a:t> </a:t>
            </a:r>
            <a:r>
              <a:rPr b="1" lang="fr-FR" sz="3200" spc="-1" strike="noStrike">
                <a:solidFill>
                  <a:srgbClr val="ce0f69"/>
                </a:solidFill>
                <a:uFill>
                  <a:solidFill>
                    <a:srgbClr val="ffffff"/>
                  </a:solidFill>
                </a:uFill>
                <a:latin typeface="Arial"/>
              </a:rPr>
              <a:t>et mes contraintes</a:t>
            </a:r>
            <a:endParaRPr b="0" lang="fr-FR" sz="3200" spc="-1" strike="noStrike">
              <a:solidFill>
                <a:srgbClr val="000000"/>
              </a:solidFill>
              <a:uFill>
                <a:solidFill>
                  <a:srgbClr val="ffffff"/>
                </a:solidFill>
              </a:uFill>
              <a:latin typeface="Arial"/>
            </a:endParaRPr>
          </a:p>
        </p:txBody>
      </p:sp>
      <p:sp>
        <p:nvSpPr>
          <p:cNvPr id="352" name="CustomShape 9"/>
          <p:cNvSpPr/>
          <p:nvPr/>
        </p:nvSpPr>
        <p:spPr>
          <a:xfrm>
            <a:off x="408960" y="3069000"/>
            <a:ext cx="1949760" cy="640440"/>
          </a:xfrm>
          <a:prstGeom prst="rect">
            <a:avLst/>
          </a:prstGeom>
          <a:gradFill>
            <a:gsLst>
              <a:gs pos="0">
                <a:srgbClr val="cc6d20"/>
              </a:gs>
              <a:gs pos="100000">
                <a:srgbClr val="ff9033"/>
              </a:gs>
            </a:gsLst>
            <a:lin ang="16200000"/>
          </a:gradFill>
          <a:ln>
            <a:noFill/>
          </a:ln>
          <a:effectLst>
            <a:outerShdw dist="23040" dir="5400000">
              <a:srgbClr val="000000">
                <a:alpha val="35000"/>
              </a:srgbClr>
            </a:outerShdw>
          </a:effectLst>
        </p:spPr>
        <p:style>
          <a:lnRef idx="0"/>
          <a:fillRef idx="0"/>
          <a:effectRef idx="0"/>
          <a:fontRef idx="minor"/>
        </p:style>
        <p:txBody>
          <a:bodyPr lIns="45720" rIns="45720"/>
          <a:p>
            <a:pPr algn="ctr">
              <a:lnSpc>
                <a:spcPct val="100000"/>
              </a:lnSpc>
            </a:pPr>
            <a:r>
              <a:rPr b="1" lang="fr-FR" sz="1800" spc="-1" strike="noStrike">
                <a:solidFill>
                  <a:srgbClr val="ffffff"/>
                </a:solidFill>
                <a:uFill>
                  <a:solidFill>
                    <a:srgbClr val="ffffff"/>
                  </a:solidFill>
                </a:uFill>
                <a:latin typeface="Arial"/>
              </a:rPr>
              <a:t>Mon état de santé</a:t>
            </a:r>
            <a:endParaRPr b="0" lang="fr-FR" sz="1800" spc="-1" strike="noStrike">
              <a:solidFill>
                <a:srgbClr val="000000"/>
              </a:solidFill>
              <a:uFill>
                <a:solidFill>
                  <a:srgbClr val="ffffff"/>
                </a:solidFill>
              </a:uFill>
              <a:latin typeface="Arial"/>
            </a:endParaRPr>
          </a:p>
        </p:txBody>
      </p:sp>
      <p:sp>
        <p:nvSpPr>
          <p:cNvPr id="353" name="CustomShape 10"/>
          <p:cNvSpPr/>
          <p:nvPr/>
        </p:nvSpPr>
        <p:spPr>
          <a:xfrm>
            <a:off x="1039680" y="5713200"/>
            <a:ext cx="2206440" cy="366120"/>
          </a:xfrm>
          <a:prstGeom prst="rect">
            <a:avLst/>
          </a:prstGeom>
          <a:gradFill>
            <a:gsLst>
              <a:gs pos="0">
                <a:srgbClr val="ffffff"/>
              </a:gs>
              <a:gs pos="100000">
                <a:srgbClr val="979797"/>
              </a:gs>
            </a:gsLst>
            <a:path path="circle"/>
          </a:gradFill>
          <a:ln w="12600">
            <a:noFill/>
          </a:ln>
        </p:spPr>
        <p:style>
          <a:lnRef idx="0"/>
          <a:fillRef idx="0"/>
          <a:effectRef idx="0"/>
          <a:fontRef idx="minor"/>
        </p:style>
        <p:txBody>
          <a:bodyPr lIns="45720" rIns="45720"/>
          <a:p>
            <a:pPr algn="ctr">
              <a:lnSpc>
                <a:spcPct val="100000"/>
              </a:lnSpc>
            </a:pPr>
            <a:r>
              <a:rPr b="1" lang="fr-FR" sz="1800" spc="-1" strike="noStrike">
                <a:solidFill>
                  <a:srgbClr val="000000"/>
                </a:solidFill>
                <a:uFill>
                  <a:solidFill>
                    <a:srgbClr val="ffffff"/>
                  </a:solidFill>
                </a:uFill>
                <a:latin typeface="Arial"/>
              </a:rPr>
              <a:t>Ma famille</a:t>
            </a:r>
            <a:endParaRPr b="0" lang="fr-FR" sz="1800" spc="-1" strike="noStrike">
              <a:solidFill>
                <a:srgbClr val="000000"/>
              </a:solidFill>
              <a:uFill>
                <a:solidFill>
                  <a:srgbClr val="ffffff"/>
                </a:solidFill>
              </a:uFill>
              <a:latin typeface="Arial"/>
            </a:endParaRPr>
          </a:p>
        </p:txBody>
      </p:sp>
      <p:sp>
        <p:nvSpPr>
          <p:cNvPr id="354" name="CustomShape 11"/>
          <p:cNvSpPr/>
          <p:nvPr/>
        </p:nvSpPr>
        <p:spPr>
          <a:xfrm>
            <a:off x="4307400" y="5096880"/>
            <a:ext cx="2304000" cy="640440"/>
          </a:xfrm>
          <a:prstGeom prst="rect">
            <a:avLst/>
          </a:prstGeom>
          <a:gradFill>
            <a:gsLst>
              <a:gs pos="0">
                <a:srgbClr val="779637"/>
              </a:gs>
              <a:gs pos="100000">
                <a:srgbClr val="9bc348"/>
              </a:gs>
            </a:gsLst>
            <a:lin ang="16200000"/>
          </a:gradFill>
          <a:ln>
            <a:noFill/>
          </a:ln>
          <a:effectLst>
            <a:outerShdw dist="23040" dir="5400000">
              <a:srgbClr val="000000">
                <a:alpha val="35000"/>
              </a:srgbClr>
            </a:outerShdw>
          </a:effectLst>
        </p:spPr>
        <p:style>
          <a:lnRef idx="0"/>
          <a:fillRef idx="0"/>
          <a:effectRef idx="0"/>
          <a:fontRef idx="minor"/>
        </p:style>
        <p:txBody>
          <a:bodyPr lIns="45720" rIns="45720"/>
          <a:p>
            <a:pPr algn="ctr">
              <a:lnSpc>
                <a:spcPct val="100000"/>
              </a:lnSpc>
            </a:pPr>
            <a:r>
              <a:rPr b="1" lang="fr-FR" sz="1800" spc="-1" strike="noStrike">
                <a:solidFill>
                  <a:srgbClr val="ffffff"/>
                </a:solidFill>
                <a:uFill>
                  <a:solidFill>
                    <a:srgbClr val="ffffff"/>
                  </a:solidFill>
                </a:uFill>
                <a:latin typeface="Arial"/>
              </a:rPr>
              <a:t>Ma situation financière</a:t>
            </a:r>
            <a:endParaRPr b="0" lang="fr-FR" sz="1800" spc="-1" strike="noStrike">
              <a:solidFill>
                <a:srgbClr val="000000"/>
              </a:solidFill>
              <a:uFill>
                <a:solidFill>
                  <a:srgbClr val="ffffff"/>
                </a:solidFill>
              </a:uFill>
              <a:latin typeface="Arial"/>
            </a:endParaRPr>
          </a:p>
        </p:txBody>
      </p:sp>
      <p:sp>
        <p:nvSpPr>
          <p:cNvPr id="355" name="CustomShape 12"/>
          <p:cNvSpPr/>
          <p:nvPr/>
        </p:nvSpPr>
        <p:spPr>
          <a:xfrm>
            <a:off x="6464520" y="3600000"/>
            <a:ext cx="2161800" cy="366120"/>
          </a:xfrm>
          <a:prstGeom prst="rect">
            <a:avLst/>
          </a:prstGeom>
          <a:gradFill>
            <a:gsLst>
              <a:gs pos="0">
                <a:srgbClr val="2e5f99"/>
              </a:gs>
              <a:gs pos="100000">
                <a:srgbClr val="3c7ac7"/>
              </a:gs>
            </a:gsLst>
            <a:lin ang="16200000"/>
          </a:gradFill>
          <a:ln>
            <a:noFill/>
          </a:ln>
          <a:effectLst>
            <a:outerShdw dist="23040" dir="5400000">
              <a:srgbClr val="000000">
                <a:alpha val="35000"/>
              </a:srgbClr>
            </a:outerShdw>
          </a:effectLst>
        </p:spPr>
        <p:style>
          <a:lnRef idx="0"/>
          <a:fillRef idx="0"/>
          <a:effectRef idx="0"/>
          <a:fontRef idx="minor"/>
        </p:style>
        <p:txBody>
          <a:bodyPr lIns="45720" rIns="45720"/>
          <a:p>
            <a:pPr algn="ctr">
              <a:lnSpc>
                <a:spcPct val="100000"/>
              </a:lnSpc>
            </a:pPr>
            <a:r>
              <a:rPr b="1" lang="fr-FR" sz="1800" spc="-1" strike="noStrike">
                <a:solidFill>
                  <a:srgbClr val="ffffff"/>
                </a:solidFill>
                <a:uFill>
                  <a:solidFill>
                    <a:srgbClr val="ffffff"/>
                  </a:solidFill>
                </a:uFill>
                <a:latin typeface="Calibri"/>
              </a:rPr>
              <a:t>Ma disponibilité</a:t>
            </a:r>
            <a:endParaRPr b="0" lang="fr-FR" sz="1800" spc="-1" strike="noStrike">
              <a:solidFill>
                <a:srgbClr val="000000"/>
              </a:solidFill>
              <a:uFill>
                <a:solidFill>
                  <a:srgbClr val="ffffff"/>
                </a:solidFill>
              </a:uFill>
              <a:latin typeface="Arial"/>
            </a:endParaRPr>
          </a:p>
        </p:txBody>
      </p:sp>
      <p:graphicFrame>
        <p:nvGraphicFramePr>
          <p:cNvPr id="356" name="Table 13"/>
          <p:cNvGraphicFramePr/>
          <p:nvPr/>
        </p:nvGraphicFramePr>
        <p:xfrm>
          <a:off x="0" y="6289920"/>
          <a:ext cx="9143280" cy="620280"/>
        </p:xfrm>
        <a:graphic>
          <a:graphicData uri="http://schemas.openxmlformats.org/drawingml/2006/table">
            <a:tbl>
              <a:tblPr/>
              <a:tblGrid>
                <a:gridCol w="7254360"/>
                <a:gridCol w="1889280"/>
              </a:tblGrid>
              <a:tr h="620640">
                <a:tc>
                  <a:txBody>
                    <a:bodyPr lIns="45720" rIns="45720"/>
                    <a:p>
                      <a:pPr algn="just">
                        <a:lnSpc>
                          <a:spcPct val="100000"/>
                        </a:lnSpc>
                      </a:pPr>
                      <a:endParaRPr b="0" lang="fr-FR" sz="1800" spc="-1" strike="noStrike">
                        <a:solidFill>
                          <a:srgbClr val="000000"/>
                        </a:solidFill>
                        <a:uFill>
                          <a:solidFill>
                            <a:srgbClr val="ffffff"/>
                          </a:solidFill>
                        </a:uFill>
                        <a:latin typeface="Arial"/>
                      </a:endParaRPr>
                    </a:p>
                    <a:p>
                      <a:pPr algn="just">
                        <a:lnSpc>
                          <a:spcPct val="100000"/>
                        </a:lnSpc>
                      </a:pPr>
                      <a:r>
                        <a:rPr b="1" lang="fr-FR" sz="1600" spc="-1" strike="noStrike">
                          <a:solidFill>
                            <a:srgbClr val="ffffff"/>
                          </a:solidFill>
                          <a:uFill>
                            <a:solidFill>
                              <a:srgbClr val="ffffff"/>
                            </a:solidFill>
                          </a:uFill>
                          <a:latin typeface="Arial"/>
                          <a:ea typeface="Arial"/>
                        </a:rPr>
                        <a:t>  </a:t>
                      </a:r>
                      <a:endParaRPr b="0" lang="fr-FR" sz="1600" spc="-1" strike="noStrike">
                        <a:solidFill>
                          <a:srgbClr val="000000"/>
                        </a:solidFill>
                        <a:uFill>
                          <a:solidFill>
                            <a:srgbClr val="ffffff"/>
                          </a:solidFill>
                        </a:uFill>
                        <a:latin typeface="Arial"/>
                      </a:endParaRPr>
                    </a:p>
                  </a:txBody>
                  <a:tcPr marL="45720" marR="45720">
                    <a:lnL w="12240">
                      <a:solidFill>
                        <a:srgbClr val="000000"/>
                      </a:solidFill>
                    </a:lnL>
                    <a:lnR w="12240">
                      <a:solidFill>
                        <a:srgbClr val="000000"/>
                      </a:solidFill>
                    </a:lnR>
                    <a:lnT w="12240">
                      <a:solidFill>
                        <a:srgbClr val="000000"/>
                      </a:solidFill>
                    </a:lnT>
                    <a:lnB w="12240">
                      <a:solidFill>
                        <a:srgbClr val="000000"/>
                      </a:solidFill>
                    </a:lnB>
                    <a:solidFill>
                      <a:srgbClr val="ce0f69"/>
                    </a:solidFill>
                  </a:tcPr>
                </a:tc>
                <a:tc>
                  <a:txBody>
                    <a:bodyPr lIns="45720" rIns="45720"/>
                    <a:p>
                      <a:pPr algn="just">
                        <a:lnSpc>
                          <a:spcPct val="100000"/>
                        </a:lnSpc>
                      </a:pPr>
                      <a:r>
                        <a:rPr b="1" lang="fr-FR" sz="1100" spc="-1" strike="noStrike">
                          <a:solidFill>
                            <a:srgbClr val="ffffff"/>
                          </a:solidFill>
                          <a:uFill>
                            <a:solidFill>
                              <a:srgbClr val="ffffff"/>
                            </a:solidFill>
                          </a:uFill>
                          <a:latin typeface="Arial"/>
                          <a:ea typeface="Arial"/>
                        </a:rPr>
                        <a:t>   </a:t>
                      </a:r>
                      <a:endParaRPr b="0" lang="fr-FR" sz="1100" spc="-1" strike="noStrike">
                        <a:solidFill>
                          <a:srgbClr val="000000"/>
                        </a:solidFill>
                        <a:uFill>
                          <a:solidFill>
                            <a:srgbClr val="ffffff"/>
                          </a:solidFill>
                        </a:uFill>
                        <a:latin typeface="Arial"/>
                      </a:endParaRPr>
                    </a:p>
                  </a:txBody>
                  <a:tcPr marL="45720" marR="45720">
                    <a:lnL w="12240">
                      <a:solidFill>
                        <a:srgbClr val="000000"/>
                      </a:solidFill>
                    </a:lnL>
                    <a:lnR w="12240">
                      <a:solidFill>
                        <a:srgbClr val="000000"/>
                      </a:solidFill>
                    </a:lnR>
                    <a:lnT w="12240">
                      <a:solidFill>
                        <a:srgbClr val="000000"/>
                      </a:solidFill>
                    </a:lnT>
                    <a:lnB w="12240">
                      <a:solidFill>
                        <a:srgbClr val="000000"/>
                      </a:solidFill>
                    </a:lnB>
                    <a:solidFill>
                      <a:srgbClr val="ce0f69"/>
                    </a:solidFill>
                  </a:tcPr>
                </a:tc>
              </a:tr>
            </a:tbl>
          </a:graphicData>
        </a:graphic>
      </p:graphicFrame>
    </p:spTree>
  </p:cSld>
  <p:timing>
    <p:tnLst>
      <p:par>
        <p:cTn id="120" dur="indefinite" restart="never" nodeType="tmRoot">
          <p:childTnLst>
            <p:seq>
              <p:cTn id="121" dur="indefinite" nodeType="mainSeq">
                <p:childTnLst>
                  <p:par>
                    <p:cTn id="122" fill="hold">
                      <p:stCondLst>
                        <p:cond delay="0"/>
                      </p:stCondLst>
                      <p:childTnLst>
                        <p:par>
                          <p:cTn id="123" fill="hold">
                            <p:stCondLst>
                              <p:cond delay="0"/>
                            </p:stCondLst>
                            <p:childTnLst>
                              <p:par>
                                <p:cTn id="124" nodeType="afterEffect" fill="hold" presetClass="entr" presetID="1">
                                  <p:stCondLst>
                                    <p:cond delay="0"/>
                                  </p:stCondLst>
                                  <p:childTnLst>
                                    <p:set>
                                      <p:cBhvr>
                                        <p:cTn id="125" dur="1" fill="hold">
                                          <p:stCondLst>
                                            <p:cond delay="499"/>
                                          </p:stCondLst>
                                        </p:cTn>
                                        <p:tgtEl>
                                          <p:spTgt spid="340"/>
                                        </p:tgtEl>
                                        <p:attrNameLst>
                                          <p:attrName>style.visibility</p:attrName>
                                        </p:attrNameLst>
                                      </p:cBhvr>
                                      <p:to>
                                        <p:strVal val="visible"/>
                                      </p:to>
                                    </p:set>
                                  </p:childTnLst>
                                </p:cTn>
                              </p:par>
                            </p:childTnLst>
                          </p:cTn>
                        </p:par>
                        <p:par>
                          <p:cTn id="126" fill="hold">
                            <p:stCondLst>
                              <p:cond delay="500"/>
                            </p:stCondLst>
                            <p:childTnLst>
                              <p:par>
                                <p:cTn id="127" nodeType="afterEffect" fill="hold" presetClass="entr" presetID="1">
                                  <p:stCondLst>
                                    <p:cond delay="0"/>
                                  </p:stCondLst>
                                  <p:childTnLst>
                                    <p:set>
                                      <p:cBhvr>
                                        <p:cTn id="128" dur="1" fill="hold">
                                          <p:stCondLst>
                                            <p:cond delay="499"/>
                                          </p:stCondLst>
                                        </p:cTn>
                                        <p:tgtEl>
                                          <p:spTgt spid="352"/>
                                        </p:tgtEl>
                                        <p:attrNameLst>
                                          <p:attrName>style.visibility</p:attrName>
                                        </p:attrNameLst>
                                      </p:cBhvr>
                                      <p:to>
                                        <p:strVal val="visible"/>
                                      </p:to>
                                    </p:set>
                                  </p:childTnLst>
                                </p:cTn>
                              </p:par>
                            </p:childTnLst>
                          </p:cTn>
                        </p:par>
                        <p:par>
                          <p:cTn id="129" fill="hold">
                            <p:stCondLst>
                              <p:cond delay="1000"/>
                            </p:stCondLst>
                            <p:childTnLst>
                              <p:par>
                                <p:cTn id="130" nodeType="afterEffect" fill="hold" presetClass="entr" presetID="1">
                                  <p:stCondLst>
                                    <p:cond delay="0"/>
                                  </p:stCondLst>
                                  <p:childTnLst>
                                    <p:set>
                                      <p:cBhvr>
                                        <p:cTn id="131" dur="1" fill="hold">
                                          <p:stCondLst>
                                            <p:cond delay="499"/>
                                          </p:stCondLst>
                                        </p:cTn>
                                        <p:tgtEl>
                                          <p:spTgt spid="348"/>
                                        </p:tgtEl>
                                        <p:attrNameLst>
                                          <p:attrName>style.visibility</p:attrName>
                                        </p:attrNameLst>
                                      </p:cBhvr>
                                      <p:to>
                                        <p:strVal val="visible"/>
                                      </p:to>
                                    </p:set>
                                  </p:childTnLst>
                                </p:cTn>
                              </p:par>
                            </p:childTnLst>
                          </p:cTn>
                        </p:par>
                        <p:par>
                          <p:cTn id="132" fill="hold">
                            <p:stCondLst>
                              <p:cond delay="1500"/>
                            </p:stCondLst>
                            <p:childTnLst>
                              <p:par>
                                <p:cTn id="133" nodeType="afterEffect" fill="hold" presetClass="entr" presetID="1">
                                  <p:stCondLst>
                                    <p:cond delay="0"/>
                                  </p:stCondLst>
                                  <p:childTnLst>
                                    <p:set>
                                      <p:cBhvr>
                                        <p:cTn id="134" dur="1" fill="hold">
                                          <p:stCondLst>
                                            <p:cond delay="499"/>
                                          </p:stCondLst>
                                        </p:cTn>
                                        <p:tgtEl>
                                          <p:spTgt spid="353"/>
                                        </p:tgtEl>
                                        <p:attrNameLst>
                                          <p:attrName>style.visibility</p:attrName>
                                        </p:attrNameLst>
                                      </p:cBhvr>
                                      <p:to>
                                        <p:strVal val="visible"/>
                                      </p:to>
                                    </p:set>
                                  </p:childTnLst>
                                </p:cTn>
                              </p:par>
                            </p:childTnLst>
                          </p:cTn>
                        </p:par>
                        <p:par>
                          <p:cTn id="135" fill="hold">
                            <p:stCondLst>
                              <p:cond delay="2000"/>
                            </p:stCondLst>
                            <p:childTnLst>
                              <p:par>
                                <p:cTn id="136" nodeType="afterEffect" fill="hold" presetClass="entr" presetID="1">
                                  <p:stCondLst>
                                    <p:cond delay="0"/>
                                  </p:stCondLst>
                                  <p:childTnLst>
                                    <p:set>
                                      <p:cBhvr>
                                        <p:cTn id="137" dur="1" fill="hold">
                                          <p:stCondLst>
                                            <p:cond delay="499"/>
                                          </p:stCondLst>
                                        </p:cTn>
                                        <p:tgtEl>
                                          <p:spTgt spid="349"/>
                                        </p:tgtEl>
                                        <p:attrNameLst>
                                          <p:attrName>style.visibility</p:attrName>
                                        </p:attrNameLst>
                                      </p:cBhvr>
                                      <p:to>
                                        <p:strVal val="visible"/>
                                      </p:to>
                                    </p:set>
                                  </p:childTnLst>
                                </p:cTn>
                              </p:par>
                            </p:childTnLst>
                          </p:cTn>
                        </p:par>
                        <p:par>
                          <p:cTn id="138" fill="hold">
                            <p:stCondLst>
                              <p:cond delay="2500"/>
                            </p:stCondLst>
                            <p:childTnLst>
                              <p:par>
                                <p:cTn id="139" nodeType="afterEffect" fill="hold" presetClass="entr" presetID="1">
                                  <p:stCondLst>
                                    <p:cond delay="0"/>
                                  </p:stCondLst>
                                  <p:childTnLst>
                                    <p:set>
                                      <p:cBhvr>
                                        <p:cTn id="140" dur="1" fill="hold">
                                          <p:stCondLst>
                                            <p:cond delay="499"/>
                                          </p:stCondLst>
                                        </p:cTn>
                                        <p:tgtEl>
                                          <p:spTgt spid="354"/>
                                        </p:tgtEl>
                                        <p:attrNameLst>
                                          <p:attrName>style.visibility</p:attrName>
                                        </p:attrNameLst>
                                      </p:cBhvr>
                                      <p:to>
                                        <p:strVal val="visible"/>
                                      </p:to>
                                    </p:set>
                                  </p:childTnLst>
                                </p:cTn>
                              </p:par>
                            </p:childTnLst>
                          </p:cTn>
                        </p:par>
                        <p:par>
                          <p:cTn id="141" fill="hold">
                            <p:stCondLst>
                              <p:cond delay="3000"/>
                            </p:stCondLst>
                            <p:childTnLst>
                              <p:par>
                                <p:cTn id="142" nodeType="afterEffect" fill="hold" presetClass="entr" presetID="1">
                                  <p:stCondLst>
                                    <p:cond delay="0"/>
                                  </p:stCondLst>
                                  <p:childTnLst>
                                    <p:set>
                                      <p:cBhvr>
                                        <p:cTn id="143" dur="1" fill="hold">
                                          <p:stCondLst>
                                            <p:cond delay="499"/>
                                          </p:stCondLst>
                                        </p:cTn>
                                        <p:tgtEl>
                                          <p:spTgt spid="341"/>
                                        </p:tgtEl>
                                        <p:attrNameLst>
                                          <p:attrName>style.visibility</p:attrName>
                                        </p:attrNameLst>
                                      </p:cBhvr>
                                      <p:to>
                                        <p:strVal val="visible"/>
                                      </p:to>
                                    </p:set>
                                  </p:childTnLst>
                                </p:cTn>
                              </p:par>
                            </p:childTnLst>
                          </p:cTn>
                        </p:par>
                        <p:par>
                          <p:cTn id="144" fill="hold">
                            <p:stCondLst>
                              <p:cond delay="3500"/>
                            </p:stCondLst>
                            <p:childTnLst>
                              <p:par>
                                <p:cTn id="145" nodeType="afterEffect" fill="hold" presetClass="entr" presetID="1">
                                  <p:stCondLst>
                                    <p:cond delay="0"/>
                                  </p:stCondLst>
                                  <p:childTnLst>
                                    <p:set>
                                      <p:cBhvr>
                                        <p:cTn id="146" dur="1" fill="hold">
                                          <p:stCondLst>
                                            <p:cond delay="499"/>
                                          </p:stCondLst>
                                        </p:cTn>
                                        <p:tgtEl>
                                          <p:spTgt spid="355"/>
                                        </p:tgtEl>
                                        <p:attrNameLst>
                                          <p:attrName>style.visibility</p:attrName>
                                        </p:attrNameLst>
                                      </p:cBhvr>
                                      <p:to>
                                        <p:strVal val="visible"/>
                                      </p:to>
                                    </p:set>
                                  </p:childTnLst>
                                </p:cTn>
                              </p:par>
                            </p:childTnLst>
                          </p:cTn>
                        </p:par>
                        <p:par>
                          <p:cTn id="147" fill="hold">
                            <p:stCondLst>
                              <p:cond delay="4000"/>
                            </p:stCondLst>
                            <p:childTnLst>
                              <p:par>
                                <p:cTn id="148" nodeType="afterEffect" fill="hold" presetClass="emph" presetID="32">
                                  <p:stCondLst>
                                    <p:cond delay="0"/>
                                  </p:stCondLst>
                                  <p:childTnLst/>
                                </p:cTn>
                              </p:par>
                            </p:childTnLst>
                          </p:cTn>
                        </p:par>
                      </p:childTnLst>
                    </p:cTn>
                  </p:par>
                </p:childTnLst>
              </p:cTn>
              <p:prevCondLst>
                <p:cond delay="0" evt="onPrev">
                  <p:tgtEl>
                    <p:sldTgt/>
                  </p:tgtEl>
                </p:cond>
              </p:prevCondLst>
              <p:nextCondLst>
                <p:cond delay="0" evt="onNext">
                  <p:tgtEl>
                    <p:sldTgt/>
                  </p:tgtEl>
                </p:cond>
              </p:nextCondLst>
            </p:seq>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aphicFrame>
        <p:nvGraphicFramePr>
          <p:cNvPr id="357" name="Table 1"/>
          <p:cNvGraphicFramePr/>
          <p:nvPr/>
        </p:nvGraphicFramePr>
        <p:xfrm>
          <a:off x="0" y="6289920"/>
          <a:ext cx="9143280" cy="620280"/>
        </p:xfrm>
        <a:graphic>
          <a:graphicData uri="http://schemas.openxmlformats.org/drawingml/2006/table">
            <a:tbl>
              <a:tblPr/>
              <a:tblGrid>
                <a:gridCol w="7254360"/>
                <a:gridCol w="1889280"/>
              </a:tblGrid>
              <a:tr h="620640">
                <a:tc>
                  <a:txBody>
                    <a:bodyPr lIns="45720" rIns="45720"/>
                    <a:p>
                      <a:pPr algn="just">
                        <a:lnSpc>
                          <a:spcPct val="100000"/>
                        </a:lnSpc>
                      </a:pPr>
                      <a:endParaRPr b="0" lang="fr-FR" sz="1800" spc="-1" strike="noStrike">
                        <a:solidFill>
                          <a:srgbClr val="000000"/>
                        </a:solidFill>
                        <a:uFill>
                          <a:solidFill>
                            <a:srgbClr val="ffffff"/>
                          </a:solidFill>
                        </a:uFill>
                        <a:latin typeface="Arial"/>
                      </a:endParaRPr>
                    </a:p>
                    <a:p>
                      <a:pPr algn="just">
                        <a:lnSpc>
                          <a:spcPct val="100000"/>
                        </a:lnSpc>
                      </a:pPr>
                      <a:r>
                        <a:rPr b="1" lang="fr-FR" sz="1600" spc="-1" strike="noStrike">
                          <a:solidFill>
                            <a:srgbClr val="ffffff"/>
                          </a:solidFill>
                          <a:uFill>
                            <a:solidFill>
                              <a:srgbClr val="ffffff"/>
                            </a:solidFill>
                          </a:uFill>
                          <a:latin typeface="Arial"/>
                          <a:ea typeface="Arial"/>
                        </a:rPr>
                        <a:t>  </a:t>
                      </a:r>
                      <a:endParaRPr b="0" lang="fr-FR" sz="1600" spc="-1" strike="noStrike">
                        <a:solidFill>
                          <a:srgbClr val="000000"/>
                        </a:solidFill>
                        <a:uFill>
                          <a:solidFill>
                            <a:srgbClr val="ffffff"/>
                          </a:solidFill>
                        </a:uFill>
                        <a:latin typeface="Arial"/>
                      </a:endParaRPr>
                    </a:p>
                  </a:txBody>
                  <a:tcPr marL="45720" marR="45720">
                    <a:lnL w="12240">
                      <a:solidFill>
                        <a:srgbClr val="000000"/>
                      </a:solidFill>
                    </a:lnL>
                    <a:lnR w="12240">
                      <a:solidFill>
                        <a:srgbClr val="000000"/>
                      </a:solidFill>
                    </a:lnR>
                    <a:lnT w="12240">
                      <a:solidFill>
                        <a:srgbClr val="000000"/>
                      </a:solidFill>
                    </a:lnT>
                    <a:lnB w="12240">
                      <a:solidFill>
                        <a:srgbClr val="000000"/>
                      </a:solidFill>
                    </a:lnB>
                    <a:solidFill>
                      <a:srgbClr val="ce0f69"/>
                    </a:solidFill>
                  </a:tcPr>
                </a:tc>
                <a:tc>
                  <a:txBody>
                    <a:bodyPr lIns="45720" rIns="45720"/>
                    <a:p>
                      <a:pPr algn="just">
                        <a:lnSpc>
                          <a:spcPct val="100000"/>
                        </a:lnSpc>
                      </a:pPr>
                      <a:r>
                        <a:rPr b="1" lang="fr-FR" sz="1100" spc="-1" strike="noStrike">
                          <a:solidFill>
                            <a:srgbClr val="ffffff"/>
                          </a:solidFill>
                          <a:uFill>
                            <a:solidFill>
                              <a:srgbClr val="ffffff"/>
                            </a:solidFill>
                          </a:uFill>
                          <a:latin typeface="Arial"/>
                          <a:ea typeface="Arial"/>
                        </a:rPr>
                        <a:t>   </a:t>
                      </a:r>
                      <a:endParaRPr b="0" lang="fr-FR" sz="1100" spc="-1" strike="noStrike">
                        <a:solidFill>
                          <a:srgbClr val="000000"/>
                        </a:solidFill>
                        <a:uFill>
                          <a:solidFill>
                            <a:srgbClr val="ffffff"/>
                          </a:solidFill>
                        </a:uFill>
                        <a:latin typeface="Arial"/>
                      </a:endParaRPr>
                    </a:p>
                  </a:txBody>
                  <a:tcPr marL="45720" marR="45720">
                    <a:lnL w="12240">
                      <a:solidFill>
                        <a:srgbClr val="000000"/>
                      </a:solidFill>
                    </a:lnL>
                    <a:lnR w="12240">
                      <a:solidFill>
                        <a:srgbClr val="000000"/>
                      </a:solidFill>
                    </a:lnR>
                    <a:lnT w="12240">
                      <a:solidFill>
                        <a:srgbClr val="000000"/>
                      </a:solidFill>
                    </a:lnT>
                    <a:lnB w="12240">
                      <a:solidFill>
                        <a:srgbClr val="000000"/>
                      </a:solidFill>
                    </a:lnB>
                    <a:solidFill>
                      <a:srgbClr val="ce0f69"/>
                    </a:solidFill>
                  </a:tcPr>
                </a:tc>
              </a:tr>
            </a:tbl>
          </a:graphicData>
        </a:graphic>
      </p:graphicFrame>
      <p:sp>
        <p:nvSpPr>
          <p:cNvPr id="358" name="CustomShape 2"/>
          <p:cNvSpPr/>
          <p:nvPr/>
        </p:nvSpPr>
        <p:spPr>
          <a:xfrm>
            <a:off x="-292320" y="223560"/>
            <a:ext cx="8421120" cy="579240"/>
          </a:xfrm>
          <a:prstGeom prst="rect">
            <a:avLst/>
          </a:prstGeom>
          <a:noFill/>
          <a:ln w="12600">
            <a:noFill/>
          </a:ln>
        </p:spPr>
        <p:style>
          <a:lnRef idx="0"/>
          <a:fillRef idx="0"/>
          <a:effectRef idx="0"/>
          <a:fontRef idx="minor"/>
        </p:style>
        <p:txBody>
          <a:bodyPr lIns="45720" rIns="45720"/>
          <a:p>
            <a:pPr algn="ctr">
              <a:lnSpc>
                <a:spcPct val="100000"/>
              </a:lnSpc>
            </a:pPr>
            <a:r>
              <a:rPr b="1" lang="fr-FR" sz="3200" spc="-1" strike="noStrike">
                <a:solidFill>
                  <a:srgbClr val="ce0f69"/>
                </a:solidFill>
                <a:uFill>
                  <a:solidFill>
                    <a:srgbClr val="ffffff"/>
                  </a:solidFill>
                </a:uFill>
                <a:latin typeface="Arial"/>
                <a:ea typeface="Arial"/>
              </a:rPr>
              <a:t>Conclusion</a:t>
            </a:r>
            <a:r>
              <a:rPr b="1" lang="fr-FR" sz="3200" spc="-1" strike="noStrike">
                <a:solidFill>
                  <a:srgbClr val="ce0f69"/>
                </a:solidFill>
                <a:uFill>
                  <a:solidFill>
                    <a:srgbClr val="ffffff"/>
                  </a:solidFill>
                </a:uFill>
                <a:latin typeface="Calibri"/>
                <a:ea typeface="Arial"/>
              </a:rPr>
              <a:t> : la faisabilité de mon projet</a:t>
            </a:r>
            <a:endParaRPr b="0" lang="fr-FR" sz="3200" spc="-1" strike="noStrike">
              <a:solidFill>
                <a:srgbClr val="000000"/>
              </a:solidFill>
              <a:uFill>
                <a:solidFill>
                  <a:srgbClr val="ffffff"/>
                </a:solidFill>
              </a:uFill>
              <a:latin typeface="Arial"/>
            </a:endParaRPr>
          </a:p>
        </p:txBody>
      </p:sp>
      <p:sp>
        <p:nvSpPr>
          <p:cNvPr id="359" name="CustomShape 3"/>
          <p:cNvSpPr/>
          <p:nvPr/>
        </p:nvSpPr>
        <p:spPr>
          <a:xfrm>
            <a:off x="423720" y="808560"/>
            <a:ext cx="9143640" cy="487800"/>
          </a:xfrm>
          <a:prstGeom prst="rect">
            <a:avLst/>
          </a:prstGeom>
          <a:noFill/>
          <a:ln w="12600">
            <a:noFill/>
          </a:ln>
        </p:spPr>
        <p:style>
          <a:lnRef idx="0"/>
          <a:fillRef idx="0"/>
          <a:effectRef idx="0"/>
          <a:fontRef idx="minor"/>
        </p:style>
        <p:txBody>
          <a:bodyPr lIns="45720" rIns="45720"/>
          <a:p>
            <a:pPr algn="ctr">
              <a:lnSpc>
                <a:spcPct val="100000"/>
              </a:lnSpc>
            </a:pPr>
            <a:r>
              <a:rPr b="1" lang="fr-FR" sz="2600" spc="-1" strike="noStrike">
                <a:solidFill>
                  <a:srgbClr val="ce0f69"/>
                </a:solidFill>
                <a:uFill>
                  <a:solidFill>
                    <a:srgbClr val="ffffff"/>
                  </a:solidFill>
                </a:uFill>
                <a:latin typeface="Calibri"/>
              </a:rPr>
              <a:t>B</a:t>
            </a:r>
            <a:r>
              <a:rPr b="1" lang="fr-FR" sz="2600" spc="-1" strike="noStrike">
                <a:solidFill>
                  <a:srgbClr val="ce0f69"/>
                </a:solidFill>
                <a:uFill>
                  <a:solidFill>
                    <a:srgbClr val="ffffff"/>
                  </a:solidFill>
                </a:uFill>
                <a:latin typeface="Arial"/>
                <a:ea typeface="Arial"/>
              </a:rPr>
              <a:t>ien dans ma "boîte", Bien dans ma vie …</a:t>
            </a:r>
            <a:endParaRPr b="0" lang="fr-FR" sz="2600" spc="-1" strike="noStrike">
              <a:solidFill>
                <a:srgbClr val="000000"/>
              </a:solidFill>
              <a:uFill>
                <a:solidFill>
                  <a:srgbClr val="ffffff"/>
                </a:solidFill>
              </a:uFill>
              <a:latin typeface="Arial"/>
            </a:endParaRPr>
          </a:p>
        </p:txBody>
      </p:sp>
      <p:sp>
        <p:nvSpPr>
          <p:cNvPr id="360" name="CustomShape 4"/>
          <p:cNvSpPr/>
          <p:nvPr/>
        </p:nvSpPr>
        <p:spPr>
          <a:xfrm>
            <a:off x="472320" y="2637000"/>
            <a:ext cx="3024000" cy="335160"/>
          </a:xfrm>
          <a:prstGeom prst="rect">
            <a:avLst/>
          </a:prstGeom>
          <a:gradFill>
            <a:gsLst>
              <a:gs pos="0">
                <a:srgbClr val="cc6d20"/>
              </a:gs>
              <a:gs pos="100000">
                <a:srgbClr val="ff9033"/>
              </a:gs>
            </a:gsLst>
            <a:lin ang="16200000"/>
          </a:gradFill>
          <a:ln>
            <a:noFill/>
          </a:ln>
          <a:effectLst>
            <a:outerShdw dist="23040" dir="5400000">
              <a:srgbClr val="000000">
                <a:alpha val="35000"/>
              </a:srgbClr>
            </a:outerShdw>
          </a:effectLst>
        </p:spPr>
        <p:style>
          <a:lnRef idx="0"/>
          <a:fillRef idx="0"/>
          <a:effectRef idx="0"/>
          <a:fontRef idx="minor"/>
        </p:style>
        <p:txBody>
          <a:bodyPr lIns="45720" rIns="45720"/>
          <a:p>
            <a:pPr algn="ctr">
              <a:lnSpc>
                <a:spcPct val="100000"/>
              </a:lnSpc>
            </a:pPr>
            <a:r>
              <a:rPr b="1" lang="fr-FR" sz="1600" spc="-1" strike="noStrike">
                <a:solidFill>
                  <a:srgbClr val="ffffff"/>
                </a:solidFill>
                <a:uFill>
                  <a:solidFill>
                    <a:srgbClr val="ffffff"/>
                  </a:solidFill>
                </a:uFill>
                <a:latin typeface="Arial"/>
              </a:rPr>
              <a:t>Savoirs faire et compétences</a:t>
            </a:r>
            <a:r>
              <a:rPr b="1" lang="fr-FR" sz="1600" spc="-1" strike="noStrike">
                <a:solidFill>
                  <a:srgbClr val="000000"/>
                </a:solidFill>
                <a:uFill>
                  <a:solidFill>
                    <a:srgbClr val="ffffff"/>
                  </a:solidFill>
                </a:uFill>
                <a:latin typeface="Arial"/>
              </a:rPr>
              <a:t> </a:t>
            </a:r>
            <a:endParaRPr b="0" lang="fr-FR" sz="1600" spc="-1" strike="noStrike">
              <a:solidFill>
                <a:srgbClr val="000000"/>
              </a:solidFill>
              <a:uFill>
                <a:solidFill>
                  <a:srgbClr val="ffffff"/>
                </a:solidFill>
              </a:uFill>
              <a:latin typeface="Arial"/>
            </a:endParaRPr>
          </a:p>
        </p:txBody>
      </p:sp>
      <p:sp>
        <p:nvSpPr>
          <p:cNvPr id="361" name="CustomShape 5"/>
          <p:cNvSpPr/>
          <p:nvPr/>
        </p:nvSpPr>
        <p:spPr>
          <a:xfrm>
            <a:off x="5175000" y="2685600"/>
            <a:ext cx="3438000" cy="335160"/>
          </a:xfrm>
          <a:prstGeom prst="rect">
            <a:avLst/>
          </a:prstGeom>
          <a:gradFill>
            <a:gsLst>
              <a:gs pos="0">
                <a:srgbClr val="2988a1"/>
              </a:gs>
              <a:gs pos="100000">
                <a:srgbClr val="36b0d1"/>
              </a:gs>
            </a:gsLst>
            <a:lin ang="16200000"/>
          </a:gradFill>
          <a:ln>
            <a:noFill/>
          </a:ln>
          <a:effectLst>
            <a:outerShdw dist="23040" dir="5400000">
              <a:srgbClr val="000000">
                <a:alpha val="35000"/>
              </a:srgbClr>
            </a:outerShdw>
          </a:effectLst>
        </p:spPr>
        <p:style>
          <a:lnRef idx="0"/>
          <a:fillRef idx="0"/>
          <a:effectRef idx="0"/>
          <a:fontRef idx="minor"/>
        </p:style>
        <p:txBody>
          <a:bodyPr lIns="45720" rIns="45720"/>
          <a:p>
            <a:pPr algn="ctr">
              <a:lnSpc>
                <a:spcPct val="100000"/>
              </a:lnSpc>
            </a:pPr>
            <a:r>
              <a:rPr b="1" lang="fr-FR" sz="1600" spc="-1" strike="noStrike">
                <a:solidFill>
                  <a:srgbClr val="ffffff"/>
                </a:solidFill>
                <a:uFill>
                  <a:solidFill>
                    <a:srgbClr val="ffffff"/>
                  </a:solidFill>
                </a:uFill>
                <a:latin typeface="Arial"/>
              </a:rPr>
              <a:t>Je me forme</a:t>
            </a:r>
            <a:endParaRPr b="0" lang="fr-FR" sz="1600" spc="-1" strike="noStrike">
              <a:solidFill>
                <a:srgbClr val="000000"/>
              </a:solidFill>
              <a:uFill>
                <a:solidFill>
                  <a:srgbClr val="ffffff"/>
                </a:solidFill>
              </a:uFill>
              <a:latin typeface="Arial"/>
            </a:endParaRPr>
          </a:p>
        </p:txBody>
      </p:sp>
      <p:sp>
        <p:nvSpPr>
          <p:cNvPr id="362" name="CustomShape 6"/>
          <p:cNvSpPr/>
          <p:nvPr/>
        </p:nvSpPr>
        <p:spPr>
          <a:xfrm>
            <a:off x="472320" y="2019600"/>
            <a:ext cx="3024000" cy="335160"/>
          </a:xfrm>
          <a:prstGeom prst="rect">
            <a:avLst/>
          </a:prstGeom>
          <a:gradFill>
            <a:gsLst>
              <a:gs pos="0">
                <a:srgbClr val="9c2f2c"/>
              </a:gs>
              <a:gs pos="100000">
                <a:srgbClr val="cb3d39"/>
              </a:gs>
            </a:gsLst>
            <a:lin ang="16200000"/>
          </a:gradFill>
          <a:ln>
            <a:noFill/>
          </a:ln>
          <a:effectLst>
            <a:outerShdw dist="23040" dir="5400000">
              <a:srgbClr val="000000">
                <a:alpha val="35000"/>
              </a:srgbClr>
            </a:outerShdw>
          </a:effectLst>
        </p:spPr>
        <p:style>
          <a:lnRef idx="0"/>
          <a:fillRef idx="0"/>
          <a:effectRef idx="0"/>
          <a:fontRef idx="minor"/>
        </p:style>
        <p:txBody>
          <a:bodyPr lIns="45720" rIns="45720"/>
          <a:p>
            <a:pPr algn="ctr">
              <a:lnSpc>
                <a:spcPct val="100000"/>
              </a:lnSpc>
            </a:pPr>
            <a:r>
              <a:rPr b="1" lang="fr-FR" sz="1600" spc="-1" strike="noStrike">
                <a:solidFill>
                  <a:srgbClr val="ffffff"/>
                </a:solidFill>
                <a:uFill>
                  <a:solidFill>
                    <a:srgbClr val="ffffff"/>
                  </a:solidFill>
                </a:uFill>
                <a:latin typeface="Arial"/>
              </a:rPr>
              <a:t>Motivations et objectifs </a:t>
            </a:r>
            <a:endParaRPr b="0" lang="fr-FR" sz="1600" spc="-1" strike="noStrike">
              <a:solidFill>
                <a:srgbClr val="000000"/>
              </a:solidFill>
              <a:uFill>
                <a:solidFill>
                  <a:srgbClr val="ffffff"/>
                </a:solidFill>
              </a:uFill>
              <a:latin typeface="Arial"/>
            </a:endParaRPr>
          </a:p>
        </p:txBody>
      </p:sp>
      <p:sp>
        <p:nvSpPr>
          <p:cNvPr id="363" name="CustomShape 7"/>
          <p:cNvSpPr/>
          <p:nvPr/>
        </p:nvSpPr>
        <p:spPr>
          <a:xfrm>
            <a:off x="539640" y="3285000"/>
            <a:ext cx="3024000" cy="338040"/>
          </a:xfrm>
          <a:prstGeom prst="rect">
            <a:avLst/>
          </a:prstGeom>
          <a:noFill/>
          <a:ln w="12600">
            <a:noFill/>
          </a:ln>
        </p:spPr>
        <p:style>
          <a:lnRef idx="0"/>
          <a:fillRef idx="0"/>
          <a:effectRef idx="0"/>
          <a:fontRef idx="minor"/>
        </p:style>
      </p:sp>
      <p:sp>
        <p:nvSpPr>
          <p:cNvPr id="364" name="CustomShape 8"/>
          <p:cNvSpPr/>
          <p:nvPr/>
        </p:nvSpPr>
        <p:spPr>
          <a:xfrm>
            <a:off x="472320" y="3285000"/>
            <a:ext cx="3024000" cy="335160"/>
          </a:xfrm>
          <a:prstGeom prst="rect">
            <a:avLst/>
          </a:prstGeom>
          <a:gradFill>
            <a:gsLst>
              <a:gs pos="0">
                <a:srgbClr val="cc6d20"/>
              </a:gs>
              <a:gs pos="100000">
                <a:srgbClr val="ff9033"/>
              </a:gs>
            </a:gsLst>
            <a:lin ang="16200000"/>
          </a:gradFill>
          <a:ln>
            <a:noFill/>
          </a:ln>
          <a:effectLst>
            <a:outerShdw dist="23040" dir="5400000">
              <a:srgbClr val="000000">
                <a:alpha val="35000"/>
              </a:srgbClr>
            </a:outerShdw>
          </a:effectLst>
        </p:spPr>
        <p:style>
          <a:lnRef idx="0"/>
          <a:fillRef idx="0"/>
          <a:effectRef idx="0"/>
          <a:fontRef idx="minor"/>
        </p:style>
        <p:txBody>
          <a:bodyPr lIns="45720" rIns="45720"/>
          <a:p>
            <a:pPr algn="ctr">
              <a:lnSpc>
                <a:spcPct val="100000"/>
              </a:lnSpc>
            </a:pPr>
            <a:r>
              <a:rPr b="1" lang="fr-FR" sz="1600" spc="-1" strike="noStrike">
                <a:solidFill>
                  <a:srgbClr val="ffffff"/>
                </a:solidFill>
                <a:uFill>
                  <a:solidFill>
                    <a:srgbClr val="ffffff"/>
                  </a:solidFill>
                </a:uFill>
                <a:latin typeface="Arial"/>
              </a:rPr>
              <a:t>Contraintes</a:t>
            </a:r>
            <a:r>
              <a:rPr b="1" lang="fr-FR" sz="1600" spc="-1" strike="noStrike">
                <a:solidFill>
                  <a:srgbClr val="000000"/>
                </a:solidFill>
                <a:uFill>
                  <a:solidFill>
                    <a:srgbClr val="ffffff"/>
                  </a:solidFill>
                </a:uFill>
                <a:latin typeface="Arial"/>
              </a:rPr>
              <a:t> </a:t>
            </a:r>
            <a:r>
              <a:rPr b="1" lang="fr-FR" sz="1600" spc="-1" strike="noStrike">
                <a:solidFill>
                  <a:srgbClr val="ffffff"/>
                </a:solidFill>
                <a:uFill>
                  <a:solidFill>
                    <a:srgbClr val="ffffff"/>
                  </a:solidFill>
                </a:uFill>
                <a:latin typeface="Arial"/>
              </a:rPr>
              <a:t>personnelles</a:t>
            </a:r>
            <a:endParaRPr b="0" lang="fr-FR" sz="1600" spc="-1" strike="noStrike">
              <a:solidFill>
                <a:srgbClr val="000000"/>
              </a:solidFill>
              <a:uFill>
                <a:solidFill>
                  <a:srgbClr val="ffffff"/>
                </a:solidFill>
              </a:uFill>
              <a:latin typeface="Arial"/>
            </a:endParaRPr>
          </a:p>
        </p:txBody>
      </p:sp>
      <p:sp>
        <p:nvSpPr>
          <p:cNvPr id="365" name="CustomShape 9"/>
          <p:cNvSpPr/>
          <p:nvPr/>
        </p:nvSpPr>
        <p:spPr>
          <a:xfrm>
            <a:off x="472320" y="3861000"/>
            <a:ext cx="3024000" cy="335160"/>
          </a:xfrm>
          <a:prstGeom prst="rect">
            <a:avLst/>
          </a:prstGeom>
          <a:gradFill>
            <a:gsLst>
              <a:gs pos="0">
                <a:srgbClr val="cc6d20"/>
              </a:gs>
              <a:gs pos="100000">
                <a:srgbClr val="ff9033"/>
              </a:gs>
            </a:gsLst>
            <a:lin ang="16200000"/>
          </a:gradFill>
          <a:ln>
            <a:noFill/>
          </a:ln>
          <a:effectLst>
            <a:outerShdw dist="23040" dir="5400000">
              <a:srgbClr val="000000">
                <a:alpha val="35000"/>
              </a:srgbClr>
            </a:outerShdw>
          </a:effectLst>
        </p:spPr>
        <p:style>
          <a:lnRef idx="0"/>
          <a:fillRef idx="0"/>
          <a:effectRef idx="0"/>
          <a:fontRef idx="minor"/>
        </p:style>
        <p:txBody>
          <a:bodyPr lIns="45720" rIns="45720"/>
          <a:p>
            <a:pPr algn="ctr">
              <a:lnSpc>
                <a:spcPct val="100000"/>
              </a:lnSpc>
            </a:pPr>
            <a:r>
              <a:rPr b="1" lang="fr-FR" sz="1600" spc="-1" strike="noStrike">
                <a:solidFill>
                  <a:srgbClr val="ffffff"/>
                </a:solidFill>
                <a:uFill>
                  <a:solidFill>
                    <a:srgbClr val="ffffff"/>
                  </a:solidFill>
                </a:uFill>
                <a:latin typeface="Arial"/>
              </a:rPr>
              <a:t>Personnalité</a:t>
            </a:r>
            <a:r>
              <a:rPr b="1" lang="fr-FR" sz="1600" spc="-1" strike="noStrike">
                <a:solidFill>
                  <a:srgbClr val="000000"/>
                </a:solidFill>
                <a:uFill>
                  <a:solidFill>
                    <a:srgbClr val="ffffff"/>
                  </a:solidFill>
                </a:uFill>
                <a:latin typeface="Arial"/>
              </a:rPr>
              <a:t> </a:t>
            </a:r>
            <a:r>
              <a:rPr b="1" lang="fr-FR" sz="1600" spc="-1" strike="noStrike">
                <a:solidFill>
                  <a:srgbClr val="ffffff"/>
                </a:solidFill>
                <a:uFill>
                  <a:solidFill>
                    <a:srgbClr val="ffffff"/>
                  </a:solidFill>
                </a:uFill>
                <a:latin typeface="Arial"/>
              </a:rPr>
              <a:t>et potentiel</a:t>
            </a:r>
            <a:endParaRPr b="0" lang="fr-FR" sz="1600" spc="-1" strike="noStrike">
              <a:solidFill>
                <a:srgbClr val="000000"/>
              </a:solidFill>
              <a:uFill>
                <a:solidFill>
                  <a:srgbClr val="ffffff"/>
                </a:solidFill>
              </a:uFill>
              <a:latin typeface="Arial"/>
            </a:endParaRPr>
          </a:p>
        </p:txBody>
      </p:sp>
      <p:sp>
        <p:nvSpPr>
          <p:cNvPr id="366" name="CustomShape 10"/>
          <p:cNvSpPr/>
          <p:nvPr/>
        </p:nvSpPr>
        <p:spPr>
          <a:xfrm>
            <a:off x="472320" y="4380480"/>
            <a:ext cx="3024000" cy="335160"/>
          </a:xfrm>
          <a:prstGeom prst="rect">
            <a:avLst/>
          </a:prstGeom>
          <a:gradFill>
            <a:gsLst>
              <a:gs pos="0">
                <a:srgbClr val="cc6d20"/>
              </a:gs>
              <a:gs pos="100000">
                <a:srgbClr val="ff9033"/>
              </a:gs>
            </a:gsLst>
            <a:lin ang="16200000"/>
          </a:gradFill>
          <a:ln>
            <a:noFill/>
          </a:ln>
          <a:effectLst>
            <a:outerShdw dist="23040" dir="5400000">
              <a:srgbClr val="000000">
                <a:alpha val="35000"/>
              </a:srgbClr>
            </a:outerShdw>
          </a:effectLst>
        </p:spPr>
        <p:style>
          <a:lnRef idx="0"/>
          <a:fillRef idx="0"/>
          <a:effectRef idx="0"/>
          <a:fontRef idx="minor"/>
        </p:style>
        <p:txBody>
          <a:bodyPr lIns="45720" rIns="45720"/>
          <a:p>
            <a:pPr algn="ctr">
              <a:lnSpc>
                <a:spcPct val="100000"/>
              </a:lnSpc>
            </a:pPr>
            <a:r>
              <a:rPr b="1" lang="fr-FR" sz="1600" spc="-1" strike="noStrike">
                <a:solidFill>
                  <a:srgbClr val="ffffff"/>
                </a:solidFill>
                <a:uFill>
                  <a:solidFill>
                    <a:srgbClr val="ffffff"/>
                  </a:solidFill>
                </a:uFill>
                <a:latin typeface="Arial"/>
              </a:rPr>
              <a:t>Valeurs et engagements</a:t>
            </a:r>
            <a:endParaRPr b="0" lang="fr-FR" sz="1600" spc="-1" strike="noStrike">
              <a:solidFill>
                <a:srgbClr val="000000"/>
              </a:solidFill>
              <a:uFill>
                <a:solidFill>
                  <a:srgbClr val="ffffff"/>
                </a:solidFill>
              </a:uFill>
              <a:latin typeface="Arial"/>
            </a:endParaRPr>
          </a:p>
        </p:txBody>
      </p:sp>
      <p:sp>
        <p:nvSpPr>
          <p:cNvPr id="367" name="CustomShape 11"/>
          <p:cNvSpPr/>
          <p:nvPr/>
        </p:nvSpPr>
        <p:spPr>
          <a:xfrm>
            <a:off x="472320" y="5085360"/>
            <a:ext cx="3024000" cy="335160"/>
          </a:xfrm>
          <a:prstGeom prst="rect">
            <a:avLst/>
          </a:prstGeom>
          <a:gradFill>
            <a:gsLst>
              <a:gs pos="0">
                <a:srgbClr val="cccccc"/>
              </a:gs>
              <a:gs pos="100000">
                <a:srgbClr val="000000"/>
              </a:gs>
            </a:gsLst>
            <a:path path="circle"/>
          </a:gradFill>
          <a:ln w="28440">
            <a:solidFill>
              <a:srgbClr val="000000"/>
            </a:solidFill>
            <a:miter/>
          </a:ln>
        </p:spPr>
        <p:style>
          <a:lnRef idx="0"/>
          <a:fillRef idx="0"/>
          <a:effectRef idx="0"/>
          <a:fontRef idx="minor"/>
        </p:style>
        <p:txBody>
          <a:bodyPr lIns="45720" rIns="45720"/>
          <a:p>
            <a:pPr>
              <a:lnSpc>
                <a:spcPct val="100000"/>
              </a:lnSpc>
            </a:pPr>
            <a:r>
              <a:rPr b="1" lang="fr-FR" sz="1600" spc="-1" strike="noStrike">
                <a:solidFill>
                  <a:srgbClr val="ffffff"/>
                </a:solidFill>
                <a:uFill>
                  <a:solidFill>
                    <a:srgbClr val="ffffff"/>
                  </a:solidFill>
                </a:uFill>
                <a:latin typeface="Arial"/>
              </a:rPr>
              <a:t>Cohérence homme – projet </a:t>
            </a:r>
            <a:endParaRPr b="0" lang="fr-FR" sz="1600" spc="-1" strike="noStrike">
              <a:solidFill>
                <a:srgbClr val="000000"/>
              </a:solidFill>
              <a:uFill>
                <a:solidFill>
                  <a:srgbClr val="ffffff"/>
                </a:solidFill>
              </a:uFill>
              <a:latin typeface="Arial"/>
            </a:endParaRPr>
          </a:p>
        </p:txBody>
      </p:sp>
      <p:sp>
        <p:nvSpPr>
          <p:cNvPr id="368" name="CustomShape 12"/>
          <p:cNvSpPr/>
          <p:nvPr/>
        </p:nvSpPr>
        <p:spPr>
          <a:xfrm>
            <a:off x="5175000" y="4981320"/>
            <a:ext cx="3438000" cy="821880"/>
          </a:xfrm>
          <a:prstGeom prst="rect">
            <a:avLst/>
          </a:prstGeom>
          <a:gradFill>
            <a:gsLst>
              <a:gs pos="0">
                <a:srgbClr val="ffffff"/>
              </a:gs>
              <a:gs pos="100000">
                <a:srgbClr val="979797"/>
              </a:gs>
            </a:gsLst>
            <a:path path="circle"/>
          </a:gradFill>
          <a:ln w="38160">
            <a:solidFill>
              <a:srgbClr val="000000"/>
            </a:solidFill>
            <a:miter/>
          </a:ln>
        </p:spPr>
        <p:style>
          <a:lnRef idx="0"/>
          <a:fillRef idx="0"/>
          <a:effectRef idx="0"/>
          <a:fontRef idx="minor"/>
        </p:style>
        <p:txBody>
          <a:bodyPr lIns="45720" rIns="45720"/>
          <a:p>
            <a:pPr algn="ctr">
              <a:lnSpc>
                <a:spcPct val="100000"/>
              </a:lnSpc>
            </a:pPr>
            <a:r>
              <a:rPr b="1" lang="fr-FR" sz="1600" spc="-1" strike="noStrike">
                <a:solidFill>
                  <a:srgbClr val="000000"/>
                </a:solidFill>
                <a:uFill>
                  <a:solidFill>
                    <a:srgbClr val="ffffff"/>
                  </a:solidFill>
                </a:uFill>
                <a:latin typeface="Arial"/>
              </a:rPr>
              <a:t>Validation de la faisabilité</a:t>
            </a:r>
            <a:endParaRPr b="0" lang="fr-FR" sz="1600" spc="-1" strike="noStrike">
              <a:solidFill>
                <a:srgbClr val="000000"/>
              </a:solidFill>
              <a:uFill>
                <a:solidFill>
                  <a:srgbClr val="ffffff"/>
                </a:solidFill>
              </a:uFill>
              <a:latin typeface="Arial"/>
            </a:endParaRPr>
          </a:p>
          <a:p>
            <a:pPr algn="ctr">
              <a:lnSpc>
                <a:spcPct val="100000"/>
              </a:lnSpc>
            </a:pPr>
            <a:r>
              <a:rPr b="1" lang="fr-FR" sz="1600" spc="-1" strike="noStrike">
                <a:solidFill>
                  <a:srgbClr val="000000"/>
                </a:solidFill>
                <a:uFill>
                  <a:solidFill>
                    <a:srgbClr val="ffffff"/>
                  </a:solidFill>
                </a:uFill>
                <a:latin typeface="Arial"/>
              </a:rPr>
              <a:t> </a:t>
            </a:r>
            <a:r>
              <a:rPr b="1" lang="fr-FR" sz="1600" spc="-1" strike="noStrike">
                <a:solidFill>
                  <a:srgbClr val="000000"/>
                </a:solidFill>
                <a:uFill>
                  <a:solidFill>
                    <a:srgbClr val="ffffff"/>
                  </a:solidFill>
                </a:uFill>
                <a:latin typeface="Arial"/>
              </a:rPr>
              <a:t>de mon projet – Une idée qui correspond à un marché</a:t>
            </a:r>
            <a:endParaRPr b="0" lang="fr-FR" sz="1600" spc="-1" strike="noStrike">
              <a:solidFill>
                <a:srgbClr val="000000"/>
              </a:solidFill>
              <a:uFill>
                <a:solidFill>
                  <a:srgbClr val="ffffff"/>
                </a:solidFill>
              </a:uFill>
              <a:latin typeface="Arial"/>
            </a:endParaRPr>
          </a:p>
        </p:txBody>
      </p:sp>
      <p:sp>
        <p:nvSpPr>
          <p:cNvPr id="369" name="CustomShape 13"/>
          <p:cNvSpPr/>
          <p:nvPr/>
        </p:nvSpPr>
        <p:spPr>
          <a:xfrm>
            <a:off x="5175000" y="3300840"/>
            <a:ext cx="3438000" cy="335160"/>
          </a:xfrm>
          <a:prstGeom prst="rect">
            <a:avLst/>
          </a:prstGeom>
          <a:gradFill>
            <a:gsLst>
              <a:gs pos="0">
                <a:srgbClr val="2988a1"/>
              </a:gs>
              <a:gs pos="100000">
                <a:srgbClr val="36b0d1"/>
              </a:gs>
            </a:gsLst>
            <a:lin ang="16200000"/>
          </a:gradFill>
          <a:ln>
            <a:noFill/>
          </a:ln>
          <a:effectLst>
            <a:outerShdw dist="23040" dir="5400000">
              <a:srgbClr val="000000">
                <a:alpha val="35000"/>
              </a:srgbClr>
            </a:outerShdw>
          </a:effectLst>
        </p:spPr>
        <p:style>
          <a:lnRef idx="0"/>
          <a:fillRef idx="0"/>
          <a:effectRef idx="0"/>
          <a:fontRef idx="minor"/>
        </p:style>
        <p:txBody>
          <a:bodyPr lIns="45720" rIns="45720"/>
          <a:p>
            <a:pPr algn="ctr">
              <a:lnSpc>
                <a:spcPct val="100000"/>
              </a:lnSpc>
            </a:pPr>
            <a:r>
              <a:rPr b="1" lang="fr-FR" sz="1600" spc="-1" strike="noStrike">
                <a:solidFill>
                  <a:srgbClr val="ffffff"/>
                </a:solidFill>
                <a:uFill>
                  <a:solidFill>
                    <a:srgbClr val="ffffff"/>
                  </a:solidFill>
                </a:uFill>
                <a:latin typeface="Arial"/>
              </a:rPr>
              <a:t>J’anticipe</a:t>
            </a:r>
            <a:r>
              <a:rPr b="1" lang="fr-FR" sz="1600" spc="-1" strike="noStrike">
                <a:solidFill>
                  <a:srgbClr val="000000"/>
                </a:solidFill>
                <a:uFill>
                  <a:solidFill>
                    <a:srgbClr val="ffffff"/>
                  </a:solidFill>
                </a:uFill>
                <a:latin typeface="Arial"/>
              </a:rPr>
              <a:t> </a:t>
            </a:r>
            <a:r>
              <a:rPr b="1" lang="fr-FR" sz="1600" spc="-1" strike="noStrike">
                <a:solidFill>
                  <a:srgbClr val="ffffff"/>
                </a:solidFill>
                <a:uFill>
                  <a:solidFill>
                    <a:srgbClr val="ffffff"/>
                  </a:solidFill>
                </a:uFill>
                <a:latin typeface="Arial"/>
              </a:rPr>
              <a:t>et j’adapte mon projet</a:t>
            </a:r>
            <a:endParaRPr b="0" lang="fr-FR" sz="1600" spc="-1" strike="noStrike">
              <a:solidFill>
                <a:srgbClr val="000000"/>
              </a:solidFill>
              <a:uFill>
                <a:solidFill>
                  <a:srgbClr val="ffffff"/>
                </a:solidFill>
              </a:uFill>
              <a:latin typeface="Arial"/>
            </a:endParaRPr>
          </a:p>
        </p:txBody>
      </p:sp>
      <p:sp>
        <p:nvSpPr>
          <p:cNvPr id="370" name="CustomShape 14"/>
          <p:cNvSpPr/>
          <p:nvPr/>
        </p:nvSpPr>
        <p:spPr>
          <a:xfrm>
            <a:off x="5146200" y="3861000"/>
            <a:ext cx="3438000" cy="335160"/>
          </a:xfrm>
          <a:prstGeom prst="rect">
            <a:avLst/>
          </a:prstGeom>
          <a:gradFill>
            <a:gsLst>
              <a:gs pos="0">
                <a:srgbClr val="2988a1"/>
              </a:gs>
              <a:gs pos="100000">
                <a:srgbClr val="36b0d1"/>
              </a:gs>
            </a:gsLst>
            <a:lin ang="16200000"/>
          </a:gradFill>
          <a:ln>
            <a:noFill/>
          </a:ln>
          <a:effectLst>
            <a:outerShdw dist="23040" dir="5400000">
              <a:srgbClr val="000000">
                <a:alpha val="35000"/>
              </a:srgbClr>
            </a:outerShdw>
          </a:effectLst>
        </p:spPr>
        <p:style>
          <a:lnRef idx="0"/>
          <a:fillRef idx="0"/>
          <a:effectRef idx="0"/>
          <a:fontRef idx="minor"/>
        </p:style>
        <p:txBody>
          <a:bodyPr lIns="45720" rIns="45720"/>
          <a:p>
            <a:pPr algn="ctr">
              <a:lnSpc>
                <a:spcPct val="100000"/>
              </a:lnSpc>
            </a:pPr>
            <a:r>
              <a:rPr b="1" lang="fr-FR" sz="1600" spc="-1" strike="noStrike">
                <a:solidFill>
                  <a:srgbClr val="ffffff"/>
                </a:solidFill>
                <a:uFill>
                  <a:solidFill>
                    <a:srgbClr val="ffffff"/>
                  </a:solidFill>
                </a:uFill>
                <a:latin typeface="Arial"/>
              </a:rPr>
              <a:t>Je</a:t>
            </a:r>
            <a:r>
              <a:rPr b="1" lang="fr-FR" sz="1600" spc="-1" strike="noStrike">
                <a:solidFill>
                  <a:srgbClr val="000000"/>
                </a:solidFill>
                <a:uFill>
                  <a:solidFill>
                    <a:srgbClr val="ffffff"/>
                  </a:solidFill>
                </a:uFill>
                <a:latin typeface="Arial"/>
              </a:rPr>
              <a:t> </a:t>
            </a:r>
            <a:r>
              <a:rPr b="1" lang="fr-FR" sz="1600" spc="-1" strike="noStrike">
                <a:solidFill>
                  <a:srgbClr val="ffffff"/>
                </a:solidFill>
                <a:uFill>
                  <a:solidFill>
                    <a:srgbClr val="ffffff"/>
                  </a:solidFill>
                </a:uFill>
                <a:latin typeface="Arial"/>
              </a:rPr>
              <a:t>m’organise et je m’entoure</a:t>
            </a:r>
            <a:endParaRPr b="0" lang="fr-FR" sz="1600" spc="-1" strike="noStrike">
              <a:solidFill>
                <a:srgbClr val="000000"/>
              </a:solidFill>
              <a:uFill>
                <a:solidFill>
                  <a:srgbClr val="ffffff"/>
                </a:solidFill>
              </a:uFill>
              <a:latin typeface="Arial"/>
            </a:endParaRPr>
          </a:p>
        </p:txBody>
      </p:sp>
      <p:sp>
        <p:nvSpPr>
          <p:cNvPr id="371" name="CustomShape 15"/>
          <p:cNvSpPr/>
          <p:nvPr/>
        </p:nvSpPr>
        <p:spPr>
          <a:xfrm>
            <a:off x="5175000" y="4380480"/>
            <a:ext cx="3438000" cy="335160"/>
          </a:xfrm>
          <a:prstGeom prst="rect">
            <a:avLst/>
          </a:prstGeom>
          <a:gradFill>
            <a:gsLst>
              <a:gs pos="0">
                <a:srgbClr val="2988a1"/>
              </a:gs>
              <a:gs pos="100000">
                <a:srgbClr val="36b0d1"/>
              </a:gs>
            </a:gsLst>
            <a:lin ang="16200000"/>
          </a:gradFill>
          <a:ln>
            <a:noFill/>
          </a:ln>
          <a:effectLst>
            <a:outerShdw dist="23040" dir="5400000">
              <a:srgbClr val="000000">
                <a:alpha val="35000"/>
              </a:srgbClr>
            </a:outerShdw>
          </a:effectLst>
        </p:spPr>
        <p:style>
          <a:lnRef idx="0"/>
          <a:fillRef idx="0"/>
          <a:effectRef idx="0"/>
          <a:fontRef idx="minor"/>
        </p:style>
        <p:txBody>
          <a:bodyPr lIns="45720" rIns="45720"/>
          <a:p>
            <a:pPr algn="ctr">
              <a:lnSpc>
                <a:spcPct val="100000"/>
              </a:lnSpc>
            </a:pPr>
            <a:r>
              <a:rPr b="1" lang="fr-FR" sz="1600" spc="-1" strike="noStrike">
                <a:solidFill>
                  <a:srgbClr val="ffffff"/>
                </a:solidFill>
                <a:uFill>
                  <a:solidFill>
                    <a:srgbClr val="ffffff"/>
                  </a:solidFill>
                </a:uFill>
                <a:latin typeface="Arial"/>
              </a:rPr>
              <a:t>J’assume et je me démarque</a:t>
            </a:r>
            <a:r>
              <a:rPr b="1" lang="fr-FR" sz="1600" spc="-1" strike="noStrike">
                <a:solidFill>
                  <a:srgbClr val="000000"/>
                </a:solidFill>
                <a:uFill>
                  <a:solidFill>
                    <a:srgbClr val="ffffff"/>
                  </a:solidFill>
                </a:uFill>
                <a:latin typeface="Arial"/>
              </a:rPr>
              <a:t>  </a:t>
            </a:r>
            <a:endParaRPr b="0" lang="fr-FR" sz="1600" spc="-1" strike="noStrike">
              <a:solidFill>
                <a:srgbClr val="000000"/>
              </a:solidFill>
              <a:uFill>
                <a:solidFill>
                  <a:srgbClr val="ffffff"/>
                </a:solidFill>
              </a:uFill>
              <a:latin typeface="Arial"/>
            </a:endParaRPr>
          </a:p>
        </p:txBody>
      </p:sp>
      <p:sp>
        <p:nvSpPr>
          <p:cNvPr id="372" name="CustomShape 16"/>
          <p:cNvSpPr/>
          <p:nvPr/>
        </p:nvSpPr>
        <p:spPr>
          <a:xfrm>
            <a:off x="3861000" y="2577600"/>
            <a:ext cx="1076760" cy="553680"/>
          </a:xfrm>
          <a:prstGeom prst="rightArrow">
            <a:avLst>
              <a:gd name="adj1" fmla="val 50000"/>
              <a:gd name="adj2" fmla="val 50000"/>
            </a:avLst>
          </a:prstGeom>
          <a:solidFill>
            <a:srgbClr val="ffffff"/>
          </a:solidFill>
          <a:ln w="25560">
            <a:solidFill>
              <a:srgbClr val="000000"/>
            </a:solidFill>
            <a:round/>
          </a:ln>
        </p:spPr>
        <p:style>
          <a:lnRef idx="0"/>
          <a:fillRef idx="0"/>
          <a:effectRef idx="0"/>
          <a:fontRef idx="minor"/>
        </p:style>
      </p:sp>
      <p:pic>
        <p:nvPicPr>
          <p:cNvPr id="373" name="Picture 2" descr=""/>
          <p:cNvPicPr/>
          <p:nvPr/>
        </p:nvPicPr>
        <p:blipFill>
          <a:blip r:embed="rId1"/>
          <a:stretch/>
        </p:blipFill>
        <p:spPr>
          <a:xfrm>
            <a:off x="6444360" y="1285560"/>
            <a:ext cx="2014560" cy="1102680"/>
          </a:xfrm>
          <a:prstGeom prst="rect">
            <a:avLst/>
          </a:prstGeom>
          <a:ln>
            <a:noFill/>
          </a:ln>
        </p:spPr>
      </p:pic>
      <p:sp>
        <p:nvSpPr>
          <p:cNvPr id="374" name="CustomShape 17"/>
          <p:cNvSpPr/>
          <p:nvPr/>
        </p:nvSpPr>
        <p:spPr>
          <a:xfrm>
            <a:off x="3861000" y="3193200"/>
            <a:ext cx="1076760" cy="553680"/>
          </a:xfrm>
          <a:prstGeom prst="rightArrow">
            <a:avLst>
              <a:gd name="adj1" fmla="val 50000"/>
              <a:gd name="adj2" fmla="val 50000"/>
            </a:avLst>
          </a:prstGeom>
          <a:solidFill>
            <a:srgbClr val="ffffff"/>
          </a:solidFill>
          <a:ln w="25560">
            <a:solidFill>
              <a:srgbClr val="000000"/>
            </a:solidFill>
            <a:round/>
          </a:ln>
        </p:spPr>
        <p:style>
          <a:lnRef idx="0"/>
          <a:fillRef idx="0"/>
          <a:effectRef idx="0"/>
          <a:fontRef idx="minor"/>
        </p:style>
      </p:sp>
      <p:sp>
        <p:nvSpPr>
          <p:cNvPr id="375" name="CustomShape 18"/>
          <p:cNvSpPr/>
          <p:nvPr/>
        </p:nvSpPr>
        <p:spPr>
          <a:xfrm>
            <a:off x="3861000" y="3753360"/>
            <a:ext cx="1076760" cy="553680"/>
          </a:xfrm>
          <a:prstGeom prst="rightArrow">
            <a:avLst>
              <a:gd name="adj1" fmla="val 50000"/>
              <a:gd name="adj2" fmla="val 50000"/>
            </a:avLst>
          </a:prstGeom>
          <a:solidFill>
            <a:srgbClr val="ffffff"/>
          </a:solidFill>
          <a:ln w="25560">
            <a:solidFill>
              <a:srgbClr val="000000"/>
            </a:solidFill>
            <a:round/>
          </a:ln>
        </p:spPr>
        <p:style>
          <a:lnRef idx="0"/>
          <a:fillRef idx="0"/>
          <a:effectRef idx="0"/>
          <a:fontRef idx="minor"/>
        </p:style>
      </p:sp>
      <p:sp>
        <p:nvSpPr>
          <p:cNvPr id="376" name="CustomShape 19"/>
          <p:cNvSpPr/>
          <p:nvPr/>
        </p:nvSpPr>
        <p:spPr>
          <a:xfrm>
            <a:off x="3861000" y="4272840"/>
            <a:ext cx="1076760" cy="553680"/>
          </a:xfrm>
          <a:prstGeom prst="rightArrow">
            <a:avLst>
              <a:gd name="adj1" fmla="val 50000"/>
              <a:gd name="adj2" fmla="val 50000"/>
            </a:avLst>
          </a:prstGeom>
          <a:solidFill>
            <a:srgbClr val="ffffff"/>
          </a:solidFill>
          <a:ln w="25560">
            <a:solidFill>
              <a:srgbClr val="000000"/>
            </a:solidFill>
            <a:round/>
          </a:ln>
        </p:spPr>
        <p:style>
          <a:lnRef idx="0"/>
          <a:fillRef idx="0"/>
          <a:effectRef idx="0"/>
          <a:fontRef idx="minor"/>
        </p:style>
      </p:sp>
      <p:sp>
        <p:nvSpPr>
          <p:cNvPr id="377" name="CustomShape 20"/>
          <p:cNvSpPr/>
          <p:nvPr/>
        </p:nvSpPr>
        <p:spPr>
          <a:xfrm>
            <a:off x="3861000" y="4987800"/>
            <a:ext cx="1076760" cy="553680"/>
          </a:xfrm>
          <a:prstGeom prst="rightArrow">
            <a:avLst>
              <a:gd name="adj1" fmla="val 50000"/>
              <a:gd name="adj2" fmla="val 50000"/>
            </a:avLst>
          </a:prstGeom>
          <a:solidFill>
            <a:srgbClr val="ffffff"/>
          </a:solidFill>
          <a:ln w="25560">
            <a:solidFill>
              <a:srgbClr val="000000"/>
            </a:solidFill>
            <a:round/>
          </a:ln>
        </p:spPr>
        <p:style>
          <a:lnRef idx="0"/>
          <a:fillRef idx="0"/>
          <a:effectRef idx="0"/>
          <a:fontRef idx="minor"/>
        </p:style>
      </p:sp>
    </p:spTree>
  </p:cSld>
  <p:timing>
    <p:tnLst>
      <p:par>
        <p:cTn id="149" dur="indefinite" restart="never" nodeType="tmRoot">
          <p:childTnLst>
            <p:seq>
              <p:cTn id="150" dur="indefinite" nodeType="mainSeq">
                <p:childTnLst>
                  <p:par>
                    <p:cTn id="151" fill="hold">
                      <p:stCondLst>
                        <p:cond delay="indefinite"/>
                      </p:stCondLst>
                      <p:childTnLst>
                        <p:par>
                          <p:cTn id="152" fill="hold">
                            <p:stCondLst>
                              <p:cond delay="0"/>
                            </p:stCondLst>
                            <p:childTnLst>
                              <p:par>
                                <p:cTn id="153" nodeType="clickEffect" fill="hold" presetClass="entr" presetID="1">
                                  <p:stCondLst>
                                    <p:cond delay="0"/>
                                  </p:stCondLst>
                                  <p:childTnLst>
                                    <p:set>
                                      <p:cBhvr>
                                        <p:cTn id="154" dur="1" fill="hold">
                                          <p:stCondLst>
                                            <p:cond delay="0"/>
                                          </p:stCondLst>
                                        </p:cTn>
                                        <p:tgtEl>
                                          <p:spTgt spid="364"/>
                                        </p:tgtEl>
                                        <p:attrNameLst>
                                          <p:attrName>style.visibility</p:attrName>
                                        </p:attrNameLst>
                                      </p:cBhvr>
                                      <p:to>
                                        <p:strVal val="visible"/>
                                      </p:to>
                                    </p:set>
                                  </p:childTnLst>
                                </p:cTn>
                              </p:par>
                            </p:childTnLst>
                          </p:cTn>
                        </p:par>
                        <p:par>
                          <p:cTn id="155" fill="hold">
                            <p:stCondLst>
                              <p:cond delay="0"/>
                            </p:stCondLst>
                            <p:childTnLst>
                              <p:par>
                                <p:cTn id="156" nodeType="afterEffect" fill="hold" presetClass="entr" presetID="1">
                                  <p:stCondLst>
                                    <p:cond delay="0"/>
                                  </p:stCondLst>
                                  <p:childTnLst>
                                    <p:set>
                                      <p:cBhvr>
                                        <p:cTn id="157" dur="1" fill="hold">
                                          <p:stCondLst>
                                            <p:cond delay="9"/>
                                          </p:stCondLst>
                                        </p:cTn>
                                        <p:tgtEl>
                                          <p:spTgt spid="369"/>
                                        </p:tgtEl>
                                        <p:attrNameLst>
                                          <p:attrName>style.visibility</p:attrName>
                                        </p:attrNameLst>
                                      </p:cBhvr>
                                      <p:to>
                                        <p:strVal val="visible"/>
                                      </p:to>
                                    </p:set>
                                  </p:childTnLst>
                                </p:cTn>
                              </p:par>
                            </p:childTnLst>
                          </p:cTn>
                        </p:par>
                      </p:childTnLst>
                    </p:cTn>
                  </p:par>
                  <p:par>
                    <p:cTn id="158" fill="hold">
                      <p:stCondLst>
                        <p:cond delay="indefinite"/>
                      </p:stCondLst>
                      <p:childTnLst>
                        <p:par>
                          <p:cTn id="159" fill="hold">
                            <p:stCondLst>
                              <p:cond delay="0"/>
                            </p:stCondLst>
                            <p:childTnLst>
                              <p:par>
                                <p:cTn id="160" nodeType="clickEffect" fill="hold" presetClass="entr" presetID="1">
                                  <p:stCondLst>
                                    <p:cond delay="0"/>
                                  </p:stCondLst>
                                  <p:childTnLst>
                                    <p:set>
                                      <p:cBhvr>
                                        <p:cTn id="161" dur="1" fill="hold">
                                          <p:stCondLst>
                                            <p:cond delay="0"/>
                                          </p:stCondLst>
                                        </p:cTn>
                                        <p:tgtEl>
                                          <p:spTgt spid="365"/>
                                        </p:tgtEl>
                                        <p:attrNameLst>
                                          <p:attrName>style.visibility</p:attrName>
                                        </p:attrNameLst>
                                      </p:cBhvr>
                                      <p:to>
                                        <p:strVal val="visible"/>
                                      </p:to>
                                    </p:set>
                                  </p:childTnLst>
                                </p:cTn>
                              </p:par>
                            </p:childTnLst>
                          </p:cTn>
                        </p:par>
                        <p:par>
                          <p:cTn id="162" fill="hold">
                            <p:stCondLst>
                              <p:cond delay="0"/>
                            </p:stCondLst>
                            <p:childTnLst>
                              <p:par>
                                <p:cTn id="163" nodeType="afterEffect" fill="hold" presetClass="entr" presetID="1">
                                  <p:stCondLst>
                                    <p:cond delay="0"/>
                                  </p:stCondLst>
                                  <p:childTnLst>
                                    <p:set>
                                      <p:cBhvr>
                                        <p:cTn id="164" dur="1" fill="hold">
                                          <p:stCondLst>
                                            <p:cond delay="0"/>
                                          </p:stCondLst>
                                        </p:cTn>
                                        <p:tgtEl>
                                          <p:spTgt spid="370"/>
                                        </p:tgtEl>
                                        <p:attrNameLst>
                                          <p:attrName>style.visibility</p:attrName>
                                        </p:attrNameLst>
                                      </p:cBhvr>
                                      <p:to>
                                        <p:strVal val="visible"/>
                                      </p:to>
                                    </p:set>
                                  </p:childTnLst>
                                </p:cTn>
                              </p:par>
                            </p:childTnLst>
                          </p:cTn>
                        </p:par>
                      </p:childTnLst>
                    </p:cTn>
                  </p:par>
                  <p:par>
                    <p:cTn id="165" fill="hold">
                      <p:stCondLst>
                        <p:cond delay="indefinite"/>
                      </p:stCondLst>
                      <p:childTnLst>
                        <p:par>
                          <p:cTn id="166" fill="hold">
                            <p:stCondLst>
                              <p:cond delay="0"/>
                            </p:stCondLst>
                            <p:childTnLst>
                              <p:par>
                                <p:cTn id="167" nodeType="clickEffect" fill="hold" presetClass="entr" presetID="1">
                                  <p:stCondLst>
                                    <p:cond delay="0"/>
                                  </p:stCondLst>
                                  <p:childTnLst>
                                    <p:set>
                                      <p:cBhvr>
                                        <p:cTn id="168" dur="1" fill="hold">
                                          <p:stCondLst>
                                            <p:cond delay="0"/>
                                          </p:stCondLst>
                                        </p:cTn>
                                        <p:tgtEl>
                                          <p:spTgt spid="366"/>
                                        </p:tgtEl>
                                        <p:attrNameLst>
                                          <p:attrName>style.visibility</p:attrName>
                                        </p:attrNameLst>
                                      </p:cBhvr>
                                      <p:to>
                                        <p:strVal val="visible"/>
                                      </p:to>
                                    </p:set>
                                  </p:childTnLst>
                                </p:cTn>
                              </p:par>
                            </p:childTnLst>
                          </p:cTn>
                        </p:par>
                        <p:par>
                          <p:cTn id="169" fill="hold">
                            <p:stCondLst>
                              <p:cond delay="0"/>
                            </p:stCondLst>
                            <p:childTnLst>
                              <p:par>
                                <p:cTn id="170" nodeType="afterEffect" fill="hold" presetClass="entr" presetID="1">
                                  <p:stCondLst>
                                    <p:cond delay="0"/>
                                  </p:stCondLst>
                                  <p:childTnLst>
                                    <p:set>
                                      <p:cBhvr>
                                        <p:cTn id="171" dur="1" fill="hold">
                                          <p:stCondLst>
                                            <p:cond delay="0"/>
                                          </p:stCondLst>
                                        </p:cTn>
                                        <p:tgtEl>
                                          <p:spTgt spid="371"/>
                                        </p:tgtEl>
                                        <p:attrNameLst>
                                          <p:attrName>style.visibility</p:attrName>
                                        </p:attrNameLst>
                                      </p:cBhvr>
                                      <p:to>
                                        <p:strVal val="visible"/>
                                      </p:to>
                                    </p:set>
                                  </p:childTnLst>
                                </p:cTn>
                              </p:par>
                            </p:childTnLst>
                          </p:cTn>
                        </p:par>
                      </p:childTnLst>
                    </p:cTn>
                  </p:par>
                  <p:par>
                    <p:cTn id="172" fill="hold">
                      <p:stCondLst>
                        <p:cond delay="indefinite"/>
                      </p:stCondLst>
                      <p:childTnLst>
                        <p:par>
                          <p:cTn id="173" fill="hold">
                            <p:stCondLst>
                              <p:cond delay="0"/>
                            </p:stCondLst>
                            <p:childTnLst>
                              <p:par>
                                <p:cTn id="174" nodeType="clickEffect" fill="hold" presetClass="entr" presetID="1">
                                  <p:stCondLst>
                                    <p:cond delay="0"/>
                                  </p:stCondLst>
                                  <p:childTnLst>
                                    <p:set>
                                      <p:cBhvr>
                                        <p:cTn id="175" dur="1" fill="hold">
                                          <p:stCondLst>
                                            <p:cond delay="0"/>
                                          </p:stCondLst>
                                        </p:cTn>
                                        <p:tgtEl>
                                          <p:spTgt spid="367"/>
                                        </p:tgtEl>
                                        <p:attrNameLst>
                                          <p:attrName>style.visibility</p:attrName>
                                        </p:attrNameLst>
                                      </p:cBhvr>
                                      <p:to>
                                        <p:strVal val="visible"/>
                                      </p:to>
                                    </p:set>
                                  </p:childTnLst>
                                </p:cTn>
                              </p:par>
                            </p:childTnLst>
                          </p:cTn>
                        </p:par>
                        <p:par>
                          <p:cTn id="176" fill="hold">
                            <p:stCondLst>
                              <p:cond delay="0"/>
                            </p:stCondLst>
                            <p:childTnLst>
                              <p:par>
                                <p:cTn id="177" nodeType="afterEffect" fill="hold" presetClass="entr" presetID="1">
                                  <p:stCondLst>
                                    <p:cond delay="0"/>
                                  </p:stCondLst>
                                  <p:childTnLst>
                                    <p:set>
                                      <p:cBhvr>
                                        <p:cTn id="178" dur="1" fill="hold">
                                          <p:stCondLst>
                                            <p:cond delay="0"/>
                                          </p:stCondLst>
                                        </p:cTn>
                                        <p:tgtEl>
                                          <p:spTgt spid="368"/>
                                        </p:tgtEl>
                                        <p:attrNameLst>
                                          <p:attrName>style.visibility</p:attrName>
                                        </p:attrNameLst>
                                      </p:cBhvr>
                                      <p:to>
                                        <p:strVal val="visible"/>
                                      </p:to>
                                    </p:set>
                                  </p:childTnLst>
                                </p:cTn>
                              </p:par>
                            </p:childTnLst>
                          </p:cTn>
                        </p:par>
                      </p:childTnLst>
                    </p:cTn>
                  </p:par>
                </p:childTnLst>
              </p:cTn>
              <p:prevCondLst>
                <p:cond delay="0" evt="onPrev">
                  <p:tgtEl>
                    <p:sldTgt/>
                  </p:tgtEl>
                </p:cond>
              </p:prevCondLst>
              <p:nextCondLst>
                <p:cond delay="0" evt="onNext">
                  <p:tgtEl>
                    <p:sldTgt/>
                  </p:tgtEl>
                </p:cond>
              </p:nextCondLst>
            </p:seq>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8" name="TextShape 1"/>
          <p:cNvSpPr txBox="1"/>
          <p:nvPr/>
        </p:nvSpPr>
        <p:spPr>
          <a:xfrm>
            <a:off x="683640" y="600480"/>
            <a:ext cx="8781120" cy="4929840"/>
          </a:xfrm>
          <a:prstGeom prst="rect">
            <a:avLst/>
          </a:prstGeom>
          <a:noFill/>
          <a:ln>
            <a:noFill/>
          </a:ln>
        </p:spPr>
        <p:txBody>
          <a:bodyPr/>
          <a:p>
            <a:pPr>
              <a:lnSpc>
                <a:spcPct val="100000"/>
              </a:lnSpc>
              <a:spcBef>
                <a:spcPts val="601"/>
              </a:spcBef>
            </a:pPr>
            <a:r>
              <a:rPr b="1" lang="fr-FR" sz="2800" spc="-1" strike="noStrike">
                <a:solidFill>
                  <a:srgbClr val="ce0f69"/>
                </a:solidFill>
                <a:uFill>
                  <a:solidFill>
                    <a:srgbClr val="ffffff"/>
                  </a:solidFill>
                </a:uFill>
                <a:latin typeface="Arial"/>
              </a:rPr>
              <a:t>       </a:t>
            </a:r>
            <a:r>
              <a:rPr b="1" lang="fr-FR" sz="2800" spc="-1" strike="noStrike">
                <a:solidFill>
                  <a:srgbClr val="ce0f69"/>
                </a:solidFill>
                <a:uFill>
                  <a:solidFill>
                    <a:srgbClr val="ffffff"/>
                  </a:solidFill>
                </a:uFill>
                <a:latin typeface="Arial"/>
              </a:rPr>
              <a:t>En accord avec mon projet personnel, je structure étape par étape mon idée de création d’entreprise</a:t>
            </a:r>
            <a:endParaRPr b="0" lang="fr-FR" sz="2800" spc="-1" strike="noStrike">
              <a:solidFill>
                <a:srgbClr val="000000"/>
              </a:solidFill>
              <a:uFill>
                <a:solidFill>
                  <a:srgbClr val="ffffff"/>
                </a:solidFill>
              </a:uFill>
              <a:latin typeface="Calibri"/>
            </a:endParaRPr>
          </a:p>
          <a:p>
            <a:pPr>
              <a:lnSpc>
                <a:spcPct val="100000"/>
              </a:lnSpc>
              <a:spcBef>
                <a:spcPts val="601"/>
              </a:spcBef>
            </a:pPr>
            <a:endParaRPr b="0" lang="fr-FR" sz="2800" spc="-1" strike="noStrike">
              <a:solidFill>
                <a:srgbClr val="000000"/>
              </a:solidFill>
              <a:uFill>
                <a:solidFill>
                  <a:srgbClr val="ffffff"/>
                </a:solidFill>
              </a:uFill>
              <a:latin typeface="Calibri"/>
            </a:endParaRPr>
          </a:p>
          <a:p>
            <a:pPr marL="457200" indent="-456840">
              <a:lnSpc>
                <a:spcPct val="100000"/>
              </a:lnSpc>
              <a:spcBef>
                <a:spcPts val="601"/>
              </a:spcBef>
              <a:buClr>
                <a:srgbClr val="84329b"/>
              </a:buClr>
              <a:buFont typeface="StarSymbol"/>
              <a:buAutoNum type="arabicPeriod"/>
            </a:pPr>
            <a:r>
              <a:rPr b="1" lang="fr-FR" sz="2000" spc="-1" strike="noStrike">
                <a:solidFill>
                  <a:srgbClr val="84329b"/>
                </a:solidFill>
                <a:uFill>
                  <a:solidFill>
                    <a:srgbClr val="ffffff"/>
                  </a:solidFill>
                </a:uFill>
                <a:latin typeface="Arial"/>
              </a:rPr>
              <a:t>L’idée</a:t>
            </a:r>
            <a:endParaRPr b="0" lang="fr-FR" sz="2000" spc="-1" strike="noStrike">
              <a:solidFill>
                <a:srgbClr val="000000"/>
              </a:solidFill>
              <a:uFill>
                <a:solidFill>
                  <a:srgbClr val="ffffff"/>
                </a:solidFill>
              </a:uFill>
              <a:latin typeface="Calibri"/>
            </a:endParaRPr>
          </a:p>
          <a:p>
            <a:pPr marL="457200" indent="-456840">
              <a:lnSpc>
                <a:spcPct val="100000"/>
              </a:lnSpc>
              <a:spcBef>
                <a:spcPts val="601"/>
              </a:spcBef>
              <a:buClr>
                <a:srgbClr val="84329b"/>
              </a:buClr>
              <a:buFont typeface="StarSymbol"/>
              <a:buAutoNum type="arabicPeriod"/>
            </a:pPr>
            <a:r>
              <a:rPr b="1" lang="fr-FR" sz="2000" spc="-1" strike="noStrike">
                <a:solidFill>
                  <a:srgbClr val="84329b"/>
                </a:solidFill>
                <a:uFill>
                  <a:solidFill>
                    <a:srgbClr val="ffffff"/>
                  </a:solidFill>
                </a:uFill>
                <a:latin typeface="Arial"/>
              </a:rPr>
              <a:t>L’étude commerciale du projet et sa faisabilité économique</a:t>
            </a:r>
            <a:endParaRPr b="0" lang="fr-FR" sz="2000" spc="-1" strike="noStrike">
              <a:solidFill>
                <a:srgbClr val="000000"/>
              </a:solidFill>
              <a:uFill>
                <a:solidFill>
                  <a:srgbClr val="ffffff"/>
                </a:solidFill>
              </a:uFill>
              <a:latin typeface="Calibri"/>
            </a:endParaRPr>
          </a:p>
          <a:p>
            <a:pPr marL="457200" indent="-456840">
              <a:lnSpc>
                <a:spcPct val="100000"/>
              </a:lnSpc>
              <a:spcBef>
                <a:spcPts val="601"/>
              </a:spcBef>
              <a:buClr>
                <a:srgbClr val="84329b"/>
              </a:buClr>
              <a:buFont typeface="StarSymbol"/>
              <a:buAutoNum type="arabicPeriod"/>
            </a:pPr>
            <a:r>
              <a:rPr b="1" lang="fr-FR" sz="2000" spc="-1" strike="noStrike">
                <a:solidFill>
                  <a:srgbClr val="84329b"/>
                </a:solidFill>
                <a:uFill>
                  <a:solidFill>
                    <a:srgbClr val="ffffff"/>
                  </a:solidFill>
                </a:uFill>
                <a:latin typeface="Arial"/>
              </a:rPr>
              <a:t>L’étude juridique, fiscale et sociale du projet</a:t>
            </a:r>
            <a:endParaRPr b="0" lang="fr-FR" sz="2000" spc="-1" strike="noStrike">
              <a:solidFill>
                <a:srgbClr val="000000"/>
              </a:solidFill>
              <a:uFill>
                <a:solidFill>
                  <a:srgbClr val="ffffff"/>
                </a:solidFill>
              </a:uFill>
              <a:latin typeface="Calibri"/>
            </a:endParaRPr>
          </a:p>
          <a:p>
            <a:pPr marL="457200" indent="-456840">
              <a:lnSpc>
                <a:spcPct val="100000"/>
              </a:lnSpc>
              <a:spcBef>
                <a:spcPts val="601"/>
              </a:spcBef>
              <a:buClr>
                <a:srgbClr val="84329b"/>
              </a:buClr>
              <a:buFont typeface="StarSymbol"/>
              <a:buAutoNum type="arabicPeriod"/>
            </a:pPr>
            <a:r>
              <a:rPr b="1" lang="fr-FR" sz="2000" spc="-1" strike="noStrike">
                <a:solidFill>
                  <a:srgbClr val="84329b"/>
                </a:solidFill>
                <a:uFill>
                  <a:solidFill>
                    <a:srgbClr val="ffffff"/>
                  </a:solidFill>
                </a:uFill>
                <a:latin typeface="Arial"/>
              </a:rPr>
              <a:t>L’étude financière du projet et sa viabilité économique</a:t>
            </a:r>
            <a:endParaRPr b="0" lang="fr-FR" sz="2000" spc="-1" strike="noStrike">
              <a:solidFill>
                <a:srgbClr val="000000"/>
              </a:solidFill>
              <a:uFill>
                <a:solidFill>
                  <a:srgbClr val="ffffff"/>
                </a:solidFill>
              </a:uFill>
              <a:latin typeface="Calibri"/>
            </a:endParaRPr>
          </a:p>
          <a:p>
            <a:pPr marL="457200" indent="-456840">
              <a:lnSpc>
                <a:spcPct val="100000"/>
              </a:lnSpc>
              <a:spcBef>
                <a:spcPts val="601"/>
              </a:spcBef>
              <a:buClr>
                <a:srgbClr val="84329b"/>
              </a:buClr>
              <a:buFont typeface="StarSymbol"/>
              <a:buAutoNum type="arabicPeriod"/>
            </a:pPr>
            <a:r>
              <a:rPr b="1" lang="fr-FR" sz="2000" spc="-1" strike="noStrike">
                <a:solidFill>
                  <a:srgbClr val="84329b"/>
                </a:solidFill>
                <a:uFill>
                  <a:solidFill>
                    <a:srgbClr val="ffffff"/>
                  </a:solidFill>
                </a:uFill>
                <a:latin typeface="Arial"/>
              </a:rPr>
              <a:t>Le financement du projet    </a:t>
            </a:r>
            <a:endParaRPr b="0" lang="fr-FR" sz="2000" spc="-1" strike="noStrike">
              <a:solidFill>
                <a:srgbClr val="000000"/>
              </a:solidFill>
              <a:uFill>
                <a:solidFill>
                  <a:srgbClr val="ffffff"/>
                </a:solidFill>
              </a:uFill>
              <a:latin typeface="Calibri"/>
            </a:endParaRPr>
          </a:p>
          <a:p>
            <a:pPr marL="457200" indent="-456840">
              <a:lnSpc>
                <a:spcPct val="100000"/>
              </a:lnSpc>
              <a:spcBef>
                <a:spcPts val="601"/>
              </a:spcBef>
              <a:buClr>
                <a:srgbClr val="84329b"/>
              </a:buClr>
              <a:buFont typeface="StarSymbol"/>
              <a:buAutoNum type="arabicPeriod"/>
            </a:pPr>
            <a:r>
              <a:rPr b="1" lang="fr-FR" sz="2000" spc="-1" strike="noStrike">
                <a:solidFill>
                  <a:srgbClr val="84329b"/>
                </a:solidFill>
                <a:uFill>
                  <a:solidFill>
                    <a:srgbClr val="ffffff"/>
                  </a:solidFill>
                </a:uFill>
                <a:latin typeface="Arial"/>
              </a:rPr>
              <a:t>Les formalités administratives d’installation </a:t>
            </a:r>
            <a:endParaRPr b="0" lang="fr-FR" sz="2000" spc="-1" strike="noStrike">
              <a:solidFill>
                <a:srgbClr val="000000"/>
              </a:solidFill>
              <a:uFill>
                <a:solidFill>
                  <a:srgbClr val="ffffff"/>
                </a:solidFill>
              </a:uFill>
              <a:latin typeface="Calibri"/>
            </a:endParaRPr>
          </a:p>
          <a:p>
            <a:pPr marL="457200" indent="-456840">
              <a:lnSpc>
                <a:spcPct val="100000"/>
              </a:lnSpc>
              <a:spcBef>
                <a:spcPts val="601"/>
              </a:spcBef>
              <a:buClr>
                <a:srgbClr val="84329b"/>
              </a:buClr>
              <a:buFont typeface="StarSymbol"/>
              <a:buAutoNum type="arabicPeriod"/>
            </a:pPr>
            <a:r>
              <a:rPr b="1" lang="fr-FR" sz="2000" spc="-1" strike="noStrike">
                <a:solidFill>
                  <a:srgbClr val="84329b"/>
                </a:solidFill>
                <a:uFill>
                  <a:solidFill>
                    <a:srgbClr val="ffffff"/>
                  </a:solidFill>
                </a:uFill>
                <a:latin typeface="Arial"/>
              </a:rPr>
              <a:t>Le développement et le suivi de l’activité</a:t>
            </a:r>
            <a:endParaRPr b="0" lang="fr-FR" sz="2000" spc="-1" strike="noStrike">
              <a:solidFill>
                <a:srgbClr val="000000"/>
              </a:solidFill>
              <a:uFill>
                <a:solidFill>
                  <a:srgbClr val="ffffff"/>
                </a:solidFill>
              </a:uFill>
              <a:latin typeface="Calibri"/>
            </a:endParaRPr>
          </a:p>
          <a:p>
            <a:pPr>
              <a:lnSpc>
                <a:spcPct val="100000"/>
              </a:lnSpc>
              <a:spcBef>
                <a:spcPts val="201"/>
              </a:spcBef>
            </a:pPr>
            <a:endParaRPr b="0" lang="fr-FR" sz="2000" spc="-1" strike="noStrike">
              <a:solidFill>
                <a:srgbClr val="000000"/>
              </a:solidFill>
              <a:uFill>
                <a:solidFill>
                  <a:srgbClr val="ffffff"/>
                </a:solidFill>
              </a:uFill>
              <a:latin typeface="Calibri"/>
            </a:endParaRPr>
          </a:p>
        </p:txBody>
      </p:sp>
      <p:pic>
        <p:nvPicPr>
          <p:cNvPr id="379" name="Image 1" descr=""/>
          <p:cNvPicPr/>
          <p:nvPr/>
        </p:nvPicPr>
        <p:blipFill>
          <a:blip r:embed="rId1"/>
          <a:stretch/>
        </p:blipFill>
        <p:spPr>
          <a:xfrm>
            <a:off x="467640" y="260640"/>
            <a:ext cx="827640" cy="834120"/>
          </a:xfrm>
          <a:prstGeom prst="rect">
            <a:avLst/>
          </a:prstGeom>
          <a:ln>
            <a:noFill/>
          </a:ln>
        </p:spPr>
      </p:pic>
      <p:sp>
        <p:nvSpPr>
          <p:cNvPr id="380" name="CustomShape 2"/>
          <p:cNvSpPr/>
          <p:nvPr/>
        </p:nvSpPr>
        <p:spPr>
          <a:xfrm>
            <a:off x="770760" y="5495040"/>
            <a:ext cx="8781120" cy="1223640"/>
          </a:xfrm>
          <a:prstGeom prst="rect">
            <a:avLst/>
          </a:prstGeom>
          <a:noFill/>
          <a:ln>
            <a:noFill/>
          </a:ln>
        </p:spPr>
        <p:style>
          <a:lnRef idx="0"/>
          <a:fillRef idx="0"/>
          <a:effectRef idx="0"/>
          <a:fontRef idx="minor"/>
        </p:style>
        <p:txBody>
          <a:bodyPr/>
          <a:p>
            <a:pPr>
              <a:lnSpc>
                <a:spcPct val="100000"/>
              </a:lnSpc>
              <a:spcBef>
                <a:spcPts val="601"/>
              </a:spcBef>
            </a:pPr>
            <a:r>
              <a:rPr b="1" lang="fr-FR" sz="3200" spc="-1" strike="noStrike">
                <a:solidFill>
                  <a:srgbClr val="ce0f69"/>
                </a:solidFill>
                <a:uFill>
                  <a:solidFill>
                    <a:srgbClr val="ffffff"/>
                  </a:solidFill>
                </a:uFill>
                <a:latin typeface="Arial"/>
              </a:rPr>
              <a:t>Et, je me fais accompagner…</a:t>
            </a:r>
            <a:endParaRPr b="0" lang="fr-FR" sz="3200" spc="-1" strike="noStrike">
              <a:solidFill>
                <a:srgbClr val="000000"/>
              </a:solidFill>
              <a:uFill>
                <a:solidFill>
                  <a:srgbClr val="ffffff"/>
                </a:solidFill>
              </a:uFill>
              <a:latin typeface="Arial"/>
            </a:endParaRPr>
          </a:p>
          <a:p>
            <a:pPr>
              <a:lnSpc>
                <a:spcPct val="100000"/>
              </a:lnSpc>
              <a:spcBef>
                <a:spcPts val="601"/>
              </a:spcBef>
            </a:pPr>
            <a:endParaRPr b="0" lang="fr-FR" sz="3200" spc="-1" strike="noStrike">
              <a:solidFill>
                <a:srgbClr val="000000"/>
              </a:solidFill>
              <a:uFill>
                <a:solidFill>
                  <a:srgbClr val="ffffff"/>
                </a:solidFill>
              </a:uFill>
              <a:latin typeface="Arial"/>
            </a:endParaRPr>
          </a:p>
          <a:p>
            <a:pPr>
              <a:lnSpc>
                <a:spcPct val="100000"/>
              </a:lnSpc>
              <a:spcBef>
                <a:spcPts val="210"/>
              </a:spcBef>
            </a:pPr>
            <a:endParaRPr b="0" lang="fr-FR" sz="3200" spc="-1" strike="noStrike">
              <a:solidFill>
                <a:srgbClr val="000000"/>
              </a:solidFill>
              <a:uFill>
                <a:solidFill>
                  <a:srgbClr val="ffffff"/>
                </a:solidFill>
              </a:uFill>
              <a:latin typeface="Arial"/>
            </a:endParaRPr>
          </a:p>
          <a:p>
            <a:pPr marL="343080" indent="-342720">
              <a:lnSpc>
                <a:spcPct val="100000"/>
              </a:lnSpc>
              <a:spcBef>
                <a:spcPts val="210"/>
              </a:spcBef>
              <a:buClr>
                <a:srgbClr val="000000"/>
              </a:buClr>
              <a:buFont typeface="Arial"/>
              <a:buChar char="•"/>
            </a:pPr>
            <a:r>
              <a:rPr b="1" lang="fr-FR" sz="1050" spc="-1" strike="noStrike">
                <a:solidFill>
                  <a:srgbClr val="000000"/>
                </a:solidFill>
                <a:uFill>
                  <a:solidFill>
                    <a:srgbClr val="ffffff"/>
                  </a:solidFill>
                </a:uFill>
                <a:latin typeface="Arial"/>
              </a:rPr>
              <a:t> </a:t>
            </a:r>
            <a:endParaRPr b="0" lang="fr-FR" sz="1050" spc="-1" strike="noStrike">
              <a:solidFill>
                <a:srgbClr val="000000"/>
              </a:solidFill>
              <a:uFill>
                <a:solidFill>
                  <a:srgbClr val="ffffff"/>
                </a:solidFill>
              </a:uFill>
              <a:latin typeface="Arial"/>
            </a:endParaRPr>
          </a:p>
          <a:p>
            <a:pPr marL="343080" indent="-342720">
              <a:lnSpc>
                <a:spcPct val="100000"/>
              </a:lnSpc>
              <a:spcBef>
                <a:spcPts val="210"/>
              </a:spcBef>
              <a:buClr>
                <a:srgbClr val="000000"/>
              </a:buClr>
              <a:buFont typeface="Arial"/>
              <a:buChar char="•"/>
            </a:pPr>
            <a:r>
              <a:rPr b="1" lang="fr-FR" sz="1050" spc="-1" strike="noStrike">
                <a:solidFill>
                  <a:srgbClr val="000000"/>
                </a:solidFill>
                <a:uFill>
                  <a:solidFill>
                    <a:srgbClr val="ffffff"/>
                  </a:solidFill>
                </a:uFill>
                <a:latin typeface="Arial"/>
              </a:rPr>
              <a:t>   </a:t>
            </a:r>
            <a:endParaRPr b="0" lang="fr-FR" sz="1050" spc="-1" strike="noStrike">
              <a:solidFill>
                <a:srgbClr val="000000"/>
              </a:solidFill>
              <a:uFill>
                <a:solidFill>
                  <a:srgbClr val="ffffff"/>
                </a:solidFill>
              </a:uFill>
              <a:latin typeface="Arial"/>
            </a:endParaRPr>
          </a:p>
          <a:p>
            <a:pPr marL="343080" indent="-342720">
              <a:lnSpc>
                <a:spcPct val="100000"/>
              </a:lnSpc>
              <a:spcBef>
                <a:spcPts val="210"/>
              </a:spcBef>
              <a:buClr>
                <a:srgbClr val="000000"/>
              </a:buClr>
              <a:buFont typeface="Arial"/>
              <a:buChar char="•"/>
            </a:pPr>
            <a:r>
              <a:rPr b="1" lang="fr-FR" sz="1050" spc="-1" strike="noStrike">
                <a:solidFill>
                  <a:srgbClr val="000000"/>
                </a:solidFill>
                <a:uFill>
                  <a:solidFill>
                    <a:srgbClr val="ffffff"/>
                  </a:solidFill>
                </a:uFill>
                <a:latin typeface="Arial"/>
              </a:rPr>
              <a:t> </a:t>
            </a:r>
            <a:endParaRPr b="0" lang="fr-FR" sz="1050" spc="-1" strike="noStrike">
              <a:solidFill>
                <a:srgbClr val="000000"/>
              </a:solidFill>
              <a:uFill>
                <a:solidFill>
                  <a:srgbClr val="ffffff"/>
                </a:solidFill>
              </a:uFill>
              <a:latin typeface="Arial"/>
            </a:endParaRPr>
          </a:p>
          <a:p>
            <a:pPr marL="343080" indent="-342720">
              <a:lnSpc>
                <a:spcPct val="100000"/>
              </a:lnSpc>
              <a:spcBef>
                <a:spcPts val="210"/>
              </a:spcBef>
              <a:buClr>
                <a:srgbClr val="000000"/>
              </a:buClr>
              <a:buFont typeface="Arial"/>
              <a:buChar char="•"/>
            </a:pPr>
            <a:r>
              <a:rPr b="1" lang="fr-FR" sz="1050" spc="-1" strike="noStrike">
                <a:solidFill>
                  <a:srgbClr val="000000"/>
                </a:solidFill>
                <a:uFill>
                  <a:solidFill>
                    <a:srgbClr val="ffffff"/>
                  </a:solidFill>
                </a:uFill>
                <a:latin typeface="Arial"/>
              </a:rPr>
              <a:t>   </a:t>
            </a:r>
            <a:endParaRPr b="0" lang="fr-FR" sz="1050" spc="-1" strike="noStrike">
              <a:solidFill>
                <a:srgbClr val="000000"/>
              </a:solidFill>
              <a:uFill>
                <a:solidFill>
                  <a:srgbClr val="ffffff"/>
                </a:solidFill>
              </a:uFill>
              <a:latin typeface="Arial"/>
            </a:endParaRPr>
          </a:p>
          <a:p>
            <a:pPr>
              <a:lnSpc>
                <a:spcPct val="100000"/>
              </a:lnSpc>
              <a:spcBef>
                <a:spcPts val="601"/>
              </a:spcBef>
            </a:pPr>
            <a:endParaRPr b="0" lang="fr-FR" sz="1050" spc="-1" strike="noStrike">
              <a:solidFill>
                <a:srgbClr val="000000"/>
              </a:solidFill>
              <a:uFill>
                <a:solidFill>
                  <a:srgbClr val="ffffff"/>
                </a:solidFill>
              </a:uFill>
              <a:latin typeface="Arial"/>
            </a:endParaRPr>
          </a:p>
        </p:txBody>
      </p:sp>
      <p:graphicFrame>
        <p:nvGraphicFramePr>
          <p:cNvPr id="381" name="Table 3"/>
          <p:cNvGraphicFramePr/>
          <p:nvPr/>
        </p:nvGraphicFramePr>
        <p:xfrm>
          <a:off x="-12960" y="6426000"/>
          <a:ext cx="9252000" cy="863640"/>
        </p:xfrm>
        <a:graphic>
          <a:graphicData uri="http://schemas.openxmlformats.org/drawingml/2006/table">
            <a:tbl>
              <a:tblPr/>
              <a:tblGrid>
                <a:gridCol w="7369200"/>
                <a:gridCol w="1883160"/>
              </a:tblGrid>
              <a:tr h="864000">
                <a:tc>
                  <a:txBody>
                    <a:bodyPr lIns="45720" rIns="45720"/>
                    <a:p>
                      <a:pPr algn="just">
                        <a:lnSpc>
                          <a:spcPct val="100000"/>
                        </a:lnSpc>
                      </a:pPr>
                      <a:r>
                        <a:rPr b="1" lang="fr-FR" sz="1100" spc="-1" strike="noStrike">
                          <a:solidFill>
                            <a:srgbClr val="ffffff"/>
                          </a:solidFill>
                          <a:uFill>
                            <a:solidFill>
                              <a:srgbClr val="ffffff"/>
                            </a:solidFill>
                          </a:uFill>
                          <a:latin typeface="Arial"/>
                          <a:ea typeface="Arial"/>
                        </a:rPr>
                        <a:t> </a:t>
                      </a:r>
                      <a:endParaRPr b="0" lang="fr-FR" sz="1100" spc="-1" strike="noStrike">
                        <a:solidFill>
                          <a:srgbClr val="000000"/>
                        </a:solidFill>
                        <a:uFill>
                          <a:solidFill>
                            <a:srgbClr val="ffffff"/>
                          </a:solidFill>
                        </a:uFill>
                        <a:latin typeface="Arial"/>
                      </a:endParaRPr>
                    </a:p>
                  </a:txBody>
                  <a:tcPr marL="45720" marR="45720">
                    <a:lnL w="12240">
                      <a:solidFill>
                        <a:srgbClr val="000000"/>
                      </a:solidFill>
                    </a:lnL>
                    <a:lnR w="12240">
                      <a:solidFill>
                        <a:srgbClr val="000000"/>
                      </a:solidFill>
                    </a:lnR>
                    <a:lnT w="12240">
                      <a:solidFill>
                        <a:srgbClr val="000000"/>
                      </a:solidFill>
                    </a:lnT>
                    <a:lnB w="12240">
                      <a:solidFill>
                        <a:srgbClr val="000000"/>
                      </a:solidFill>
                    </a:lnB>
                    <a:solidFill>
                      <a:srgbClr val="ce0f69"/>
                    </a:solidFill>
                  </a:tcPr>
                </a:tc>
                <a:tc>
                  <a:txBody>
                    <a:bodyPr lIns="45720" rIns="45720"/>
                    <a:p>
                      <a:pPr algn="just">
                        <a:lnSpc>
                          <a:spcPct val="100000"/>
                        </a:lnSpc>
                      </a:pPr>
                      <a:r>
                        <a:rPr b="1" lang="fr-FR" sz="1100" spc="-1" strike="noStrike">
                          <a:solidFill>
                            <a:srgbClr val="ffffff"/>
                          </a:solidFill>
                          <a:uFill>
                            <a:solidFill>
                              <a:srgbClr val="ffffff"/>
                            </a:solidFill>
                          </a:uFill>
                          <a:latin typeface="Arial"/>
                          <a:ea typeface="Arial"/>
                        </a:rPr>
                        <a:t>   </a:t>
                      </a:r>
                      <a:endParaRPr b="0" lang="fr-FR" sz="1100" spc="-1" strike="noStrike">
                        <a:solidFill>
                          <a:srgbClr val="000000"/>
                        </a:solidFill>
                        <a:uFill>
                          <a:solidFill>
                            <a:srgbClr val="ffffff"/>
                          </a:solidFill>
                        </a:uFill>
                        <a:latin typeface="Arial"/>
                      </a:endParaRPr>
                    </a:p>
                  </a:txBody>
                  <a:tcPr marL="45720" marR="45720">
                    <a:lnL w="12240">
                      <a:solidFill>
                        <a:srgbClr val="000000"/>
                      </a:solidFill>
                    </a:lnL>
                    <a:lnR w="12240">
                      <a:solidFill>
                        <a:srgbClr val="000000"/>
                      </a:solidFill>
                    </a:lnR>
                    <a:lnT w="12240">
                      <a:solidFill>
                        <a:srgbClr val="000000"/>
                      </a:solidFill>
                    </a:lnT>
                    <a:lnB w="12240">
                      <a:solidFill>
                        <a:srgbClr val="000000"/>
                      </a:solidFill>
                    </a:lnB>
                    <a:solidFill>
                      <a:srgbClr val="ce0f69"/>
                    </a:solidFill>
                  </a:tcPr>
                </a:tc>
              </a:tr>
            </a:tbl>
          </a:graphicData>
        </a:graphic>
      </p:graphicFrame>
      <p:pic>
        <p:nvPicPr>
          <p:cNvPr id="382" name="Picture 7" descr=""/>
          <p:cNvPicPr/>
          <p:nvPr/>
        </p:nvPicPr>
        <p:blipFill>
          <a:blip r:embed="rId2"/>
          <a:stretch/>
        </p:blipFill>
        <p:spPr>
          <a:xfrm>
            <a:off x="6804360" y="4238640"/>
            <a:ext cx="2016000" cy="1765080"/>
          </a:xfrm>
          <a:prstGeom prst="rect">
            <a:avLst/>
          </a:prstGeom>
          <a:ln>
            <a:noFill/>
          </a:ln>
        </p:spPr>
      </p:pic>
    </p:spTree>
  </p:cSld>
  <p:timing>
    <p:tnLst>
      <p:par>
        <p:cTn id="179" dur="indefinite" restart="never" nodeType="tmRoot">
          <p:childTnLst>
            <p:seq>
              <p:cTn id="180" dur="indefinite" nodeType="mainSeq">
                <p:childTnLst>
                  <p:par>
                    <p:cTn id="181" fill="hold">
                      <p:stCondLst>
                        <p:cond delay="0"/>
                      </p:stCondLst>
                      <p:childTnLst>
                        <p:par>
                          <p:cTn id="182" fill="hold">
                            <p:stCondLst>
                              <p:cond delay="0"/>
                            </p:stCondLst>
                            <p:childTnLst>
                              <p:par>
                                <p:cTn id="183" nodeType="afterEffect" fill="hold" presetClass="entr" presetID="1">
                                  <p:stCondLst>
                                    <p:cond delay="0"/>
                                  </p:stCondLst>
                                  <p:childTnLst>
                                    <p:set>
                                      <p:cBhvr>
                                        <p:cTn id="184" dur="1" fill="hold">
                                          <p:stCondLst>
                                            <p:cond delay="499"/>
                                          </p:stCondLst>
                                        </p:cTn>
                                        <p:tgtEl>
                                          <p:spTgt spid="382"/>
                                        </p:tgtEl>
                                        <p:attrNameLst>
                                          <p:attrName>style.visibility</p:attrName>
                                        </p:attrNameLst>
                                      </p:cBhvr>
                                      <p:to>
                                        <p:strVal val="visible"/>
                                      </p:to>
                                    </p:set>
                                  </p:childTnLst>
                                </p:cTn>
                              </p:par>
                            </p:childTnLst>
                          </p:cTn>
                        </p:par>
                      </p:childTnLst>
                    </p:cTn>
                  </p:par>
                </p:childTnLst>
              </p:cTn>
              <p:prevCondLst>
                <p:cond delay="0" evt="onPrev">
                  <p:tgtEl>
                    <p:sldTgt/>
                  </p:tgtEl>
                </p:cond>
              </p:prevCondLst>
              <p:nextCondLst>
                <p:cond delay="0" evt="onNext">
                  <p:tgtEl>
                    <p:sldTgt/>
                  </p:tgtEl>
                </p:cond>
              </p:nextCondLst>
            </p:seq>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3" name="CustomShape 1"/>
          <p:cNvSpPr/>
          <p:nvPr/>
        </p:nvSpPr>
        <p:spPr>
          <a:xfrm>
            <a:off x="338040" y="-243360"/>
            <a:ext cx="8712720" cy="1217880"/>
          </a:xfrm>
          <a:prstGeom prst="rect">
            <a:avLst/>
          </a:prstGeom>
          <a:noFill/>
          <a:ln>
            <a:noFill/>
          </a:ln>
        </p:spPr>
        <p:style>
          <a:lnRef idx="0"/>
          <a:fillRef idx="0"/>
          <a:effectRef idx="0"/>
          <a:fontRef idx="minor"/>
        </p:style>
        <p:txBody>
          <a:bodyPr lIns="90000" rIns="90000" tIns="45000" bIns="45000"/>
          <a:p>
            <a:pPr>
              <a:lnSpc>
                <a:spcPct val="100000"/>
              </a:lnSpc>
            </a:pPr>
            <a:endParaRPr b="0" lang="fr-FR" sz="1800" spc="-1" strike="noStrike">
              <a:solidFill>
                <a:srgbClr val="000000"/>
              </a:solidFill>
              <a:uFill>
                <a:solidFill>
                  <a:srgbClr val="ffffff"/>
                </a:solidFill>
              </a:uFill>
              <a:latin typeface="Arial"/>
            </a:endParaRPr>
          </a:p>
          <a:p>
            <a:pPr>
              <a:lnSpc>
                <a:spcPct val="100000"/>
              </a:lnSpc>
            </a:pPr>
            <a:r>
              <a:rPr b="1" lang="fr-FR" sz="2800" spc="-1" strike="noStrike">
                <a:solidFill>
                  <a:srgbClr val="ce0f69"/>
                </a:solidFill>
                <a:uFill>
                  <a:solidFill>
                    <a:srgbClr val="ffffff"/>
                  </a:solidFill>
                </a:uFill>
                <a:latin typeface="Arial"/>
              </a:rPr>
              <a:t>Une création d’entreprise, </a:t>
            </a:r>
            <a:r>
              <a:rPr b="1" lang="fr-FR" sz="2800" spc="-1" strike="noStrike" u="sng">
                <a:solidFill>
                  <a:srgbClr val="ce0f69"/>
                </a:solidFill>
                <a:uFill>
                  <a:solidFill>
                    <a:srgbClr val="ffffff"/>
                  </a:solidFill>
                </a:uFill>
                <a:latin typeface="Arial"/>
              </a:rPr>
              <a:t>c’est d’abord </a:t>
            </a:r>
            <a:r>
              <a:rPr b="1" lang="fr-FR" sz="2800" spc="-1" strike="noStrike">
                <a:solidFill>
                  <a:srgbClr val="ce0f69"/>
                </a:solidFill>
                <a:uFill>
                  <a:solidFill>
                    <a:srgbClr val="ffffff"/>
                  </a:solidFill>
                </a:uFill>
                <a:latin typeface="Arial"/>
              </a:rPr>
              <a:t>une idée qu’il convient de définir et d’écrire …</a:t>
            </a:r>
            <a:endParaRPr b="0" lang="fr-FR" sz="2800" spc="-1" strike="noStrike">
              <a:solidFill>
                <a:srgbClr val="000000"/>
              </a:solidFill>
              <a:uFill>
                <a:solidFill>
                  <a:srgbClr val="ffffff"/>
                </a:solidFill>
              </a:uFill>
              <a:latin typeface="Arial"/>
            </a:endParaRPr>
          </a:p>
        </p:txBody>
      </p:sp>
      <p:pic>
        <p:nvPicPr>
          <p:cNvPr id="384" name="Image 1" descr=""/>
          <p:cNvPicPr/>
          <p:nvPr/>
        </p:nvPicPr>
        <p:blipFill>
          <a:blip r:embed="rId1"/>
          <a:stretch/>
        </p:blipFill>
        <p:spPr>
          <a:xfrm>
            <a:off x="126000" y="1248480"/>
            <a:ext cx="963720" cy="963720"/>
          </a:xfrm>
          <a:prstGeom prst="rect">
            <a:avLst/>
          </a:prstGeom>
          <a:ln>
            <a:noFill/>
          </a:ln>
        </p:spPr>
      </p:pic>
      <p:sp>
        <p:nvSpPr>
          <p:cNvPr id="385" name="CustomShape 2"/>
          <p:cNvSpPr/>
          <p:nvPr/>
        </p:nvSpPr>
        <p:spPr>
          <a:xfrm>
            <a:off x="827640" y="5517360"/>
            <a:ext cx="8568720" cy="1800000"/>
          </a:xfrm>
          <a:prstGeom prst="rect">
            <a:avLst/>
          </a:prstGeom>
          <a:noFill/>
          <a:ln>
            <a:noFill/>
          </a:ln>
        </p:spPr>
        <p:style>
          <a:lnRef idx="0"/>
          <a:fillRef idx="0"/>
          <a:effectRef idx="0"/>
          <a:fontRef idx="minor"/>
        </p:style>
        <p:txBody>
          <a:bodyPr>
            <a:normAutofit/>
          </a:bodyPr>
          <a:p>
            <a:pPr>
              <a:lnSpc>
                <a:spcPct val="100000"/>
              </a:lnSpc>
              <a:spcBef>
                <a:spcPts val="439"/>
              </a:spcBef>
            </a:pPr>
            <a:r>
              <a:rPr b="0" lang="fr-FR" sz="2200" spc="-1" strike="noStrike">
                <a:solidFill>
                  <a:srgbClr val="ce0f69"/>
                </a:solidFill>
                <a:uFill>
                  <a:solidFill>
                    <a:srgbClr val="ffffff"/>
                  </a:solidFill>
                </a:uFill>
                <a:latin typeface="Arial"/>
              </a:rPr>
              <a:t>Il n’y a pas de bonnes ou de mauvaises idées, mais des idées qui correspondent à un besoin du marché.</a:t>
            </a:r>
            <a:br/>
            <a:r>
              <a:rPr b="1" lang="fr-FR" sz="2200" spc="-1" strike="noStrike">
                <a:solidFill>
                  <a:srgbClr val="000000"/>
                </a:solidFill>
                <a:uFill>
                  <a:solidFill>
                    <a:srgbClr val="ffffff"/>
                  </a:solidFill>
                </a:uFill>
                <a:latin typeface="Arial"/>
              </a:rPr>
              <a:t> </a:t>
            </a:r>
            <a:endParaRPr b="0" lang="fr-FR" sz="2200" spc="-1" strike="noStrike">
              <a:solidFill>
                <a:srgbClr val="000000"/>
              </a:solidFill>
              <a:uFill>
                <a:solidFill>
                  <a:srgbClr val="ffffff"/>
                </a:solidFill>
              </a:uFill>
              <a:latin typeface="Arial"/>
            </a:endParaRPr>
          </a:p>
          <a:p>
            <a:pPr>
              <a:lnSpc>
                <a:spcPct val="100000"/>
              </a:lnSpc>
              <a:spcBef>
                <a:spcPts val="439"/>
              </a:spcBef>
            </a:pPr>
            <a:r>
              <a:rPr b="1" lang="fr-FR" sz="2200" spc="-1" strike="noStrike">
                <a:solidFill>
                  <a:srgbClr val="000000"/>
                </a:solidFill>
                <a:uFill>
                  <a:solidFill>
                    <a:srgbClr val="ffffff"/>
                  </a:solidFill>
                </a:uFill>
                <a:latin typeface="Arial"/>
              </a:rPr>
              <a:t>   </a:t>
            </a:r>
            <a:endParaRPr b="0" lang="fr-FR" sz="2200" spc="-1" strike="noStrike">
              <a:solidFill>
                <a:srgbClr val="000000"/>
              </a:solidFill>
              <a:uFill>
                <a:solidFill>
                  <a:srgbClr val="ffffff"/>
                </a:solidFill>
              </a:uFill>
              <a:latin typeface="Arial"/>
            </a:endParaRPr>
          </a:p>
          <a:p>
            <a:pPr>
              <a:lnSpc>
                <a:spcPct val="100000"/>
              </a:lnSpc>
              <a:spcBef>
                <a:spcPts val="439"/>
              </a:spcBef>
            </a:pPr>
            <a:endParaRPr b="0" lang="fr-FR" sz="2200" spc="-1" strike="noStrike">
              <a:solidFill>
                <a:srgbClr val="000000"/>
              </a:solidFill>
              <a:uFill>
                <a:solidFill>
                  <a:srgbClr val="ffffff"/>
                </a:solidFill>
              </a:uFill>
              <a:latin typeface="Arial"/>
            </a:endParaRPr>
          </a:p>
        </p:txBody>
      </p:sp>
      <p:graphicFrame>
        <p:nvGraphicFramePr>
          <p:cNvPr id="386" name="Table 3"/>
          <p:cNvGraphicFramePr/>
          <p:nvPr/>
        </p:nvGraphicFramePr>
        <p:xfrm>
          <a:off x="3960" y="6795000"/>
          <a:ext cx="9143280" cy="514080"/>
        </p:xfrm>
        <a:graphic>
          <a:graphicData uri="http://schemas.openxmlformats.org/drawingml/2006/table">
            <a:tbl>
              <a:tblPr/>
              <a:tblGrid>
                <a:gridCol w="7282440"/>
                <a:gridCol w="1861200"/>
              </a:tblGrid>
              <a:tr h="514440">
                <a:tc>
                  <a:txBody>
                    <a:bodyPr lIns="45720" rIns="45720"/>
                    <a:p>
                      <a:pPr algn="just">
                        <a:lnSpc>
                          <a:spcPct val="100000"/>
                        </a:lnSpc>
                      </a:pPr>
                      <a:r>
                        <a:rPr b="1" lang="fr-FR" sz="1100" spc="-1" strike="noStrike">
                          <a:solidFill>
                            <a:srgbClr val="ffffff"/>
                          </a:solidFill>
                          <a:uFill>
                            <a:solidFill>
                              <a:srgbClr val="ffffff"/>
                            </a:solidFill>
                          </a:uFill>
                          <a:latin typeface="Arial"/>
                          <a:ea typeface="Arial"/>
                        </a:rPr>
                        <a:t> </a:t>
                      </a:r>
                      <a:endParaRPr b="0" lang="fr-FR" sz="1100" spc="-1" strike="noStrike">
                        <a:solidFill>
                          <a:srgbClr val="000000"/>
                        </a:solidFill>
                        <a:uFill>
                          <a:solidFill>
                            <a:srgbClr val="ffffff"/>
                          </a:solidFill>
                        </a:uFill>
                        <a:latin typeface="Arial"/>
                      </a:endParaRPr>
                    </a:p>
                  </a:txBody>
                  <a:tcPr marL="45720" marR="45720">
                    <a:lnL w="12240">
                      <a:solidFill>
                        <a:srgbClr val="000000"/>
                      </a:solidFill>
                    </a:lnL>
                    <a:lnR w="12240">
                      <a:solidFill>
                        <a:srgbClr val="000000"/>
                      </a:solidFill>
                    </a:lnR>
                    <a:lnT w="12240">
                      <a:solidFill>
                        <a:srgbClr val="000000"/>
                      </a:solidFill>
                    </a:lnT>
                    <a:lnB w="12240">
                      <a:solidFill>
                        <a:srgbClr val="000000"/>
                      </a:solidFill>
                    </a:lnB>
                    <a:solidFill>
                      <a:srgbClr val="ce0f69"/>
                    </a:solidFill>
                  </a:tcPr>
                </a:tc>
                <a:tc>
                  <a:txBody>
                    <a:bodyPr lIns="45720" rIns="45720"/>
                    <a:p>
                      <a:pPr algn="just">
                        <a:lnSpc>
                          <a:spcPct val="100000"/>
                        </a:lnSpc>
                      </a:pPr>
                      <a:r>
                        <a:rPr b="1" lang="fr-FR" sz="1100" spc="-1" strike="noStrike">
                          <a:solidFill>
                            <a:srgbClr val="ffffff"/>
                          </a:solidFill>
                          <a:uFill>
                            <a:solidFill>
                              <a:srgbClr val="ffffff"/>
                            </a:solidFill>
                          </a:uFill>
                          <a:latin typeface="Arial"/>
                          <a:ea typeface="Arial"/>
                        </a:rPr>
                        <a:t>   </a:t>
                      </a:r>
                      <a:endParaRPr b="0" lang="fr-FR" sz="1100" spc="-1" strike="noStrike">
                        <a:solidFill>
                          <a:srgbClr val="000000"/>
                        </a:solidFill>
                        <a:uFill>
                          <a:solidFill>
                            <a:srgbClr val="ffffff"/>
                          </a:solidFill>
                        </a:uFill>
                        <a:latin typeface="Arial"/>
                      </a:endParaRPr>
                    </a:p>
                  </a:txBody>
                  <a:tcPr marL="45720" marR="45720">
                    <a:lnL w="12240">
                      <a:solidFill>
                        <a:srgbClr val="000000"/>
                      </a:solidFill>
                    </a:lnL>
                    <a:lnR w="12240">
                      <a:solidFill>
                        <a:srgbClr val="000000"/>
                      </a:solidFill>
                    </a:lnR>
                    <a:lnT w="12240">
                      <a:solidFill>
                        <a:srgbClr val="000000"/>
                      </a:solidFill>
                    </a:lnT>
                    <a:lnB w="12240">
                      <a:solidFill>
                        <a:srgbClr val="000000"/>
                      </a:solidFill>
                    </a:lnB>
                    <a:solidFill>
                      <a:srgbClr val="ce0f69"/>
                    </a:solidFill>
                  </a:tcPr>
                </a:tc>
              </a:tr>
            </a:tbl>
          </a:graphicData>
        </a:graphic>
      </p:graphicFrame>
      <p:pic>
        <p:nvPicPr>
          <p:cNvPr id="387" name="Picture 2" descr=""/>
          <p:cNvPicPr/>
          <p:nvPr/>
        </p:nvPicPr>
        <p:blipFill>
          <a:blip r:embed="rId2"/>
          <a:stretch/>
        </p:blipFill>
        <p:spPr>
          <a:xfrm>
            <a:off x="1090080" y="1260000"/>
            <a:ext cx="7708680" cy="3960000"/>
          </a:xfrm>
          <a:prstGeom prst="rect">
            <a:avLst/>
          </a:prstGeom>
          <a:ln>
            <a:noFill/>
          </a:ln>
        </p:spPr>
      </p:pic>
    </p:spTree>
  </p:cSld>
  <p:timing>
    <p:tnLst>
      <p:par>
        <p:cTn id="185" dur="indefinite" restart="never" nodeType="tmRoot">
          <p:childTnLst>
            <p:seq>
              <p:cTn id="186" dur="indefinite" nodeType="mainSeq">
                <p:childTnLst>
                  <p:par>
                    <p:cTn id="187" nodeType="clickEffect" fill="hold">
                      <p:stCondLst>
                        <p:cond delay="0"/>
                      </p:stCondLst>
                      <p:childTnLst>
                        <p:par>
                          <p:cTn id="188" nodeType="withEffect" fill="hold">
                            <p:stCondLst>
                              <p:cond delay="0"/>
                            </p:stCondLst>
                            <p:childTnLst>
                              <p:par>
                                <p:cTn id="189" nodeType="withEffect" fill="hold" presetClass="entr" presetID="6" presetSubtype="16">
                                  <p:stCondLst>
                                    <p:cond delay="0"/>
                                  </p:stCondLst>
                                  <p:childTnLst>
                                    <p:set>
                                      <p:cBhvr>
                                        <p:cTn id="190" dur="1" fill="hold">
                                          <p:stCondLst>
                                            <p:cond delay="0"/>
                                          </p:stCondLst>
                                        </p:cTn>
                                        <p:tgtEl>
                                          <p:spTgt spid="383"/>
                                        </p:tgtEl>
                                        <p:attrNameLst>
                                          <p:attrName>style.visibility</p:attrName>
                                        </p:attrNameLst>
                                      </p:cBhvr>
                                      <p:to>
                                        <p:strVal val="visible"/>
                                      </p:to>
                                    </p:set>
                                    <p:animEffect filter="circle(in)" transition="out">
                                      <p:cBhvr additive="repl">
                                        <p:cTn id="191" dur="2000"/>
                                        <p:tgtEl>
                                          <p:spTgt spid="383"/>
                                        </p:tgtEl>
                                      </p:cBhvr>
                                    </p:animEffect>
                                  </p:childTnLst>
                                </p:cTn>
                              </p:par>
                            </p:childTnLst>
                          </p:cTn>
                        </p:par>
                      </p:childTnLst>
                    </p:cTn>
                  </p:par>
                </p:childTnLst>
              </p:cTn>
              <p:prevCondLst>
                <p:cond delay="0" evt="onPrev">
                  <p:tgtEl>
                    <p:sldTgt/>
                  </p:tgtEl>
                </p:cond>
              </p:prevCondLst>
              <p:nextCondLst>
                <p:cond delay="0" evt="onNext">
                  <p:tgtEl>
                    <p:sldTgt/>
                  </p:tgtEl>
                </p:cond>
              </p:nextCondLst>
            </p:seq>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88" name="Image 6" descr=""/>
          <p:cNvPicPr/>
          <p:nvPr/>
        </p:nvPicPr>
        <p:blipFill>
          <a:blip r:embed="rId1"/>
          <a:stretch/>
        </p:blipFill>
        <p:spPr>
          <a:xfrm>
            <a:off x="7229160" y="2783160"/>
            <a:ext cx="1735560" cy="1055880"/>
          </a:xfrm>
          <a:prstGeom prst="rect">
            <a:avLst/>
          </a:prstGeom>
          <a:ln>
            <a:noFill/>
          </a:ln>
        </p:spPr>
      </p:pic>
      <p:sp>
        <p:nvSpPr>
          <p:cNvPr id="389" name="TextShape 1"/>
          <p:cNvSpPr txBox="1"/>
          <p:nvPr/>
        </p:nvSpPr>
        <p:spPr>
          <a:xfrm>
            <a:off x="683640" y="351360"/>
            <a:ext cx="8352720" cy="6214320"/>
          </a:xfrm>
          <a:prstGeom prst="rect">
            <a:avLst/>
          </a:prstGeom>
          <a:noFill/>
          <a:ln>
            <a:noFill/>
          </a:ln>
        </p:spPr>
        <p:txBody>
          <a:bodyPr>
            <a:normAutofit/>
          </a:bodyPr>
          <a:p>
            <a:pPr>
              <a:lnSpc>
                <a:spcPct val="100000"/>
              </a:lnSpc>
              <a:spcBef>
                <a:spcPts val="601"/>
              </a:spcBef>
            </a:pPr>
            <a:r>
              <a:rPr b="1" lang="fr-FR" sz="5100" spc="-1" strike="noStrike">
                <a:solidFill>
                  <a:srgbClr val="ce0f69"/>
                </a:solidFill>
                <a:uFill>
                  <a:solidFill>
                    <a:srgbClr val="ffffff"/>
                  </a:solidFill>
                </a:uFill>
                <a:latin typeface="Arial"/>
              </a:rPr>
              <a:t>L’étude commerciale du projet et sa faisabilité économique</a:t>
            </a:r>
            <a:endParaRPr b="0" lang="fr-FR" sz="5100" spc="-1" strike="noStrike">
              <a:solidFill>
                <a:srgbClr val="000000"/>
              </a:solidFill>
              <a:uFill>
                <a:solidFill>
                  <a:srgbClr val="ffffff"/>
                </a:solidFill>
              </a:uFill>
              <a:latin typeface="Calibri"/>
            </a:endParaRPr>
          </a:p>
          <a:p>
            <a:pPr>
              <a:lnSpc>
                <a:spcPct val="90000"/>
              </a:lnSpc>
              <a:spcBef>
                <a:spcPts val="499"/>
              </a:spcBef>
            </a:pPr>
            <a:endParaRPr b="0" lang="fr-FR" sz="5100" spc="-1" strike="noStrike">
              <a:solidFill>
                <a:srgbClr val="000000"/>
              </a:solidFill>
              <a:uFill>
                <a:solidFill>
                  <a:srgbClr val="ffffff"/>
                </a:solidFill>
              </a:uFill>
              <a:latin typeface="Calibri"/>
            </a:endParaRPr>
          </a:p>
          <a:p>
            <a:pPr>
              <a:lnSpc>
                <a:spcPct val="90000"/>
              </a:lnSpc>
              <a:spcBef>
                <a:spcPts val="499"/>
              </a:spcBef>
            </a:pPr>
            <a:r>
              <a:rPr b="1" lang="fr-FR" sz="3600" spc="-1" strike="noStrike">
                <a:solidFill>
                  <a:srgbClr val="84329b"/>
                </a:solidFill>
                <a:uFill>
                  <a:solidFill>
                    <a:srgbClr val="ffffff"/>
                  </a:solidFill>
                </a:uFill>
                <a:latin typeface="Arial"/>
              </a:rPr>
              <a:t>L’analyse du marché vise à identifier  : </a:t>
            </a:r>
            <a:endParaRPr b="0" lang="fr-FR" sz="3600" spc="-1" strike="noStrike">
              <a:solidFill>
                <a:srgbClr val="000000"/>
              </a:solidFill>
              <a:uFill>
                <a:solidFill>
                  <a:srgbClr val="ffffff"/>
                </a:solidFill>
              </a:uFill>
              <a:latin typeface="Calibri"/>
            </a:endParaRPr>
          </a:p>
          <a:p>
            <a:pPr marL="343080" indent="-342720">
              <a:lnSpc>
                <a:spcPct val="90000"/>
              </a:lnSpc>
              <a:spcBef>
                <a:spcPts val="499"/>
              </a:spcBef>
              <a:buClr>
                <a:srgbClr val="84329b"/>
              </a:buClr>
              <a:buFont typeface="Arial"/>
              <a:buChar char="•"/>
            </a:pPr>
            <a:r>
              <a:rPr b="0" lang="fr-FR" sz="3600" spc="-1" strike="noStrike">
                <a:solidFill>
                  <a:srgbClr val="84329b"/>
                </a:solidFill>
                <a:uFill>
                  <a:solidFill>
                    <a:srgbClr val="ffffff"/>
                  </a:solidFill>
                </a:uFill>
                <a:latin typeface="Arial"/>
              </a:rPr>
              <a:t>L’environnement (géographique,culturel,  économique, écologique...)</a:t>
            </a:r>
            <a:endParaRPr b="0" lang="fr-FR" sz="3600" spc="-1" strike="noStrike">
              <a:solidFill>
                <a:srgbClr val="000000"/>
              </a:solidFill>
              <a:uFill>
                <a:solidFill>
                  <a:srgbClr val="ffffff"/>
                </a:solidFill>
              </a:uFill>
              <a:latin typeface="Calibri"/>
            </a:endParaRPr>
          </a:p>
          <a:p>
            <a:pPr marL="343080" indent="-342720">
              <a:lnSpc>
                <a:spcPct val="90000"/>
              </a:lnSpc>
              <a:spcBef>
                <a:spcPts val="499"/>
              </a:spcBef>
              <a:buClr>
                <a:srgbClr val="84329b"/>
              </a:buClr>
              <a:buFont typeface="Arial"/>
              <a:buChar char="•"/>
            </a:pPr>
            <a:r>
              <a:rPr b="0" lang="fr-FR" sz="3600" spc="-1" strike="noStrike">
                <a:solidFill>
                  <a:srgbClr val="84329b"/>
                </a:solidFill>
                <a:uFill>
                  <a:solidFill>
                    <a:srgbClr val="ffffff"/>
                  </a:solidFill>
                </a:uFill>
                <a:latin typeface="Arial"/>
              </a:rPr>
              <a:t>La demande (clients, prescripteurs, attentes...)</a:t>
            </a:r>
            <a:endParaRPr b="0" lang="fr-FR" sz="3600" spc="-1" strike="noStrike">
              <a:solidFill>
                <a:srgbClr val="000000"/>
              </a:solidFill>
              <a:uFill>
                <a:solidFill>
                  <a:srgbClr val="ffffff"/>
                </a:solidFill>
              </a:uFill>
              <a:latin typeface="Calibri"/>
            </a:endParaRPr>
          </a:p>
          <a:p>
            <a:pPr marL="343080" indent="-342720">
              <a:lnSpc>
                <a:spcPct val="90000"/>
              </a:lnSpc>
              <a:spcBef>
                <a:spcPts val="499"/>
              </a:spcBef>
              <a:buClr>
                <a:srgbClr val="84329b"/>
              </a:buClr>
              <a:buFont typeface="Arial"/>
              <a:buChar char="•"/>
            </a:pPr>
            <a:r>
              <a:rPr b="0" lang="fr-FR" sz="3600" spc="-1" strike="noStrike">
                <a:solidFill>
                  <a:srgbClr val="84329b"/>
                </a:solidFill>
                <a:uFill>
                  <a:solidFill>
                    <a:srgbClr val="ffffff"/>
                  </a:solidFill>
                </a:uFill>
                <a:latin typeface="Arial"/>
              </a:rPr>
              <a:t>L’offre (concurrents, fournisseurs)</a:t>
            </a:r>
            <a:endParaRPr b="0" lang="fr-FR" sz="3600" spc="-1" strike="noStrike">
              <a:solidFill>
                <a:srgbClr val="000000"/>
              </a:solidFill>
              <a:uFill>
                <a:solidFill>
                  <a:srgbClr val="ffffff"/>
                </a:solidFill>
              </a:uFill>
              <a:latin typeface="Calibri"/>
            </a:endParaRPr>
          </a:p>
          <a:p>
            <a:pPr>
              <a:lnSpc>
                <a:spcPct val="100000"/>
              </a:lnSpc>
              <a:spcBef>
                <a:spcPts val="601"/>
              </a:spcBef>
            </a:pPr>
            <a:endParaRPr b="0" lang="fr-FR" sz="3600" spc="-1" strike="noStrike">
              <a:solidFill>
                <a:srgbClr val="000000"/>
              </a:solidFill>
              <a:uFill>
                <a:solidFill>
                  <a:srgbClr val="ffffff"/>
                </a:solidFill>
              </a:uFill>
              <a:latin typeface="Calibri"/>
            </a:endParaRPr>
          </a:p>
          <a:p>
            <a:pPr>
              <a:lnSpc>
                <a:spcPct val="100000"/>
              </a:lnSpc>
              <a:spcBef>
                <a:spcPts val="601"/>
              </a:spcBef>
            </a:pPr>
            <a:r>
              <a:rPr b="1" lang="fr-FR" sz="3600" spc="-1" strike="noStrike">
                <a:solidFill>
                  <a:srgbClr val="84329b"/>
                </a:solidFill>
                <a:uFill>
                  <a:solidFill>
                    <a:srgbClr val="ffffff"/>
                  </a:solidFill>
                </a:uFill>
                <a:latin typeface="Arial"/>
              </a:rPr>
              <a:t>Les objectifs de l’approche du marché sont : </a:t>
            </a:r>
            <a:endParaRPr b="0" lang="fr-FR" sz="3600" spc="-1" strike="noStrike">
              <a:solidFill>
                <a:srgbClr val="000000"/>
              </a:solidFill>
              <a:uFill>
                <a:solidFill>
                  <a:srgbClr val="ffffff"/>
                </a:solidFill>
              </a:uFill>
              <a:latin typeface="Calibri"/>
            </a:endParaRPr>
          </a:p>
          <a:p>
            <a:pPr marL="343080" indent="-342720">
              <a:lnSpc>
                <a:spcPct val="100000"/>
              </a:lnSpc>
              <a:spcBef>
                <a:spcPts val="601"/>
              </a:spcBef>
              <a:buClr>
                <a:srgbClr val="84329b"/>
              </a:buClr>
              <a:buFont typeface="Arial"/>
              <a:buChar char="•"/>
            </a:pPr>
            <a:r>
              <a:rPr b="0" lang="fr-FR" sz="3600" spc="-1" strike="noStrike">
                <a:solidFill>
                  <a:srgbClr val="84329b"/>
                </a:solidFill>
                <a:uFill>
                  <a:solidFill>
                    <a:srgbClr val="ffffff"/>
                  </a:solidFill>
                </a:uFill>
                <a:latin typeface="Arial"/>
              </a:rPr>
              <a:t>De valider l’existence du marché</a:t>
            </a:r>
            <a:endParaRPr b="0" lang="fr-FR" sz="3600" spc="-1" strike="noStrike">
              <a:solidFill>
                <a:srgbClr val="000000"/>
              </a:solidFill>
              <a:uFill>
                <a:solidFill>
                  <a:srgbClr val="ffffff"/>
                </a:solidFill>
              </a:uFill>
              <a:latin typeface="Calibri"/>
            </a:endParaRPr>
          </a:p>
          <a:p>
            <a:pPr marL="343080" indent="-342720">
              <a:lnSpc>
                <a:spcPct val="100000"/>
              </a:lnSpc>
              <a:spcBef>
                <a:spcPts val="601"/>
              </a:spcBef>
              <a:buClr>
                <a:srgbClr val="84329b"/>
              </a:buClr>
              <a:buFont typeface="Arial"/>
              <a:buChar char="•"/>
            </a:pPr>
            <a:r>
              <a:rPr b="0" lang="fr-FR" sz="3600" spc="-1" strike="noStrike">
                <a:solidFill>
                  <a:srgbClr val="84329b"/>
                </a:solidFill>
                <a:uFill>
                  <a:solidFill>
                    <a:srgbClr val="ffffff"/>
                  </a:solidFill>
                </a:uFill>
                <a:latin typeface="Arial"/>
              </a:rPr>
              <a:t>D’estimer un chiffre d’affaires potentiel</a:t>
            </a:r>
            <a:endParaRPr b="0" lang="fr-FR" sz="3600" spc="-1" strike="noStrike">
              <a:solidFill>
                <a:srgbClr val="000000"/>
              </a:solidFill>
              <a:uFill>
                <a:solidFill>
                  <a:srgbClr val="ffffff"/>
                </a:solidFill>
              </a:uFill>
              <a:latin typeface="Calibri"/>
            </a:endParaRPr>
          </a:p>
          <a:p>
            <a:pPr marL="343080" indent="-342720">
              <a:lnSpc>
                <a:spcPct val="100000"/>
              </a:lnSpc>
              <a:spcBef>
                <a:spcPts val="601"/>
              </a:spcBef>
              <a:buClr>
                <a:srgbClr val="84329b"/>
              </a:buClr>
              <a:buFont typeface="Arial"/>
              <a:buChar char="•"/>
            </a:pPr>
            <a:r>
              <a:rPr b="0" lang="fr-FR" sz="3600" spc="-1" strike="noStrike">
                <a:solidFill>
                  <a:srgbClr val="84329b"/>
                </a:solidFill>
                <a:uFill>
                  <a:solidFill>
                    <a:srgbClr val="ffffff"/>
                  </a:solidFill>
                </a:uFill>
                <a:latin typeface="Arial"/>
              </a:rPr>
              <a:t>De définir sa politique commerciale et son positionnement </a:t>
            </a:r>
            <a:endParaRPr b="0" lang="fr-FR" sz="3600" spc="-1" strike="noStrike">
              <a:solidFill>
                <a:srgbClr val="000000"/>
              </a:solidFill>
              <a:uFill>
                <a:solidFill>
                  <a:srgbClr val="ffffff"/>
                </a:solidFill>
              </a:uFill>
              <a:latin typeface="Calibri"/>
            </a:endParaRPr>
          </a:p>
          <a:p>
            <a:pPr>
              <a:lnSpc>
                <a:spcPct val="100000"/>
              </a:lnSpc>
              <a:spcBef>
                <a:spcPts val="601"/>
              </a:spcBef>
            </a:pPr>
            <a:endParaRPr b="0" lang="fr-FR" sz="3600" spc="-1" strike="noStrike">
              <a:solidFill>
                <a:srgbClr val="000000"/>
              </a:solidFill>
              <a:uFill>
                <a:solidFill>
                  <a:srgbClr val="ffffff"/>
                </a:solidFill>
              </a:uFill>
              <a:latin typeface="Calibri"/>
            </a:endParaRPr>
          </a:p>
          <a:p>
            <a:pPr>
              <a:lnSpc>
                <a:spcPct val="100000"/>
              </a:lnSpc>
              <a:spcBef>
                <a:spcPts val="601"/>
              </a:spcBef>
            </a:pPr>
            <a:r>
              <a:rPr b="1" lang="fr-FR" sz="3600" spc="-1" strike="noStrike">
                <a:solidFill>
                  <a:srgbClr val="84329b"/>
                </a:solidFill>
                <a:uFill>
                  <a:solidFill>
                    <a:srgbClr val="ffffff"/>
                  </a:solidFill>
                </a:uFill>
                <a:latin typeface="Arial"/>
              </a:rPr>
              <a:t>La méthode  : </a:t>
            </a:r>
            <a:endParaRPr b="0" lang="fr-FR" sz="3600" spc="-1" strike="noStrike">
              <a:solidFill>
                <a:srgbClr val="000000"/>
              </a:solidFill>
              <a:uFill>
                <a:solidFill>
                  <a:srgbClr val="ffffff"/>
                </a:solidFill>
              </a:uFill>
              <a:latin typeface="Calibri"/>
            </a:endParaRPr>
          </a:p>
          <a:p>
            <a:pPr marL="343080" indent="-342720">
              <a:lnSpc>
                <a:spcPct val="100000"/>
              </a:lnSpc>
              <a:spcBef>
                <a:spcPts val="601"/>
              </a:spcBef>
              <a:buClr>
                <a:srgbClr val="84329b"/>
              </a:buClr>
              <a:buFont typeface="Arial"/>
              <a:buChar char="•"/>
            </a:pPr>
            <a:r>
              <a:rPr b="0" lang="fr-FR" sz="3600" spc="-1" strike="noStrike">
                <a:solidFill>
                  <a:srgbClr val="84329b"/>
                </a:solidFill>
                <a:uFill>
                  <a:solidFill>
                    <a:srgbClr val="ffffff"/>
                  </a:solidFill>
                </a:uFill>
                <a:latin typeface="Arial"/>
              </a:rPr>
              <a:t>L’étude documentaire  (fiche AFE, tendances du marché, chiffres clés, </a:t>
            </a:r>
            <a:endParaRPr b="0" lang="fr-FR" sz="3600" spc="-1" strike="noStrike">
              <a:solidFill>
                <a:srgbClr val="000000"/>
              </a:solidFill>
              <a:uFill>
                <a:solidFill>
                  <a:srgbClr val="ffffff"/>
                </a:solidFill>
              </a:uFill>
              <a:latin typeface="Calibri"/>
            </a:endParaRPr>
          </a:p>
          <a:p>
            <a:pPr>
              <a:lnSpc>
                <a:spcPct val="100000"/>
              </a:lnSpc>
              <a:spcBef>
                <a:spcPts val="601"/>
              </a:spcBef>
            </a:pPr>
            <a:r>
              <a:rPr b="0" lang="fr-FR" sz="3600" spc="-1" strike="noStrike">
                <a:solidFill>
                  <a:srgbClr val="84329b"/>
                </a:solidFill>
                <a:uFill>
                  <a:solidFill>
                    <a:srgbClr val="ffffff"/>
                  </a:solidFill>
                </a:uFill>
                <a:latin typeface="Arial"/>
              </a:rPr>
              <a:t>      </a:t>
            </a:r>
            <a:r>
              <a:rPr b="0" lang="fr-FR" sz="3600" spc="-1" strike="noStrike">
                <a:solidFill>
                  <a:srgbClr val="84329b"/>
                </a:solidFill>
                <a:uFill>
                  <a:solidFill>
                    <a:srgbClr val="ffffff"/>
                  </a:solidFill>
                </a:uFill>
                <a:latin typeface="Arial"/>
              </a:rPr>
              <a:t>habitudes d’achats, paniers moyens, ratios financiers de la profession….) </a:t>
            </a:r>
            <a:endParaRPr b="0" lang="fr-FR" sz="3600" spc="-1" strike="noStrike">
              <a:solidFill>
                <a:srgbClr val="000000"/>
              </a:solidFill>
              <a:uFill>
                <a:solidFill>
                  <a:srgbClr val="ffffff"/>
                </a:solidFill>
              </a:uFill>
              <a:latin typeface="Calibri"/>
            </a:endParaRPr>
          </a:p>
          <a:p>
            <a:pPr marL="343080" indent="-342720">
              <a:lnSpc>
                <a:spcPct val="100000"/>
              </a:lnSpc>
              <a:spcBef>
                <a:spcPts val="601"/>
              </a:spcBef>
              <a:buClr>
                <a:srgbClr val="84329b"/>
              </a:buClr>
              <a:buFont typeface="Arial"/>
              <a:buChar char="•"/>
            </a:pPr>
            <a:r>
              <a:rPr b="0" lang="fr-FR" sz="3600" spc="-1" strike="noStrike">
                <a:solidFill>
                  <a:srgbClr val="84329b"/>
                </a:solidFill>
                <a:uFill>
                  <a:solidFill>
                    <a:srgbClr val="ffffff"/>
                  </a:solidFill>
                </a:uFill>
                <a:latin typeface="Arial"/>
              </a:rPr>
              <a:t>L’analyse du marché et calcul du chiffre  d’affaires potentiel</a:t>
            </a:r>
            <a:endParaRPr b="0" lang="fr-FR" sz="3600" spc="-1" strike="noStrike">
              <a:solidFill>
                <a:srgbClr val="000000"/>
              </a:solidFill>
              <a:uFill>
                <a:solidFill>
                  <a:srgbClr val="ffffff"/>
                </a:solidFill>
              </a:uFill>
              <a:latin typeface="Calibri"/>
            </a:endParaRPr>
          </a:p>
          <a:p>
            <a:pPr marL="343080" indent="-342720">
              <a:lnSpc>
                <a:spcPct val="100000"/>
              </a:lnSpc>
              <a:spcBef>
                <a:spcPts val="601"/>
              </a:spcBef>
              <a:buClr>
                <a:srgbClr val="84329b"/>
              </a:buClr>
              <a:buFont typeface="Arial"/>
              <a:buChar char="•"/>
            </a:pPr>
            <a:r>
              <a:rPr b="0" lang="fr-FR" sz="3600" spc="-1" strike="noStrike">
                <a:solidFill>
                  <a:srgbClr val="84329b"/>
                </a:solidFill>
                <a:uFill>
                  <a:solidFill>
                    <a:srgbClr val="ffffff"/>
                  </a:solidFill>
                </a:uFill>
                <a:latin typeface="Arial"/>
              </a:rPr>
              <a:t>L’étude de terrain (emplacement,  attente  des clients, concurrents, fournisseurs,…)</a:t>
            </a:r>
            <a:endParaRPr b="0" lang="fr-FR" sz="3600" spc="-1" strike="noStrike">
              <a:solidFill>
                <a:srgbClr val="000000"/>
              </a:solidFill>
              <a:uFill>
                <a:solidFill>
                  <a:srgbClr val="ffffff"/>
                </a:solidFill>
              </a:uFill>
              <a:latin typeface="Calibri"/>
            </a:endParaRPr>
          </a:p>
          <a:p>
            <a:pPr marL="343080" indent="-342720">
              <a:lnSpc>
                <a:spcPct val="100000"/>
              </a:lnSpc>
              <a:spcBef>
                <a:spcPts val="601"/>
              </a:spcBef>
              <a:buClr>
                <a:srgbClr val="84329b"/>
              </a:buClr>
              <a:buFont typeface="Arial"/>
              <a:buChar char="•"/>
            </a:pPr>
            <a:r>
              <a:rPr b="0" lang="fr-FR" sz="3600" spc="-1" strike="noStrike">
                <a:solidFill>
                  <a:srgbClr val="84329b"/>
                </a:solidFill>
                <a:uFill>
                  <a:solidFill>
                    <a:srgbClr val="ffffff"/>
                  </a:solidFill>
                </a:uFill>
                <a:latin typeface="Arial"/>
              </a:rPr>
              <a:t>Conclusion et réorientation du projet si besoin</a:t>
            </a:r>
            <a:endParaRPr b="0" lang="fr-FR" sz="3600" spc="-1" strike="noStrike">
              <a:solidFill>
                <a:srgbClr val="000000"/>
              </a:solidFill>
              <a:uFill>
                <a:solidFill>
                  <a:srgbClr val="ffffff"/>
                </a:solidFill>
              </a:uFill>
              <a:latin typeface="Calibri"/>
            </a:endParaRPr>
          </a:p>
          <a:p>
            <a:pPr>
              <a:lnSpc>
                <a:spcPct val="100000"/>
              </a:lnSpc>
              <a:spcBef>
                <a:spcPts val="601"/>
              </a:spcBef>
            </a:pPr>
            <a:endParaRPr b="0" lang="fr-FR" sz="3600" spc="-1" strike="noStrike">
              <a:solidFill>
                <a:srgbClr val="000000"/>
              </a:solidFill>
              <a:uFill>
                <a:solidFill>
                  <a:srgbClr val="ffffff"/>
                </a:solidFill>
              </a:uFill>
              <a:latin typeface="Calibri"/>
            </a:endParaRPr>
          </a:p>
          <a:p>
            <a:pPr>
              <a:lnSpc>
                <a:spcPct val="100000"/>
              </a:lnSpc>
              <a:spcBef>
                <a:spcPts val="601"/>
              </a:spcBef>
            </a:pPr>
            <a:endParaRPr b="0" lang="fr-FR" sz="3600" spc="-1" strike="noStrike">
              <a:solidFill>
                <a:srgbClr val="000000"/>
              </a:solidFill>
              <a:uFill>
                <a:solidFill>
                  <a:srgbClr val="ffffff"/>
                </a:solidFill>
              </a:uFill>
              <a:latin typeface="Calibri"/>
            </a:endParaRPr>
          </a:p>
          <a:p>
            <a:pPr>
              <a:lnSpc>
                <a:spcPct val="100000"/>
              </a:lnSpc>
              <a:spcBef>
                <a:spcPts val="641"/>
              </a:spcBef>
            </a:pPr>
            <a:endParaRPr b="0" lang="fr-FR" sz="3600" spc="-1" strike="noStrike">
              <a:solidFill>
                <a:srgbClr val="000000"/>
              </a:solidFill>
              <a:uFill>
                <a:solidFill>
                  <a:srgbClr val="ffffff"/>
                </a:solidFill>
              </a:uFill>
              <a:latin typeface="Calibri"/>
            </a:endParaRPr>
          </a:p>
        </p:txBody>
      </p:sp>
      <p:pic>
        <p:nvPicPr>
          <p:cNvPr id="390" name="Picture 4" descr=""/>
          <p:cNvPicPr/>
          <p:nvPr/>
        </p:nvPicPr>
        <p:blipFill>
          <a:blip r:embed="rId2"/>
          <a:stretch/>
        </p:blipFill>
        <p:spPr>
          <a:xfrm>
            <a:off x="8178840" y="5013000"/>
            <a:ext cx="569520" cy="1075320"/>
          </a:xfrm>
          <a:prstGeom prst="rect">
            <a:avLst/>
          </a:prstGeom>
          <a:ln>
            <a:noFill/>
          </a:ln>
        </p:spPr>
      </p:pic>
      <p:pic>
        <p:nvPicPr>
          <p:cNvPr id="391" name="table" descr=""/>
          <p:cNvPicPr/>
          <p:nvPr/>
        </p:nvPicPr>
        <p:blipFill>
          <a:blip r:embed="rId3"/>
          <a:stretch/>
        </p:blipFill>
        <p:spPr>
          <a:xfrm>
            <a:off x="0" y="6271200"/>
            <a:ext cx="9396000" cy="620280"/>
          </a:xfrm>
          <a:prstGeom prst="rect">
            <a:avLst/>
          </a:prstGeom>
          <a:ln>
            <a:noFill/>
          </a:ln>
        </p:spPr>
      </p:pic>
      <p:pic>
        <p:nvPicPr>
          <p:cNvPr id="392" name="Image 5" descr=""/>
          <p:cNvPicPr/>
          <p:nvPr/>
        </p:nvPicPr>
        <p:blipFill>
          <a:blip r:embed="rId4"/>
          <a:stretch/>
        </p:blipFill>
        <p:spPr>
          <a:xfrm>
            <a:off x="6455880" y="1926720"/>
            <a:ext cx="1488600" cy="1003320"/>
          </a:xfrm>
          <a:prstGeom prst="rect">
            <a:avLst/>
          </a:prstGeom>
          <a:ln>
            <a:noFill/>
          </a:ln>
        </p:spPr>
      </p:pic>
    </p:spTree>
  </p:cSld>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3" name="TextShape 1"/>
          <p:cNvSpPr txBox="1"/>
          <p:nvPr/>
        </p:nvSpPr>
        <p:spPr>
          <a:xfrm>
            <a:off x="453240" y="0"/>
            <a:ext cx="8648280" cy="6338880"/>
          </a:xfrm>
          <a:prstGeom prst="rect">
            <a:avLst/>
          </a:prstGeom>
          <a:noFill/>
          <a:ln>
            <a:noFill/>
          </a:ln>
        </p:spPr>
        <p:txBody>
          <a:bodyPr>
            <a:normAutofit/>
          </a:bodyPr>
          <a:p>
            <a:pPr>
              <a:lnSpc>
                <a:spcPct val="100000"/>
              </a:lnSpc>
              <a:spcBef>
                <a:spcPts val="601"/>
              </a:spcBef>
            </a:pPr>
            <a:endParaRPr b="0" lang="fr-FR" sz="3200" spc="-1" strike="noStrike">
              <a:solidFill>
                <a:srgbClr val="000000"/>
              </a:solidFill>
              <a:uFill>
                <a:solidFill>
                  <a:srgbClr val="ffffff"/>
                </a:solidFill>
              </a:uFill>
              <a:latin typeface="Calibri"/>
            </a:endParaRPr>
          </a:p>
          <a:p>
            <a:pPr>
              <a:lnSpc>
                <a:spcPct val="100000"/>
              </a:lnSpc>
              <a:spcBef>
                <a:spcPts val="601"/>
              </a:spcBef>
            </a:pPr>
            <a:r>
              <a:rPr b="1" lang="fr-FR" sz="5100" spc="-1" strike="noStrike">
                <a:solidFill>
                  <a:srgbClr val="ce0f69"/>
                </a:solidFill>
                <a:uFill>
                  <a:solidFill>
                    <a:srgbClr val="ffffff"/>
                  </a:solidFill>
                </a:uFill>
                <a:latin typeface="Arial"/>
              </a:rPr>
              <a:t>L’étude juridique, fiscale et sociale</a:t>
            </a:r>
            <a:endParaRPr b="0" lang="fr-FR" sz="5100" spc="-1" strike="noStrike">
              <a:solidFill>
                <a:srgbClr val="000000"/>
              </a:solidFill>
              <a:uFill>
                <a:solidFill>
                  <a:srgbClr val="ffffff"/>
                </a:solidFill>
              </a:uFill>
              <a:latin typeface="Calibri"/>
            </a:endParaRPr>
          </a:p>
          <a:p>
            <a:pPr>
              <a:lnSpc>
                <a:spcPct val="100000"/>
              </a:lnSpc>
              <a:spcBef>
                <a:spcPts val="601"/>
              </a:spcBef>
            </a:pPr>
            <a:endParaRPr b="0" lang="fr-FR" sz="5100" spc="-1" strike="noStrike">
              <a:solidFill>
                <a:srgbClr val="000000"/>
              </a:solidFill>
              <a:uFill>
                <a:solidFill>
                  <a:srgbClr val="ffffff"/>
                </a:solidFill>
              </a:uFill>
              <a:latin typeface="Calibri"/>
            </a:endParaRPr>
          </a:p>
          <a:p>
            <a:pPr>
              <a:lnSpc>
                <a:spcPct val="100000"/>
              </a:lnSpc>
              <a:spcBef>
                <a:spcPts val="601"/>
              </a:spcBef>
            </a:pPr>
            <a:r>
              <a:rPr b="1" lang="fr-FR" sz="4000" spc="-1" strike="noStrike">
                <a:solidFill>
                  <a:srgbClr val="84329b"/>
                </a:solidFill>
                <a:uFill>
                  <a:solidFill>
                    <a:srgbClr val="ffffff"/>
                  </a:solidFill>
                </a:uFill>
                <a:latin typeface="Arial"/>
              </a:rPr>
              <a:t>Choisir la forme juridique adaptée à son projet :</a:t>
            </a:r>
            <a:endParaRPr b="0" lang="fr-FR" sz="4000" spc="-1" strike="noStrike">
              <a:solidFill>
                <a:srgbClr val="000000"/>
              </a:solidFill>
              <a:uFill>
                <a:solidFill>
                  <a:srgbClr val="ffffff"/>
                </a:solidFill>
              </a:uFill>
              <a:latin typeface="Calibri"/>
            </a:endParaRPr>
          </a:p>
          <a:p>
            <a:pPr lvl="2" marL="620640" indent="-342720">
              <a:lnSpc>
                <a:spcPct val="100000"/>
              </a:lnSpc>
              <a:spcBef>
                <a:spcPts val="601"/>
              </a:spcBef>
              <a:spcAft>
                <a:spcPts val="601"/>
              </a:spcAft>
              <a:buClr>
                <a:srgbClr val="84329b"/>
              </a:buClr>
              <a:buFont typeface="Wingdings 3" charset="2"/>
              <a:buChar char=""/>
            </a:pPr>
            <a:r>
              <a:rPr b="0" lang="fr-FR" sz="4000" spc="-1" strike="noStrike">
                <a:solidFill>
                  <a:srgbClr val="84329b"/>
                </a:solidFill>
                <a:uFill>
                  <a:solidFill>
                    <a:srgbClr val="ffffff"/>
                  </a:solidFill>
                </a:uFill>
                <a:latin typeface="Arial"/>
              </a:rPr>
              <a:t>Entreprise individuelle  (dont la micro entreprise) ou en société (EURL, SARL, SAS/SASU…) ?</a:t>
            </a:r>
            <a:endParaRPr b="0" lang="fr-FR" sz="4000" spc="-1" strike="noStrike">
              <a:solidFill>
                <a:srgbClr val="000000"/>
              </a:solidFill>
              <a:uFill>
                <a:solidFill>
                  <a:srgbClr val="ffffff"/>
                </a:solidFill>
              </a:uFill>
              <a:latin typeface="Calibri"/>
            </a:endParaRPr>
          </a:p>
          <a:p>
            <a:pPr>
              <a:lnSpc>
                <a:spcPct val="100000"/>
              </a:lnSpc>
              <a:spcBef>
                <a:spcPts val="601"/>
              </a:spcBef>
              <a:spcAft>
                <a:spcPts val="601"/>
              </a:spcAft>
            </a:pPr>
            <a:r>
              <a:rPr b="1" lang="fr-FR" sz="4000" spc="-1" strike="noStrike">
                <a:solidFill>
                  <a:srgbClr val="84329b"/>
                </a:solidFill>
                <a:uFill>
                  <a:solidFill>
                    <a:srgbClr val="ffffff"/>
                  </a:solidFill>
                </a:uFill>
                <a:latin typeface="Arial"/>
              </a:rPr>
              <a:t>Choisir le régime fiscal :</a:t>
            </a:r>
            <a:endParaRPr b="0" lang="fr-FR" sz="4000" spc="-1" strike="noStrike">
              <a:solidFill>
                <a:srgbClr val="000000"/>
              </a:solidFill>
              <a:uFill>
                <a:solidFill>
                  <a:srgbClr val="ffffff"/>
                </a:solidFill>
              </a:uFill>
              <a:latin typeface="Calibri"/>
            </a:endParaRPr>
          </a:p>
          <a:p>
            <a:pPr lvl="2" marL="620640" indent="-342720">
              <a:lnSpc>
                <a:spcPct val="100000"/>
              </a:lnSpc>
              <a:spcBef>
                <a:spcPts val="601"/>
              </a:spcBef>
              <a:spcAft>
                <a:spcPts val="601"/>
              </a:spcAft>
              <a:buClr>
                <a:srgbClr val="84329b"/>
              </a:buClr>
              <a:buFont typeface="Wingdings 3" charset="2"/>
              <a:buChar char=""/>
            </a:pPr>
            <a:r>
              <a:rPr b="0" lang="fr-FR" sz="4000" spc="-1" strike="noStrike">
                <a:solidFill>
                  <a:srgbClr val="84329b"/>
                </a:solidFill>
                <a:uFill>
                  <a:solidFill>
                    <a:srgbClr val="ffffff"/>
                  </a:solidFill>
                </a:uFill>
                <a:latin typeface="Arial"/>
              </a:rPr>
              <a:t>Micro-entreprise ou réel ?</a:t>
            </a:r>
            <a:endParaRPr b="0" lang="fr-FR" sz="4000" spc="-1" strike="noStrike">
              <a:solidFill>
                <a:srgbClr val="000000"/>
              </a:solidFill>
              <a:uFill>
                <a:solidFill>
                  <a:srgbClr val="ffffff"/>
                </a:solidFill>
              </a:uFill>
              <a:latin typeface="Calibri"/>
            </a:endParaRPr>
          </a:p>
          <a:p>
            <a:pPr lvl="2" marL="620640" indent="-342720">
              <a:lnSpc>
                <a:spcPct val="100000"/>
              </a:lnSpc>
              <a:spcBef>
                <a:spcPts val="601"/>
              </a:spcBef>
              <a:spcAft>
                <a:spcPts val="601"/>
              </a:spcAft>
              <a:buClr>
                <a:srgbClr val="84329b"/>
              </a:buClr>
              <a:buFont typeface="Wingdings 3" charset="2"/>
              <a:buChar char=""/>
            </a:pPr>
            <a:r>
              <a:rPr b="0" lang="fr-FR" sz="4000" spc="-1" strike="noStrike">
                <a:solidFill>
                  <a:srgbClr val="84329b"/>
                </a:solidFill>
                <a:uFill>
                  <a:solidFill>
                    <a:srgbClr val="ffffff"/>
                  </a:solidFill>
                </a:uFill>
                <a:latin typeface="Arial"/>
              </a:rPr>
              <a:t>IR ou IS ?</a:t>
            </a:r>
            <a:endParaRPr b="0" lang="fr-FR" sz="4000" spc="-1" strike="noStrike">
              <a:solidFill>
                <a:srgbClr val="000000"/>
              </a:solidFill>
              <a:uFill>
                <a:solidFill>
                  <a:srgbClr val="ffffff"/>
                </a:solidFill>
              </a:uFill>
              <a:latin typeface="Calibri"/>
            </a:endParaRPr>
          </a:p>
          <a:p>
            <a:pPr>
              <a:lnSpc>
                <a:spcPct val="100000"/>
              </a:lnSpc>
              <a:spcBef>
                <a:spcPts val="601"/>
              </a:spcBef>
              <a:spcAft>
                <a:spcPts val="601"/>
              </a:spcAft>
            </a:pPr>
            <a:r>
              <a:rPr b="1" lang="fr-FR" sz="4000" spc="-1" strike="noStrike">
                <a:solidFill>
                  <a:srgbClr val="84329b"/>
                </a:solidFill>
                <a:uFill>
                  <a:solidFill>
                    <a:srgbClr val="ffffff"/>
                  </a:solidFill>
                </a:uFill>
                <a:latin typeface="Arial"/>
              </a:rPr>
              <a:t>Choisir le régime social : </a:t>
            </a:r>
            <a:endParaRPr b="0" lang="fr-FR" sz="4000" spc="-1" strike="noStrike">
              <a:solidFill>
                <a:srgbClr val="000000"/>
              </a:solidFill>
              <a:uFill>
                <a:solidFill>
                  <a:srgbClr val="ffffff"/>
                </a:solidFill>
              </a:uFill>
              <a:latin typeface="Calibri"/>
            </a:endParaRPr>
          </a:p>
          <a:p>
            <a:pPr lvl="2" marL="620640" indent="-342720">
              <a:lnSpc>
                <a:spcPct val="100000"/>
              </a:lnSpc>
              <a:spcBef>
                <a:spcPts val="601"/>
              </a:spcBef>
              <a:spcAft>
                <a:spcPts val="601"/>
              </a:spcAft>
              <a:buClr>
                <a:srgbClr val="84329b"/>
              </a:buClr>
              <a:buFont typeface="Wingdings 3" charset="2"/>
              <a:buChar char=""/>
            </a:pPr>
            <a:r>
              <a:rPr b="0" lang="fr-FR" sz="4000" spc="-1" strike="noStrike">
                <a:solidFill>
                  <a:srgbClr val="84329b"/>
                </a:solidFill>
                <a:uFill>
                  <a:solidFill>
                    <a:srgbClr val="ffffff"/>
                  </a:solidFill>
                </a:uFill>
                <a:latin typeface="Arial"/>
              </a:rPr>
              <a:t>Travailleur non-salarié ou assimilé-salarié  ?</a:t>
            </a:r>
            <a:endParaRPr b="0" lang="fr-FR" sz="4000" spc="-1" strike="noStrike">
              <a:solidFill>
                <a:srgbClr val="000000"/>
              </a:solidFill>
              <a:uFill>
                <a:solidFill>
                  <a:srgbClr val="ffffff"/>
                </a:solidFill>
              </a:uFill>
              <a:latin typeface="Calibri"/>
            </a:endParaRPr>
          </a:p>
          <a:p>
            <a:pPr>
              <a:lnSpc>
                <a:spcPct val="100000"/>
              </a:lnSpc>
              <a:spcBef>
                <a:spcPts val="601"/>
              </a:spcBef>
            </a:pPr>
            <a:endParaRPr b="0" lang="fr-FR" sz="4000" spc="-1" strike="noStrike">
              <a:solidFill>
                <a:srgbClr val="000000"/>
              </a:solidFill>
              <a:uFill>
                <a:solidFill>
                  <a:srgbClr val="ffffff"/>
                </a:solidFill>
              </a:uFill>
              <a:latin typeface="Calibri"/>
            </a:endParaRPr>
          </a:p>
          <a:p>
            <a:pPr>
              <a:lnSpc>
                <a:spcPct val="100000"/>
              </a:lnSpc>
              <a:spcBef>
                <a:spcPts val="601"/>
              </a:spcBef>
            </a:pPr>
            <a:r>
              <a:rPr b="1" lang="fr-FR" sz="3900" spc="-1" strike="noStrike">
                <a:solidFill>
                  <a:srgbClr val="84329b"/>
                </a:solidFill>
                <a:uFill>
                  <a:solidFill>
                    <a:srgbClr val="ffffff"/>
                  </a:solidFill>
                </a:uFill>
                <a:latin typeface="Arial"/>
              </a:rPr>
              <a:t>Principaux critères de choix </a:t>
            </a:r>
            <a:r>
              <a:rPr b="0" lang="fr-FR" sz="3900" spc="-1" strike="noStrike">
                <a:solidFill>
                  <a:srgbClr val="84329b"/>
                </a:solidFill>
                <a:uFill>
                  <a:solidFill>
                    <a:srgbClr val="ffffff"/>
                  </a:solidFill>
                </a:uFill>
                <a:latin typeface="Arial"/>
              </a:rPr>
              <a:t>: situation personnelle, </a:t>
            </a:r>
            <a:endParaRPr b="0" lang="fr-FR" sz="3900" spc="-1" strike="noStrike">
              <a:solidFill>
                <a:srgbClr val="000000"/>
              </a:solidFill>
              <a:uFill>
                <a:solidFill>
                  <a:srgbClr val="ffffff"/>
                </a:solidFill>
              </a:uFill>
              <a:latin typeface="Calibri"/>
            </a:endParaRPr>
          </a:p>
          <a:p>
            <a:pPr>
              <a:lnSpc>
                <a:spcPct val="100000"/>
              </a:lnSpc>
              <a:spcBef>
                <a:spcPts val="601"/>
              </a:spcBef>
            </a:pPr>
            <a:r>
              <a:rPr b="0" lang="fr-FR" sz="3900" spc="-1" strike="noStrike">
                <a:solidFill>
                  <a:srgbClr val="84329b"/>
                </a:solidFill>
                <a:uFill>
                  <a:solidFill>
                    <a:srgbClr val="ffffff"/>
                  </a:solidFill>
                </a:uFill>
                <a:latin typeface="Arial"/>
              </a:rPr>
              <a:t>situation patrimoniale, transmission, association, clientèle, investissements, ressources… </a:t>
            </a:r>
            <a:endParaRPr b="0" lang="fr-FR" sz="3900" spc="-1" strike="noStrike">
              <a:solidFill>
                <a:srgbClr val="000000"/>
              </a:solidFill>
              <a:uFill>
                <a:solidFill>
                  <a:srgbClr val="ffffff"/>
                </a:solidFill>
              </a:uFill>
              <a:latin typeface="Calibri"/>
            </a:endParaRPr>
          </a:p>
          <a:p>
            <a:pPr>
              <a:lnSpc>
                <a:spcPct val="100000"/>
              </a:lnSpc>
              <a:spcBef>
                <a:spcPts val="601"/>
              </a:spcBef>
            </a:pPr>
            <a:endParaRPr b="0" lang="fr-FR" sz="3900" spc="-1" strike="noStrike">
              <a:solidFill>
                <a:srgbClr val="000000"/>
              </a:solidFill>
              <a:uFill>
                <a:solidFill>
                  <a:srgbClr val="ffffff"/>
                </a:solidFill>
              </a:uFill>
              <a:latin typeface="Calibri"/>
            </a:endParaRPr>
          </a:p>
          <a:p>
            <a:pPr>
              <a:lnSpc>
                <a:spcPct val="100000"/>
              </a:lnSpc>
              <a:spcBef>
                <a:spcPts val="601"/>
              </a:spcBef>
            </a:pPr>
            <a:r>
              <a:rPr b="0" lang="fr-FR" sz="3900" spc="-1" strike="noStrike">
                <a:solidFill>
                  <a:srgbClr val="84329b"/>
                </a:solidFill>
                <a:uFill>
                  <a:solidFill>
                    <a:srgbClr val="ffffff"/>
                  </a:solidFill>
                </a:uFill>
                <a:latin typeface="Arial"/>
              </a:rPr>
              <a:t>S’entourer de compétences juridiques</a:t>
            </a:r>
            <a:endParaRPr b="0" lang="fr-FR" sz="3900" spc="-1" strike="noStrike">
              <a:solidFill>
                <a:srgbClr val="000000"/>
              </a:solidFill>
              <a:uFill>
                <a:solidFill>
                  <a:srgbClr val="ffffff"/>
                </a:solidFill>
              </a:uFill>
              <a:latin typeface="Calibri"/>
            </a:endParaRPr>
          </a:p>
          <a:p>
            <a:pPr>
              <a:lnSpc>
                <a:spcPct val="100000"/>
              </a:lnSpc>
              <a:spcBef>
                <a:spcPts val="601"/>
              </a:spcBef>
            </a:pPr>
            <a:endParaRPr b="0" lang="fr-FR" sz="3900" spc="-1" strike="noStrike">
              <a:solidFill>
                <a:srgbClr val="000000"/>
              </a:solidFill>
              <a:uFill>
                <a:solidFill>
                  <a:srgbClr val="ffffff"/>
                </a:solidFill>
              </a:uFill>
              <a:latin typeface="Calibri"/>
            </a:endParaRPr>
          </a:p>
          <a:p>
            <a:pPr>
              <a:lnSpc>
                <a:spcPct val="100000"/>
              </a:lnSpc>
              <a:spcBef>
                <a:spcPts val="601"/>
              </a:spcBef>
            </a:pPr>
            <a:r>
              <a:rPr b="1" lang="fr-FR" sz="4000" spc="-1" strike="noStrike">
                <a:solidFill>
                  <a:srgbClr val="84329b"/>
                </a:solidFill>
                <a:uFill>
                  <a:solidFill>
                    <a:srgbClr val="ffffff"/>
                  </a:solidFill>
                </a:uFill>
                <a:latin typeface="Arial"/>
              </a:rPr>
              <a:t>Structures de l’Economie Sociale et Solidaire : </a:t>
            </a:r>
            <a:r>
              <a:rPr b="0" lang="fr-FR" sz="4000" spc="-1" strike="noStrike">
                <a:solidFill>
                  <a:srgbClr val="84329b"/>
                </a:solidFill>
                <a:uFill>
                  <a:solidFill>
                    <a:srgbClr val="ffffff"/>
                  </a:solidFill>
                </a:uFill>
                <a:latin typeface="Arial"/>
              </a:rPr>
              <a:t>SCOP, SCIC, association…</a:t>
            </a:r>
            <a:endParaRPr b="0" lang="fr-FR" sz="4000" spc="-1" strike="noStrike">
              <a:solidFill>
                <a:srgbClr val="000000"/>
              </a:solidFill>
              <a:uFill>
                <a:solidFill>
                  <a:srgbClr val="ffffff"/>
                </a:solidFill>
              </a:uFill>
              <a:latin typeface="Calibri"/>
            </a:endParaRPr>
          </a:p>
        </p:txBody>
      </p:sp>
      <p:pic>
        <p:nvPicPr>
          <p:cNvPr id="394" name="table" descr=""/>
          <p:cNvPicPr/>
          <p:nvPr/>
        </p:nvPicPr>
        <p:blipFill>
          <a:blip r:embed="rId1"/>
          <a:stretch/>
        </p:blipFill>
        <p:spPr>
          <a:xfrm>
            <a:off x="0" y="6237360"/>
            <a:ext cx="9396000" cy="620280"/>
          </a:xfrm>
          <a:prstGeom prst="rect">
            <a:avLst/>
          </a:prstGeom>
          <a:ln>
            <a:noFill/>
          </a:ln>
        </p:spPr>
      </p:pic>
      <p:pic>
        <p:nvPicPr>
          <p:cNvPr id="395" name="Image 4" descr=""/>
          <p:cNvPicPr/>
          <p:nvPr/>
        </p:nvPicPr>
        <p:blipFill>
          <a:blip r:embed="rId2"/>
          <a:stretch/>
        </p:blipFill>
        <p:spPr>
          <a:xfrm>
            <a:off x="6662520" y="3212280"/>
            <a:ext cx="1587600" cy="1189080"/>
          </a:xfrm>
          <a:prstGeom prst="rect">
            <a:avLst/>
          </a:prstGeom>
          <a:ln>
            <a:noFill/>
          </a:ln>
        </p:spPr>
      </p:pic>
      <p:pic>
        <p:nvPicPr>
          <p:cNvPr id="396" name="Image 6" descr=""/>
          <p:cNvPicPr/>
          <p:nvPr/>
        </p:nvPicPr>
        <p:blipFill>
          <a:blip r:embed="rId3"/>
          <a:stretch/>
        </p:blipFill>
        <p:spPr>
          <a:xfrm>
            <a:off x="6263640" y="1972800"/>
            <a:ext cx="2384640" cy="1077840"/>
          </a:xfrm>
          <a:prstGeom prst="rect">
            <a:avLst/>
          </a:prstGeom>
          <a:ln>
            <a:noFill/>
          </a:ln>
        </p:spPr>
      </p:pic>
    </p:spTree>
  </p:cSld>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7" name="TextShape 1"/>
          <p:cNvSpPr txBox="1"/>
          <p:nvPr/>
        </p:nvSpPr>
        <p:spPr>
          <a:xfrm>
            <a:off x="251640" y="-56880"/>
            <a:ext cx="8496720" cy="5193360"/>
          </a:xfrm>
          <a:prstGeom prst="rect">
            <a:avLst/>
          </a:prstGeom>
          <a:noFill/>
          <a:ln>
            <a:noFill/>
          </a:ln>
        </p:spPr>
        <p:txBody>
          <a:bodyPr/>
          <a:p>
            <a:pPr>
              <a:lnSpc>
                <a:spcPct val="100000"/>
              </a:lnSpc>
              <a:spcBef>
                <a:spcPts val="601"/>
              </a:spcBef>
            </a:pPr>
            <a:endParaRPr b="0" lang="fr-FR" sz="3200" spc="-1" strike="noStrike">
              <a:solidFill>
                <a:srgbClr val="000000"/>
              </a:solidFill>
              <a:uFill>
                <a:solidFill>
                  <a:srgbClr val="ffffff"/>
                </a:solidFill>
              </a:uFill>
              <a:latin typeface="Calibri"/>
            </a:endParaRPr>
          </a:p>
          <a:p>
            <a:pPr>
              <a:lnSpc>
                <a:spcPct val="100000"/>
              </a:lnSpc>
              <a:spcBef>
                <a:spcPts val="601"/>
              </a:spcBef>
            </a:pPr>
            <a:r>
              <a:rPr b="1" lang="fr-FR" sz="2400" spc="-1" strike="noStrike">
                <a:solidFill>
                  <a:srgbClr val="ce0f69"/>
                </a:solidFill>
                <a:uFill>
                  <a:solidFill>
                    <a:srgbClr val="ffffff"/>
                  </a:solidFill>
                </a:uFill>
                <a:latin typeface="Arial"/>
              </a:rPr>
              <a:t>L’étude financière du projet et sa viabilité économique</a:t>
            </a:r>
            <a:endParaRPr b="0" lang="fr-FR" sz="2400" spc="-1" strike="noStrike">
              <a:solidFill>
                <a:srgbClr val="000000"/>
              </a:solidFill>
              <a:uFill>
                <a:solidFill>
                  <a:srgbClr val="ffffff"/>
                </a:solidFill>
              </a:uFill>
              <a:latin typeface="Calibri"/>
            </a:endParaRPr>
          </a:p>
          <a:p>
            <a:pPr>
              <a:lnSpc>
                <a:spcPct val="100000"/>
              </a:lnSpc>
              <a:spcBef>
                <a:spcPts val="601"/>
              </a:spcBef>
            </a:pPr>
            <a:endParaRPr b="0" lang="fr-FR" sz="2400" spc="-1" strike="noStrike">
              <a:solidFill>
                <a:srgbClr val="000000"/>
              </a:solidFill>
              <a:uFill>
                <a:solidFill>
                  <a:srgbClr val="ffffff"/>
                </a:solidFill>
              </a:uFill>
              <a:latin typeface="Calibri"/>
            </a:endParaRPr>
          </a:p>
          <a:p>
            <a:pPr marL="588960" indent="-588600">
              <a:lnSpc>
                <a:spcPct val="100000"/>
              </a:lnSpc>
              <a:spcBef>
                <a:spcPts val="499"/>
              </a:spcBef>
              <a:buClr>
                <a:srgbClr val="333333"/>
              </a:buClr>
              <a:buFont typeface="Wingdings" charset="2"/>
              <a:buChar char=""/>
            </a:pPr>
            <a:r>
              <a:rPr b="0" lang="fr-FR" sz="2000" spc="-1" strike="noStrike">
                <a:solidFill>
                  <a:srgbClr val="84329b"/>
                </a:solidFill>
                <a:uFill>
                  <a:solidFill>
                    <a:srgbClr val="ffffff"/>
                  </a:solidFill>
                </a:uFill>
                <a:latin typeface="Arial"/>
              </a:rPr>
              <a:t>Quels sont les capitaux dont j'ai besoin pour créer mon entreprise (matériel, véhicule, fonds de roulement, stock, local…) ? Comment vais-je les réunir ? </a:t>
            </a:r>
            <a:br/>
            <a:r>
              <a:rPr b="1" lang="fr-FR" sz="2000" spc="-1" strike="noStrike">
                <a:solidFill>
                  <a:srgbClr val="84329b"/>
                </a:solidFill>
                <a:uFill>
                  <a:solidFill>
                    <a:srgbClr val="ffffff"/>
                  </a:solidFill>
                </a:uFill>
                <a:latin typeface="Arial"/>
              </a:rPr>
              <a:t>Plan de financement et tableau de financement prévisionnel</a:t>
            </a:r>
            <a:br/>
            <a:r>
              <a:rPr b="0" lang="fr-FR" sz="2000" spc="-1" strike="noStrike">
                <a:solidFill>
                  <a:srgbClr val="84329b"/>
                </a:solidFill>
                <a:uFill>
                  <a:solidFill>
                    <a:srgbClr val="ffffff"/>
                  </a:solidFill>
                </a:uFill>
                <a:latin typeface="Arial"/>
              </a:rPr>
              <a:t> </a:t>
            </a:r>
            <a:endParaRPr b="0" lang="fr-FR" sz="2000" spc="-1" strike="noStrike">
              <a:solidFill>
                <a:srgbClr val="000000"/>
              </a:solidFill>
              <a:uFill>
                <a:solidFill>
                  <a:srgbClr val="ffffff"/>
                </a:solidFill>
              </a:uFill>
              <a:latin typeface="Calibri"/>
            </a:endParaRPr>
          </a:p>
          <a:p>
            <a:pPr marL="588960" indent="-588600">
              <a:lnSpc>
                <a:spcPct val="100000"/>
              </a:lnSpc>
              <a:spcBef>
                <a:spcPts val="499"/>
              </a:spcBef>
              <a:buClr>
                <a:srgbClr val="333333"/>
              </a:buClr>
              <a:buFont typeface="Wingdings" charset="2"/>
              <a:buChar char=""/>
            </a:pPr>
            <a:r>
              <a:rPr b="0" lang="fr-FR" sz="2000" spc="-1" strike="noStrike">
                <a:solidFill>
                  <a:srgbClr val="84329b"/>
                </a:solidFill>
                <a:uFill>
                  <a:solidFill>
                    <a:srgbClr val="ffffff"/>
                  </a:solidFill>
                </a:uFill>
                <a:latin typeface="Arial"/>
              </a:rPr>
              <a:t>Mon activité sera-t-elle rentable ? Pourrais-je en vivre ?  Le CA est il suffisant pour couvrir mes charges ?</a:t>
            </a:r>
            <a:br/>
            <a:r>
              <a:rPr b="1" lang="fr-FR" sz="2000" spc="-1" strike="noStrike">
                <a:solidFill>
                  <a:srgbClr val="84329b"/>
                </a:solidFill>
                <a:uFill>
                  <a:solidFill>
                    <a:srgbClr val="ffffff"/>
                  </a:solidFill>
                </a:uFill>
                <a:latin typeface="Arial"/>
              </a:rPr>
              <a:t>Compte de résultat prévisionnel</a:t>
            </a:r>
            <a:endParaRPr b="0" lang="fr-FR" sz="2000" spc="-1" strike="noStrike">
              <a:solidFill>
                <a:srgbClr val="000000"/>
              </a:solidFill>
              <a:uFill>
                <a:solidFill>
                  <a:srgbClr val="ffffff"/>
                </a:solidFill>
              </a:uFill>
              <a:latin typeface="Calibri"/>
            </a:endParaRPr>
          </a:p>
          <a:p>
            <a:pPr marL="588960" indent="-588600">
              <a:lnSpc>
                <a:spcPct val="100000"/>
              </a:lnSpc>
              <a:spcBef>
                <a:spcPts val="499"/>
              </a:spcBef>
            </a:pPr>
            <a:endParaRPr b="0" lang="fr-FR" sz="2000" spc="-1" strike="noStrike">
              <a:solidFill>
                <a:srgbClr val="000000"/>
              </a:solidFill>
              <a:uFill>
                <a:solidFill>
                  <a:srgbClr val="ffffff"/>
                </a:solidFill>
              </a:uFill>
              <a:latin typeface="Calibri"/>
            </a:endParaRPr>
          </a:p>
          <a:p>
            <a:pPr marL="588960" indent="-588600">
              <a:lnSpc>
                <a:spcPct val="100000"/>
              </a:lnSpc>
              <a:spcBef>
                <a:spcPts val="499"/>
              </a:spcBef>
              <a:buClr>
                <a:srgbClr val="333333"/>
              </a:buClr>
              <a:buFont typeface="Wingdings" charset="2"/>
              <a:buChar char=""/>
            </a:pPr>
            <a:r>
              <a:rPr b="0" lang="fr-FR" sz="2000" spc="-1" strike="noStrike">
                <a:solidFill>
                  <a:srgbClr val="84329b"/>
                </a:solidFill>
                <a:uFill>
                  <a:solidFill>
                    <a:srgbClr val="ffffff"/>
                  </a:solidFill>
                </a:uFill>
                <a:latin typeface="Arial"/>
              </a:rPr>
              <a:t>Quel montant minimum de ventes</a:t>
            </a:r>
            <a:br/>
            <a:r>
              <a:rPr b="0" lang="fr-FR" sz="2000" spc="-1" strike="noStrike">
                <a:solidFill>
                  <a:srgbClr val="84329b"/>
                </a:solidFill>
                <a:uFill>
                  <a:solidFill>
                    <a:srgbClr val="ffffff"/>
                  </a:solidFill>
                </a:uFill>
                <a:latin typeface="Arial"/>
              </a:rPr>
              <a:t>dois-je réaliser pour faire face à mes charges ?</a:t>
            </a:r>
            <a:br/>
            <a:r>
              <a:rPr b="1" lang="fr-FR" sz="2000" spc="-1" strike="noStrike">
                <a:solidFill>
                  <a:srgbClr val="84329b"/>
                </a:solidFill>
                <a:uFill>
                  <a:solidFill>
                    <a:srgbClr val="ffffff"/>
                  </a:solidFill>
                </a:uFill>
                <a:latin typeface="Arial"/>
              </a:rPr>
              <a:t>Seuil de rentabilité ou “Point mort”</a:t>
            </a:r>
            <a:endParaRPr b="0" lang="fr-FR" sz="2000" spc="-1" strike="noStrike">
              <a:solidFill>
                <a:srgbClr val="000000"/>
              </a:solidFill>
              <a:uFill>
                <a:solidFill>
                  <a:srgbClr val="ffffff"/>
                </a:solidFill>
              </a:uFill>
              <a:latin typeface="Calibri"/>
            </a:endParaRPr>
          </a:p>
          <a:p>
            <a:pPr marL="588960" indent="-588600">
              <a:lnSpc>
                <a:spcPct val="100000"/>
              </a:lnSpc>
              <a:spcBef>
                <a:spcPts val="499"/>
              </a:spcBef>
            </a:pPr>
            <a:endParaRPr b="0" lang="fr-FR" sz="2000" spc="-1" strike="noStrike">
              <a:solidFill>
                <a:srgbClr val="000000"/>
              </a:solidFill>
              <a:uFill>
                <a:solidFill>
                  <a:srgbClr val="ffffff"/>
                </a:solidFill>
              </a:uFill>
              <a:latin typeface="Calibri"/>
            </a:endParaRPr>
          </a:p>
          <a:p>
            <a:pPr marL="588960" indent="-588600">
              <a:lnSpc>
                <a:spcPct val="100000"/>
              </a:lnSpc>
              <a:spcBef>
                <a:spcPts val="499"/>
              </a:spcBef>
              <a:buClr>
                <a:srgbClr val="333333"/>
              </a:buClr>
              <a:buFont typeface="Wingdings" charset="2"/>
              <a:buChar char=""/>
            </a:pPr>
            <a:r>
              <a:rPr b="0" lang="fr-FR" sz="2000" spc="-1" strike="noStrike">
                <a:solidFill>
                  <a:srgbClr val="84329b"/>
                </a:solidFill>
                <a:uFill>
                  <a:solidFill>
                    <a:srgbClr val="ffffff"/>
                  </a:solidFill>
                </a:uFill>
                <a:latin typeface="Arial"/>
              </a:rPr>
              <a:t>Mes encaissements me permettront-ils  de couvrir mes dépenses sur la même période ? Et m’éviter d’être à découvert ?</a:t>
            </a:r>
            <a:br/>
            <a:r>
              <a:rPr b="1" lang="fr-FR" sz="2000" spc="-1" strike="noStrike">
                <a:solidFill>
                  <a:srgbClr val="84329b"/>
                </a:solidFill>
                <a:uFill>
                  <a:solidFill>
                    <a:srgbClr val="ffffff"/>
                  </a:solidFill>
                </a:uFill>
                <a:latin typeface="Arial"/>
              </a:rPr>
              <a:t>Plan de trésorerie</a:t>
            </a:r>
            <a:endParaRPr b="0" lang="fr-FR" sz="2000" spc="-1" strike="noStrike">
              <a:solidFill>
                <a:srgbClr val="000000"/>
              </a:solidFill>
              <a:uFill>
                <a:solidFill>
                  <a:srgbClr val="ffffff"/>
                </a:solidFill>
              </a:uFill>
              <a:latin typeface="Calibri"/>
            </a:endParaRPr>
          </a:p>
          <a:p>
            <a:pPr>
              <a:lnSpc>
                <a:spcPct val="100000"/>
              </a:lnSpc>
              <a:spcBef>
                <a:spcPts val="601"/>
              </a:spcBef>
            </a:pPr>
            <a:endParaRPr b="0" lang="fr-FR" sz="2000" spc="-1" strike="noStrike">
              <a:solidFill>
                <a:srgbClr val="000000"/>
              </a:solidFill>
              <a:uFill>
                <a:solidFill>
                  <a:srgbClr val="ffffff"/>
                </a:solidFill>
              </a:uFill>
              <a:latin typeface="Calibri"/>
            </a:endParaRPr>
          </a:p>
          <a:p>
            <a:pPr>
              <a:lnSpc>
                <a:spcPct val="100000"/>
              </a:lnSpc>
              <a:spcBef>
                <a:spcPts val="601"/>
              </a:spcBef>
            </a:pPr>
            <a:r>
              <a:rPr b="1" lang="fr-FR" sz="2000" spc="-1" strike="noStrike">
                <a:solidFill>
                  <a:srgbClr val="84329b"/>
                </a:solidFill>
                <a:uFill>
                  <a:solidFill>
                    <a:srgbClr val="ffffff"/>
                  </a:solidFill>
                </a:uFill>
                <a:latin typeface="Arial"/>
              </a:rPr>
              <a:t>…</a:t>
            </a:r>
            <a:endParaRPr b="0" lang="fr-FR" sz="2000" spc="-1" strike="noStrike">
              <a:solidFill>
                <a:srgbClr val="000000"/>
              </a:solidFill>
              <a:uFill>
                <a:solidFill>
                  <a:srgbClr val="ffffff"/>
                </a:solidFill>
              </a:uFill>
              <a:latin typeface="Calibri"/>
            </a:endParaRPr>
          </a:p>
          <a:p>
            <a:pPr>
              <a:lnSpc>
                <a:spcPct val="100000"/>
              </a:lnSpc>
              <a:spcBef>
                <a:spcPts val="139"/>
              </a:spcBef>
            </a:pPr>
            <a:endParaRPr b="0" lang="fr-FR" sz="2000" spc="-1" strike="noStrike">
              <a:solidFill>
                <a:srgbClr val="000000"/>
              </a:solidFill>
              <a:uFill>
                <a:solidFill>
                  <a:srgbClr val="ffffff"/>
                </a:solidFill>
              </a:uFill>
              <a:latin typeface="Calibri"/>
            </a:endParaRPr>
          </a:p>
        </p:txBody>
      </p:sp>
      <p:pic>
        <p:nvPicPr>
          <p:cNvPr id="398" name="Picture 4" descr=""/>
          <p:cNvPicPr/>
          <p:nvPr/>
        </p:nvPicPr>
        <p:blipFill>
          <a:blip r:embed="rId1"/>
          <a:stretch/>
        </p:blipFill>
        <p:spPr>
          <a:xfrm>
            <a:off x="5652000" y="3034080"/>
            <a:ext cx="725400" cy="1151640"/>
          </a:xfrm>
          <a:prstGeom prst="rect">
            <a:avLst/>
          </a:prstGeom>
          <a:ln>
            <a:noFill/>
          </a:ln>
        </p:spPr>
      </p:pic>
      <p:pic>
        <p:nvPicPr>
          <p:cNvPr id="399" name="table" descr=""/>
          <p:cNvPicPr/>
          <p:nvPr/>
        </p:nvPicPr>
        <p:blipFill>
          <a:blip r:embed="rId2"/>
          <a:stretch/>
        </p:blipFill>
        <p:spPr>
          <a:xfrm>
            <a:off x="-25920" y="6461280"/>
            <a:ext cx="9350280" cy="620280"/>
          </a:xfrm>
          <a:prstGeom prst="rect">
            <a:avLst/>
          </a:prstGeom>
          <a:ln>
            <a:noFill/>
          </a:ln>
        </p:spPr>
      </p:pic>
      <p:pic>
        <p:nvPicPr>
          <p:cNvPr id="400" name="Image 3" descr=""/>
          <p:cNvPicPr/>
          <p:nvPr/>
        </p:nvPicPr>
        <p:blipFill>
          <a:blip r:embed="rId3"/>
          <a:stretch/>
        </p:blipFill>
        <p:spPr>
          <a:xfrm>
            <a:off x="7102080" y="4365000"/>
            <a:ext cx="1879920" cy="885240"/>
          </a:xfrm>
          <a:prstGeom prst="rect">
            <a:avLst/>
          </a:prstGeom>
          <a:ln>
            <a:noFill/>
          </a:ln>
        </p:spPr>
      </p:pic>
      <p:pic>
        <p:nvPicPr>
          <p:cNvPr id="401" name="Image 6" descr=""/>
          <p:cNvPicPr/>
          <p:nvPr/>
        </p:nvPicPr>
        <p:blipFill>
          <a:blip r:embed="rId4"/>
          <a:stretch/>
        </p:blipFill>
        <p:spPr>
          <a:xfrm>
            <a:off x="7102080" y="3178080"/>
            <a:ext cx="1879920" cy="1042920"/>
          </a:xfrm>
          <a:prstGeom prst="rect">
            <a:avLst/>
          </a:prstGeom>
          <a:ln>
            <a:noFill/>
          </a:ln>
        </p:spPr>
      </p:pic>
    </p:spTree>
  </p:cSld>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2" name="CustomShape 1"/>
          <p:cNvSpPr/>
          <p:nvPr/>
        </p:nvSpPr>
        <p:spPr>
          <a:xfrm>
            <a:off x="494280" y="328320"/>
            <a:ext cx="8335800" cy="6342840"/>
          </a:xfrm>
          <a:prstGeom prst="rect">
            <a:avLst/>
          </a:prstGeom>
          <a:noFill/>
          <a:ln>
            <a:noFill/>
          </a:ln>
        </p:spPr>
        <p:style>
          <a:lnRef idx="0"/>
          <a:fillRef idx="0"/>
          <a:effectRef idx="0"/>
          <a:fontRef idx="minor"/>
        </p:style>
        <p:txBody>
          <a:bodyPr lIns="90000" rIns="90000" tIns="45000" bIns="45000"/>
          <a:p>
            <a:pPr>
              <a:lnSpc>
                <a:spcPct val="100000"/>
              </a:lnSpc>
              <a:spcBef>
                <a:spcPts val="601"/>
              </a:spcBef>
            </a:pPr>
            <a:r>
              <a:rPr b="1" lang="fr-FR" sz="2800" spc="-1" strike="noStrike">
                <a:solidFill>
                  <a:srgbClr val="ce0f69"/>
                </a:solidFill>
                <a:uFill>
                  <a:solidFill>
                    <a:srgbClr val="ffffff"/>
                  </a:solidFill>
                </a:uFill>
                <a:latin typeface="Arial"/>
              </a:rPr>
              <a:t> </a:t>
            </a:r>
            <a:r>
              <a:rPr b="1" lang="fr-FR" sz="2800" spc="-1" strike="noStrike">
                <a:solidFill>
                  <a:srgbClr val="ce0f69"/>
                </a:solidFill>
                <a:uFill>
                  <a:solidFill>
                    <a:srgbClr val="ffffff"/>
                  </a:solidFill>
                </a:uFill>
                <a:latin typeface="Arial"/>
              </a:rPr>
              <a:t>Le financement du projet</a:t>
            </a:r>
            <a:endParaRPr b="0" lang="fr-FR" sz="2800" spc="-1" strike="noStrike">
              <a:solidFill>
                <a:srgbClr val="000000"/>
              </a:solidFill>
              <a:uFill>
                <a:solidFill>
                  <a:srgbClr val="ffffff"/>
                </a:solidFill>
              </a:uFill>
              <a:latin typeface="Arial"/>
            </a:endParaRPr>
          </a:p>
          <a:p>
            <a:pPr>
              <a:lnSpc>
                <a:spcPct val="100000"/>
              </a:lnSpc>
              <a:spcBef>
                <a:spcPts val="601"/>
              </a:spcBef>
            </a:pPr>
            <a:endParaRPr b="0" lang="fr-FR" sz="2800" spc="-1" strike="noStrike">
              <a:solidFill>
                <a:srgbClr val="000000"/>
              </a:solidFill>
              <a:uFill>
                <a:solidFill>
                  <a:srgbClr val="ffffff"/>
                </a:solidFill>
              </a:uFill>
              <a:latin typeface="Arial"/>
            </a:endParaRPr>
          </a:p>
          <a:p>
            <a:pPr>
              <a:lnSpc>
                <a:spcPct val="100000"/>
              </a:lnSpc>
              <a:spcBef>
                <a:spcPts val="601"/>
              </a:spcBef>
            </a:pPr>
            <a:r>
              <a:rPr b="1" lang="fr-FR" sz="2400" spc="-1" strike="noStrike">
                <a:solidFill>
                  <a:srgbClr val="84329b"/>
                </a:solidFill>
                <a:uFill>
                  <a:solidFill>
                    <a:srgbClr val="ffffff"/>
                  </a:solidFill>
                </a:uFill>
                <a:latin typeface="Arial"/>
              </a:rPr>
              <a:t>S’assurer  de ressources suffisantes pour couvrir les besoins de création (stock, trésorerie, investissements...) : </a:t>
            </a:r>
            <a:endParaRPr b="0" lang="fr-FR" sz="2400" spc="-1" strike="noStrike">
              <a:solidFill>
                <a:srgbClr val="000000"/>
              </a:solidFill>
              <a:uFill>
                <a:solidFill>
                  <a:srgbClr val="ffffff"/>
                </a:solidFill>
              </a:uFill>
              <a:latin typeface="Arial"/>
            </a:endParaRPr>
          </a:p>
          <a:p>
            <a:pPr>
              <a:lnSpc>
                <a:spcPct val="100000"/>
              </a:lnSpc>
              <a:spcBef>
                <a:spcPts val="601"/>
              </a:spcBef>
            </a:pPr>
            <a:endParaRPr b="0" lang="fr-FR" sz="2400" spc="-1" strike="noStrike">
              <a:solidFill>
                <a:srgbClr val="000000"/>
              </a:solidFill>
              <a:uFill>
                <a:solidFill>
                  <a:srgbClr val="ffffff"/>
                </a:solidFill>
              </a:uFill>
              <a:latin typeface="Arial"/>
            </a:endParaRPr>
          </a:p>
          <a:p>
            <a:pPr marL="343080" indent="-342720">
              <a:lnSpc>
                <a:spcPct val="80000"/>
              </a:lnSpc>
              <a:spcBef>
                <a:spcPts val="601"/>
              </a:spcBef>
              <a:buClr>
                <a:srgbClr val="84329b"/>
              </a:buClr>
              <a:buFont typeface="Arial"/>
              <a:buChar char="•"/>
            </a:pPr>
            <a:r>
              <a:rPr b="0" lang="fr-FR" sz="2200" spc="-1" strike="noStrike">
                <a:solidFill>
                  <a:srgbClr val="84329b"/>
                </a:solidFill>
                <a:uFill>
                  <a:solidFill>
                    <a:srgbClr val="ffffff"/>
                  </a:solidFill>
                </a:uFill>
                <a:latin typeface="Arial"/>
              </a:rPr>
              <a:t>L’apport personnel</a:t>
            </a:r>
            <a:endParaRPr b="0" lang="fr-FR" sz="2200" spc="-1" strike="noStrike">
              <a:solidFill>
                <a:srgbClr val="000000"/>
              </a:solidFill>
              <a:uFill>
                <a:solidFill>
                  <a:srgbClr val="ffffff"/>
                </a:solidFill>
              </a:uFill>
              <a:latin typeface="Arial"/>
            </a:endParaRPr>
          </a:p>
          <a:p>
            <a:pPr marL="343080" indent="-342720">
              <a:lnSpc>
                <a:spcPct val="80000"/>
              </a:lnSpc>
              <a:spcBef>
                <a:spcPts val="601"/>
              </a:spcBef>
              <a:buClr>
                <a:srgbClr val="84329b"/>
              </a:buClr>
              <a:buFont typeface="Arial"/>
              <a:buChar char="•"/>
            </a:pPr>
            <a:r>
              <a:rPr b="0" lang="fr-FR" sz="2200" spc="-1" strike="noStrike">
                <a:solidFill>
                  <a:srgbClr val="84329b"/>
                </a:solidFill>
                <a:uFill>
                  <a:solidFill>
                    <a:srgbClr val="ffffff"/>
                  </a:solidFill>
                </a:uFill>
                <a:latin typeface="Arial"/>
              </a:rPr>
              <a:t>Les prêts familiaux </a:t>
            </a:r>
            <a:endParaRPr b="0" lang="fr-FR" sz="2200" spc="-1" strike="noStrike">
              <a:solidFill>
                <a:srgbClr val="000000"/>
              </a:solidFill>
              <a:uFill>
                <a:solidFill>
                  <a:srgbClr val="ffffff"/>
                </a:solidFill>
              </a:uFill>
              <a:latin typeface="Arial"/>
            </a:endParaRPr>
          </a:p>
          <a:p>
            <a:pPr marL="343080" indent="-342720">
              <a:lnSpc>
                <a:spcPct val="80000"/>
              </a:lnSpc>
              <a:spcBef>
                <a:spcPts val="601"/>
              </a:spcBef>
              <a:buClr>
                <a:srgbClr val="84329b"/>
              </a:buClr>
              <a:buFont typeface="Arial"/>
              <a:buChar char="•"/>
            </a:pPr>
            <a:r>
              <a:rPr b="0" lang="fr-FR" sz="2200" spc="-1" strike="noStrike">
                <a:solidFill>
                  <a:srgbClr val="84329b"/>
                </a:solidFill>
                <a:uFill>
                  <a:solidFill>
                    <a:srgbClr val="ffffff"/>
                  </a:solidFill>
                </a:uFill>
                <a:latin typeface="Arial"/>
              </a:rPr>
              <a:t>Le prêt bancaire</a:t>
            </a:r>
            <a:endParaRPr b="0" lang="fr-FR" sz="2200" spc="-1" strike="noStrike">
              <a:solidFill>
                <a:srgbClr val="000000"/>
              </a:solidFill>
              <a:uFill>
                <a:solidFill>
                  <a:srgbClr val="ffffff"/>
                </a:solidFill>
              </a:uFill>
              <a:latin typeface="Arial"/>
            </a:endParaRPr>
          </a:p>
          <a:p>
            <a:pPr marL="343080" indent="-342720">
              <a:lnSpc>
                <a:spcPct val="80000"/>
              </a:lnSpc>
              <a:spcBef>
                <a:spcPts val="601"/>
              </a:spcBef>
              <a:buClr>
                <a:srgbClr val="84329b"/>
              </a:buClr>
              <a:buFont typeface="Arial"/>
              <a:buChar char="•"/>
            </a:pPr>
            <a:r>
              <a:rPr b="0" lang="fr-FR" sz="2200" spc="-1" strike="noStrike">
                <a:solidFill>
                  <a:srgbClr val="84329b"/>
                </a:solidFill>
                <a:uFill>
                  <a:solidFill>
                    <a:srgbClr val="ffffff"/>
                  </a:solidFill>
                </a:uFill>
                <a:latin typeface="Arial"/>
              </a:rPr>
              <a:t>Le prêt solidaire et le microcrédit (Adie) </a:t>
            </a:r>
            <a:endParaRPr b="0" lang="fr-FR" sz="2200" spc="-1" strike="noStrike">
              <a:solidFill>
                <a:srgbClr val="000000"/>
              </a:solidFill>
              <a:uFill>
                <a:solidFill>
                  <a:srgbClr val="ffffff"/>
                </a:solidFill>
              </a:uFill>
              <a:latin typeface="Arial"/>
            </a:endParaRPr>
          </a:p>
          <a:p>
            <a:pPr marL="343080" indent="-342720">
              <a:lnSpc>
                <a:spcPct val="80000"/>
              </a:lnSpc>
              <a:spcBef>
                <a:spcPts val="601"/>
              </a:spcBef>
              <a:buClr>
                <a:srgbClr val="84329b"/>
              </a:buClr>
              <a:buFont typeface="Arial"/>
              <a:buChar char="•"/>
            </a:pPr>
            <a:r>
              <a:rPr b="0" lang="fr-FR" sz="2200" spc="-1" strike="noStrike">
                <a:solidFill>
                  <a:srgbClr val="84329b"/>
                </a:solidFill>
                <a:uFill>
                  <a:solidFill>
                    <a:srgbClr val="ffffff"/>
                  </a:solidFill>
                </a:uFill>
                <a:latin typeface="Arial"/>
              </a:rPr>
              <a:t>Le prêt d’honneur (Initiative Pays de Morlaix)</a:t>
            </a:r>
            <a:endParaRPr b="0" lang="fr-FR" sz="2200" spc="-1" strike="noStrike">
              <a:solidFill>
                <a:srgbClr val="000000"/>
              </a:solidFill>
              <a:uFill>
                <a:solidFill>
                  <a:srgbClr val="ffffff"/>
                </a:solidFill>
              </a:uFill>
              <a:latin typeface="Arial"/>
            </a:endParaRPr>
          </a:p>
          <a:p>
            <a:pPr marL="343080" indent="-342720">
              <a:lnSpc>
                <a:spcPct val="80000"/>
              </a:lnSpc>
              <a:spcBef>
                <a:spcPts val="601"/>
              </a:spcBef>
              <a:buClr>
                <a:srgbClr val="84329b"/>
              </a:buClr>
              <a:buFont typeface="Arial"/>
              <a:buChar char="•"/>
            </a:pPr>
            <a:r>
              <a:rPr b="0" lang="fr-FR" sz="2200" spc="-1" strike="noStrike">
                <a:solidFill>
                  <a:srgbClr val="84329b"/>
                </a:solidFill>
                <a:uFill>
                  <a:solidFill>
                    <a:srgbClr val="ffffff"/>
                  </a:solidFill>
                </a:uFill>
                <a:latin typeface="Arial"/>
              </a:rPr>
              <a:t>Le financement participatif</a:t>
            </a:r>
            <a:endParaRPr b="0" lang="fr-FR" sz="2200" spc="-1" strike="noStrike">
              <a:solidFill>
                <a:srgbClr val="000000"/>
              </a:solidFill>
              <a:uFill>
                <a:solidFill>
                  <a:srgbClr val="ffffff"/>
                </a:solidFill>
              </a:uFill>
              <a:latin typeface="Arial"/>
            </a:endParaRPr>
          </a:p>
          <a:p>
            <a:pPr>
              <a:lnSpc>
                <a:spcPct val="80000"/>
              </a:lnSpc>
              <a:spcBef>
                <a:spcPts val="601"/>
              </a:spcBef>
            </a:pPr>
            <a:endParaRPr b="0" lang="fr-FR" sz="2200" spc="-1" strike="noStrike">
              <a:solidFill>
                <a:srgbClr val="000000"/>
              </a:solidFill>
              <a:uFill>
                <a:solidFill>
                  <a:srgbClr val="ffffff"/>
                </a:solidFill>
              </a:uFill>
              <a:latin typeface="Arial"/>
            </a:endParaRPr>
          </a:p>
          <a:p>
            <a:pPr marL="343080" indent="-342720">
              <a:lnSpc>
                <a:spcPct val="80000"/>
              </a:lnSpc>
              <a:spcBef>
                <a:spcPts val="601"/>
              </a:spcBef>
              <a:buClr>
                <a:srgbClr val="84329b"/>
              </a:buClr>
              <a:buFont typeface="Arial"/>
              <a:buChar char="•"/>
            </a:pPr>
            <a:r>
              <a:rPr b="0" lang="fr-FR" sz="2200" spc="-1" strike="noStrike">
                <a:solidFill>
                  <a:srgbClr val="84329b"/>
                </a:solidFill>
                <a:uFill>
                  <a:solidFill>
                    <a:srgbClr val="ffffff"/>
                  </a:solidFill>
                </a:uFill>
                <a:latin typeface="Arial"/>
              </a:rPr>
              <a:t>.......Et la garantie bancaire (Bretagne active, BPI, SIAGI…) </a:t>
            </a:r>
            <a:endParaRPr b="0" lang="fr-FR" sz="2200" spc="-1" strike="noStrike">
              <a:solidFill>
                <a:srgbClr val="000000"/>
              </a:solidFill>
              <a:uFill>
                <a:solidFill>
                  <a:srgbClr val="ffffff"/>
                </a:solidFill>
              </a:uFill>
              <a:latin typeface="Arial"/>
            </a:endParaRPr>
          </a:p>
          <a:p>
            <a:pPr>
              <a:lnSpc>
                <a:spcPct val="80000"/>
              </a:lnSpc>
              <a:spcBef>
                <a:spcPts val="601"/>
              </a:spcBef>
            </a:pPr>
            <a:endParaRPr b="0" lang="fr-FR" sz="2200" spc="-1" strike="noStrike">
              <a:solidFill>
                <a:srgbClr val="000000"/>
              </a:solidFill>
              <a:uFill>
                <a:solidFill>
                  <a:srgbClr val="ffffff"/>
                </a:solidFill>
              </a:uFill>
              <a:latin typeface="Arial"/>
            </a:endParaRPr>
          </a:p>
          <a:p>
            <a:pPr>
              <a:lnSpc>
                <a:spcPct val="100000"/>
              </a:lnSpc>
              <a:spcBef>
                <a:spcPts val="601"/>
              </a:spcBef>
            </a:pPr>
            <a:endParaRPr b="0" lang="fr-FR" sz="2200" spc="-1" strike="noStrike">
              <a:solidFill>
                <a:srgbClr val="000000"/>
              </a:solidFill>
              <a:uFill>
                <a:solidFill>
                  <a:srgbClr val="ffffff"/>
                </a:solidFill>
              </a:uFill>
              <a:latin typeface="Arial"/>
            </a:endParaRPr>
          </a:p>
          <a:p>
            <a:pPr>
              <a:lnSpc>
                <a:spcPct val="100000"/>
              </a:lnSpc>
              <a:spcBef>
                <a:spcPts val="601"/>
              </a:spcBef>
            </a:pPr>
            <a:endParaRPr b="0" lang="fr-FR" sz="2200" spc="-1" strike="noStrike">
              <a:solidFill>
                <a:srgbClr val="000000"/>
              </a:solidFill>
              <a:uFill>
                <a:solidFill>
                  <a:srgbClr val="ffffff"/>
                </a:solidFill>
              </a:uFill>
              <a:latin typeface="Arial"/>
            </a:endParaRPr>
          </a:p>
        </p:txBody>
      </p:sp>
      <p:pic>
        <p:nvPicPr>
          <p:cNvPr id="403" name="table" descr=""/>
          <p:cNvPicPr/>
          <p:nvPr/>
        </p:nvPicPr>
        <p:blipFill>
          <a:blip r:embed="rId1"/>
          <a:stretch/>
        </p:blipFill>
        <p:spPr>
          <a:xfrm>
            <a:off x="0" y="6309360"/>
            <a:ext cx="9324000" cy="620280"/>
          </a:xfrm>
          <a:prstGeom prst="rect">
            <a:avLst/>
          </a:prstGeom>
          <a:ln>
            <a:noFill/>
          </a:ln>
        </p:spPr>
      </p:pic>
      <p:pic>
        <p:nvPicPr>
          <p:cNvPr id="404" name="Image 2" descr=""/>
          <p:cNvPicPr/>
          <p:nvPr/>
        </p:nvPicPr>
        <p:blipFill>
          <a:blip r:embed="rId2"/>
          <a:stretch/>
        </p:blipFill>
        <p:spPr>
          <a:xfrm>
            <a:off x="6300360" y="1989000"/>
            <a:ext cx="2323080" cy="1506960"/>
          </a:xfrm>
          <a:prstGeom prst="rect">
            <a:avLst/>
          </a:prstGeom>
          <a:ln>
            <a:noFill/>
          </a:ln>
        </p:spPr>
      </p:pic>
    </p:spTree>
  </p:cSld>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405" name="Image 2" descr=""/>
          <p:cNvPicPr/>
          <p:nvPr/>
        </p:nvPicPr>
        <p:blipFill>
          <a:blip r:embed="rId1"/>
          <a:stretch/>
        </p:blipFill>
        <p:spPr>
          <a:xfrm>
            <a:off x="0" y="3170520"/>
            <a:ext cx="1457280" cy="1122480"/>
          </a:xfrm>
          <a:prstGeom prst="rect">
            <a:avLst/>
          </a:prstGeom>
          <a:ln>
            <a:noFill/>
          </a:ln>
        </p:spPr>
      </p:pic>
      <p:sp>
        <p:nvSpPr>
          <p:cNvPr id="406" name="CustomShape 1"/>
          <p:cNvSpPr/>
          <p:nvPr/>
        </p:nvSpPr>
        <p:spPr>
          <a:xfrm>
            <a:off x="248400" y="361080"/>
            <a:ext cx="6231240" cy="577800"/>
          </a:xfrm>
          <a:prstGeom prst="rect">
            <a:avLst/>
          </a:prstGeom>
          <a:noFill/>
          <a:ln>
            <a:noFill/>
          </a:ln>
        </p:spPr>
        <p:style>
          <a:lnRef idx="0"/>
          <a:fillRef idx="0"/>
          <a:effectRef idx="0"/>
          <a:fontRef idx="minor"/>
        </p:style>
        <p:txBody>
          <a:bodyPr lIns="90000" rIns="90000" tIns="45000" bIns="45000"/>
          <a:p>
            <a:pPr>
              <a:lnSpc>
                <a:spcPct val="100000"/>
              </a:lnSpc>
              <a:spcBef>
                <a:spcPts val="1599"/>
              </a:spcBef>
            </a:pPr>
            <a:r>
              <a:rPr b="1" lang="fr-FR" sz="3200" spc="-1" strike="noStrike">
                <a:solidFill>
                  <a:srgbClr val="84329b"/>
                </a:solidFill>
                <a:uFill>
                  <a:solidFill>
                    <a:srgbClr val="ffffff"/>
                  </a:solidFill>
                </a:uFill>
                <a:latin typeface="Arial"/>
                <a:ea typeface="DejaVu Sans Condensed"/>
              </a:rPr>
              <a:t>L’entretien de financement </a:t>
            </a:r>
            <a:endParaRPr b="0" lang="fr-FR" sz="3200" spc="-1" strike="noStrike">
              <a:solidFill>
                <a:srgbClr val="000000"/>
              </a:solidFill>
              <a:uFill>
                <a:solidFill>
                  <a:srgbClr val="ffffff"/>
                </a:solidFill>
              </a:uFill>
              <a:latin typeface="Arial"/>
            </a:endParaRPr>
          </a:p>
        </p:txBody>
      </p:sp>
      <p:sp>
        <p:nvSpPr>
          <p:cNvPr id="407" name="CustomShape 2"/>
          <p:cNvSpPr/>
          <p:nvPr/>
        </p:nvSpPr>
        <p:spPr>
          <a:xfrm>
            <a:off x="2418480" y="1196640"/>
            <a:ext cx="5696280" cy="913320"/>
          </a:xfrm>
          <a:prstGeom prst="rect">
            <a:avLst/>
          </a:prstGeom>
          <a:solidFill>
            <a:srgbClr val="ce0f69"/>
          </a:solidFill>
          <a:ln>
            <a:noFill/>
          </a:ln>
        </p:spPr>
        <p:style>
          <a:lnRef idx="0"/>
          <a:fillRef idx="0"/>
          <a:effectRef idx="0"/>
          <a:fontRef idx="minor"/>
        </p:style>
        <p:txBody>
          <a:bodyPr lIns="90000" rIns="90000" tIns="45000" bIns="45000"/>
          <a:p>
            <a:pPr>
              <a:lnSpc>
                <a:spcPct val="100000"/>
              </a:lnSpc>
              <a:spcBef>
                <a:spcPts val="901"/>
              </a:spcBef>
            </a:pPr>
            <a:r>
              <a:rPr b="1" lang="fr-FR" sz="1800" spc="-1" strike="noStrike">
                <a:solidFill>
                  <a:srgbClr val="ffffff"/>
                </a:solidFill>
                <a:uFill>
                  <a:solidFill>
                    <a:srgbClr val="ffffff"/>
                  </a:solidFill>
                </a:uFill>
                <a:latin typeface="Arial"/>
                <a:ea typeface="DejaVu Sans Condensed"/>
              </a:rPr>
              <a:t>Se présenter (son parcours, ses compétences…), et laisser un CV complet avec une photo si possible</a:t>
            </a:r>
            <a:endParaRPr b="0" lang="fr-FR" sz="1800" spc="-1" strike="noStrike">
              <a:solidFill>
                <a:srgbClr val="000000"/>
              </a:solidFill>
              <a:uFill>
                <a:solidFill>
                  <a:srgbClr val="ffffff"/>
                </a:solidFill>
              </a:uFill>
              <a:latin typeface="Arial"/>
            </a:endParaRPr>
          </a:p>
        </p:txBody>
      </p:sp>
      <p:sp>
        <p:nvSpPr>
          <p:cNvPr id="408" name="CustomShape 3"/>
          <p:cNvSpPr/>
          <p:nvPr/>
        </p:nvSpPr>
        <p:spPr>
          <a:xfrm>
            <a:off x="2418480" y="2185920"/>
            <a:ext cx="5689080" cy="639000"/>
          </a:xfrm>
          <a:prstGeom prst="rect">
            <a:avLst/>
          </a:prstGeom>
          <a:solidFill>
            <a:srgbClr val="ce0f69"/>
          </a:solidFill>
          <a:ln>
            <a:noFill/>
          </a:ln>
        </p:spPr>
        <p:style>
          <a:lnRef idx="0"/>
          <a:fillRef idx="0"/>
          <a:effectRef idx="0"/>
          <a:fontRef idx="minor"/>
        </p:style>
        <p:txBody>
          <a:bodyPr lIns="90000" rIns="90000" tIns="45000" bIns="45000"/>
          <a:p>
            <a:pPr>
              <a:lnSpc>
                <a:spcPct val="100000"/>
              </a:lnSpc>
              <a:spcBef>
                <a:spcPts val="901"/>
              </a:spcBef>
            </a:pPr>
            <a:r>
              <a:rPr b="1" lang="fr-FR" sz="1800" spc="-1" strike="noStrike">
                <a:solidFill>
                  <a:srgbClr val="ffffff"/>
                </a:solidFill>
                <a:uFill>
                  <a:solidFill>
                    <a:srgbClr val="ffffff"/>
                  </a:solidFill>
                </a:uFill>
                <a:latin typeface="Arial"/>
                <a:ea typeface="DejaVu Sans Condensed"/>
              </a:rPr>
              <a:t>Présenter son projet : produits, marché, concurrence, clientèle, fournisseurs</a:t>
            </a:r>
            <a:endParaRPr b="0" lang="fr-FR" sz="1800" spc="-1" strike="noStrike">
              <a:solidFill>
                <a:srgbClr val="000000"/>
              </a:solidFill>
              <a:uFill>
                <a:solidFill>
                  <a:srgbClr val="ffffff"/>
                </a:solidFill>
              </a:uFill>
              <a:latin typeface="Arial"/>
            </a:endParaRPr>
          </a:p>
        </p:txBody>
      </p:sp>
      <p:sp>
        <p:nvSpPr>
          <p:cNvPr id="409" name="CustomShape 4"/>
          <p:cNvSpPr/>
          <p:nvPr/>
        </p:nvSpPr>
        <p:spPr>
          <a:xfrm>
            <a:off x="2418480" y="2861640"/>
            <a:ext cx="5696280" cy="639000"/>
          </a:xfrm>
          <a:prstGeom prst="rect">
            <a:avLst/>
          </a:prstGeom>
          <a:solidFill>
            <a:srgbClr val="ce0f69"/>
          </a:solidFill>
          <a:ln>
            <a:noFill/>
          </a:ln>
        </p:spPr>
        <p:style>
          <a:lnRef idx="0"/>
          <a:fillRef idx="0"/>
          <a:effectRef idx="0"/>
          <a:fontRef idx="minor"/>
        </p:style>
        <p:txBody>
          <a:bodyPr lIns="90000" rIns="90000" tIns="45000" bIns="45000"/>
          <a:p>
            <a:pPr>
              <a:lnSpc>
                <a:spcPct val="100000"/>
              </a:lnSpc>
              <a:spcBef>
                <a:spcPts val="901"/>
              </a:spcBef>
            </a:pPr>
            <a:r>
              <a:rPr b="1" lang="fr-FR" sz="1800" spc="-1" strike="noStrike">
                <a:solidFill>
                  <a:srgbClr val="ffffff"/>
                </a:solidFill>
                <a:uFill>
                  <a:solidFill>
                    <a:srgbClr val="ffffff"/>
                  </a:solidFill>
                </a:uFill>
                <a:latin typeface="Arial"/>
                <a:ea typeface="DejaVu Sans Condensed"/>
              </a:rPr>
              <a:t>Présenter le plan de financement : montant total, apport, besoin d’emprunt</a:t>
            </a:r>
            <a:endParaRPr b="0" lang="fr-FR" sz="1800" spc="-1" strike="noStrike">
              <a:solidFill>
                <a:srgbClr val="000000"/>
              </a:solidFill>
              <a:uFill>
                <a:solidFill>
                  <a:srgbClr val="ffffff"/>
                </a:solidFill>
              </a:uFill>
              <a:latin typeface="Arial"/>
            </a:endParaRPr>
          </a:p>
        </p:txBody>
      </p:sp>
      <p:sp>
        <p:nvSpPr>
          <p:cNvPr id="410" name="CustomShape 5"/>
          <p:cNvSpPr/>
          <p:nvPr/>
        </p:nvSpPr>
        <p:spPr>
          <a:xfrm>
            <a:off x="2418480" y="3653640"/>
            <a:ext cx="5696280" cy="639000"/>
          </a:xfrm>
          <a:prstGeom prst="rect">
            <a:avLst/>
          </a:prstGeom>
          <a:solidFill>
            <a:srgbClr val="ce0f69"/>
          </a:solidFill>
          <a:ln>
            <a:noFill/>
          </a:ln>
        </p:spPr>
        <p:style>
          <a:lnRef idx="0"/>
          <a:fillRef idx="0"/>
          <a:effectRef idx="0"/>
          <a:fontRef idx="minor"/>
        </p:style>
        <p:txBody>
          <a:bodyPr lIns="90000" rIns="90000" tIns="45000" bIns="45000"/>
          <a:p>
            <a:pPr>
              <a:lnSpc>
                <a:spcPct val="100000"/>
              </a:lnSpc>
              <a:spcBef>
                <a:spcPts val="901"/>
              </a:spcBef>
            </a:pPr>
            <a:r>
              <a:rPr b="1" lang="fr-FR" sz="1800" spc="-1" strike="noStrike">
                <a:solidFill>
                  <a:srgbClr val="ffffff"/>
                </a:solidFill>
                <a:uFill>
                  <a:solidFill>
                    <a:srgbClr val="ffffff"/>
                  </a:solidFill>
                </a:uFill>
                <a:latin typeface="Arial"/>
                <a:ea typeface="DejaVu Sans Condensed"/>
              </a:rPr>
              <a:t>Présenter le compte de résultat, et savoir expliquer la calcul du chiffre d’affaires</a:t>
            </a:r>
            <a:endParaRPr b="0" lang="fr-FR" sz="1800" spc="-1" strike="noStrike">
              <a:solidFill>
                <a:srgbClr val="000000"/>
              </a:solidFill>
              <a:uFill>
                <a:solidFill>
                  <a:srgbClr val="ffffff"/>
                </a:solidFill>
              </a:uFill>
              <a:latin typeface="Arial"/>
            </a:endParaRPr>
          </a:p>
        </p:txBody>
      </p:sp>
      <p:sp>
        <p:nvSpPr>
          <p:cNvPr id="411" name="CustomShape 6"/>
          <p:cNvSpPr/>
          <p:nvPr/>
        </p:nvSpPr>
        <p:spPr>
          <a:xfrm>
            <a:off x="1459080" y="1277280"/>
            <a:ext cx="744840" cy="380520"/>
          </a:xfrm>
          <a:prstGeom prst="rightArrow">
            <a:avLst>
              <a:gd name="adj1" fmla="val 50000"/>
              <a:gd name="adj2" fmla="val 55000"/>
            </a:avLst>
          </a:prstGeom>
          <a:solidFill>
            <a:srgbClr val="84329b"/>
          </a:solidFill>
          <a:ln w="9360">
            <a:solidFill>
              <a:srgbClr val="000000"/>
            </a:solidFill>
            <a:miter/>
          </a:ln>
        </p:spPr>
        <p:style>
          <a:lnRef idx="0"/>
          <a:fillRef idx="0"/>
          <a:effectRef idx="0"/>
          <a:fontRef idx="minor"/>
        </p:style>
      </p:sp>
      <p:sp>
        <p:nvSpPr>
          <p:cNvPr id="412" name="CustomShape 7"/>
          <p:cNvSpPr/>
          <p:nvPr/>
        </p:nvSpPr>
        <p:spPr>
          <a:xfrm>
            <a:off x="1522440" y="2214000"/>
            <a:ext cx="744840" cy="380520"/>
          </a:xfrm>
          <a:prstGeom prst="rightArrow">
            <a:avLst>
              <a:gd name="adj1" fmla="val 50000"/>
              <a:gd name="adj2" fmla="val 55000"/>
            </a:avLst>
          </a:prstGeom>
          <a:solidFill>
            <a:srgbClr val="84329b"/>
          </a:solidFill>
          <a:ln w="9360">
            <a:solidFill>
              <a:srgbClr val="000000"/>
            </a:solidFill>
            <a:miter/>
          </a:ln>
        </p:spPr>
        <p:style>
          <a:lnRef idx="0"/>
          <a:fillRef idx="0"/>
          <a:effectRef idx="0"/>
          <a:fontRef idx="minor"/>
        </p:style>
      </p:sp>
      <p:sp>
        <p:nvSpPr>
          <p:cNvPr id="413" name="CustomShape 8"/>
          <p:cNvSpPr/>
          <p:nvPr/>
        </p:nvSpPr>
        <p:spPr>
          <a:xfrm>
            <a:off x="1522440" y="3006000"/>
            <a:ext cx="744840" cy="380520"/>
          </a:xfrm>
          <a:prstGeom prst="rightArrow">
            <a:avLst>
              <a:gd name="adj1" fmla="val 50000"/>
              <a:gd name="adj2" fmla="val 55000"/>
            </a:avLst>
          </a:prstGeom>
          <a:solidFill>
            <a:srgbClr val="84329b"/>
          </a:solidFill>
          <a:ln w="9360">
            <a:solidFill>
              <a:srgbClr val="000000"/>
            </a:solidFill>
            <a:miter/>
          </a:ln>
        </p:spPr>
        <p:style>
          <a:lnRef idx="0"/>
          <a:fillRef idx="0"/>
          <a:effectRef idx="0"/>
          <a:fontRef idx="minor"/>
        </p:style>
      </p:sp>
      <p:sp>
        <p:nvSpPr>
          <p:cNvPr id="414" name="CustomShape 9"/>
          <p:cNvSpPr/>
          <p:nvPr/>
        </p:nvSpPr>
        <p:spPr>
          <a:xfrm>
            <a:off x="1586160" y="3798360"/>
            <a:ext cx="703800" cy="380520"/>
          </a:xfrm>
          <a:prstGeom prst="rightArrow">
            <a:avLst>
              <a:gd name="adj1" fmla="val 50000"/>
              <a:gd name="adj2" fmla="val 67727"/>
            </a:avLst>
          </a:prstGeom>
          <a:solidFill>
            <a:srgbClr val="84329b"/>
          </a:solidFill>
          <a:ln w="9360">
            <a:solidFill>
              <a:srgbClr val="000000"/>
            </a:solidFill>
            <a:miter/>
          </a:ln>
        </p:spPr>
        <p:style>
          <a:lnRef idx="0"/>
          <a:fillRef idx="0"/>
          <a:effectRef idx="0"/>
          <a:fontRef idx="minor"/>
        </p:style>
      </p:sp>
      <p:sp>
        <p:nvSpPr>
          <p:cNvPr id="415" name="CustomShape 10"/>
          <p:cNvSpPr/>
          <p:nvPr/>
        </p:nvSpPr>
        <p:spPr>
          <a:xfrm>
            <a:off x="2418480" y="4446000"/>
            <a:ext cx="5696280" cy="1187640"/>
          </a:xfrm>
          <a:prstGeom prst="rect">
            <a:avLst/>
          </a:prstGeom>
          <a:solidFill>
            <a:srgbClr val="ce0f69"/>
          </a:solidFill>
          <a:ln>
            <a:noFill/>
          </a:ln>
        </p:spPr>
        <p:style>
          <a:lnRef idx="0"/>
          <a:fillRef idx="0"/>
          <a:effectRef idx="0"/>
          <a:fontRef idx="minor"/>
        </p:style>
        <p:txBody>
          <a:bodyPr lIns="90000" rIns="90000" tIns="45000" bIns="45000"/>
          <a:p>
            <a:pPr>
              <a:lnSpc>
                <a:spcPct val="100000"/>
              </a:lnSpc>
              <a:spcBef>
                <a:spcPts val="901"/>
              </a:spcBef>
            </a:pPr>
            <a:r>
              <a:rPr b="1" lang="fr-FR" sz="1800" spc="-1" strike="noStrike">
                <a:solidFill>
                  <a:srgbClr val="ffffff"/>
                </a:solidFill>
                <a:uFill>
                  <a:solidFill>
                    <a:srgbClr val="ffffff"/>
                  </a:solidFill>
                </a:uFill>
                <a:latin typeface="Arial"/>
                <a:ea typeface="DejaVu Sans Condensed"/>
              </a:rPr>
              <a:t>Remettre au banquier sur support papier la présentation du projet, le plan de financement, le prévisionnel sur 3 ans, avec les pièces justificatives demandées par le banquier</a:t>
            </a:r>
            <a:endParaRPr b="0" lang="fr-FR" sz="1800" spc="-1" strike="noStrike">
              <a:solidFill>
                <a:srgbClr val="000000"/>
              </a:solidFill>
              <a:uFill>
                <a:solidFill>
                  <a:srgbClr val="ffffff"/>
                </a:solidFill>
              </a:uFill>
              <a:latin typeface="Arial"/>
            </a:endParaRPr>
          </a:p>
        </p:txBody>
      </p:sp>
      <p:sp>
        <p:nvSpPr>
          <p:cNvPr id="416" name="CustomShape 11"/>
          <p:cNvSpPr/>
          <p:nvPr/>
        </p:nvSpPr>
        <p:spPr>
          <a:xfrm>
            <a:off x="1522440" y="4806360"/>
            <a:ext cx="744840" cy="380520"/>
          </a:xfrm>
          <a:prstGeom prst="rightArrow">
            <a:avLst>
              <a:gd name="adj1" fmla="val 50000"/>
              <a:gd name="adj2" fmla="val 55000"/>
            </a:avLst>
          </a:prstGeom>
          <a:solidFill>
            <a:srgbClr val="84329b"/>
          </a:solidFill>
          <a:ln w="9360">
            <a:solidFill>
              <a:srgbClr val="000000"/>
            </a:solidFill>
            <a:miter/>
          </a:ln>
        </p:spPr>
        <p:style>
          <a:lnRef idx="0"/>
          <a:fillRef idx="0"/>
          <a:effectRef idx="0"/>
          <a:fontRef idx="minor"/>
        </p:style>
      </p:sp>
      <p:sp>
        <p:nvSpPr>
          <p:cNvPr id="417" name="CustomShape 12"/>
          <p:cNvSpPr/>
          <p:nvPr/>
        </p:nvSpPr>
        <p:spPr>
          <a:xfrm>
            <a:off x="1522440" y="5885640"/>
            <a:ext cx="744840" cy="380520"/>
          </a:xfrm>
          <a:prstGeom prst="rightArrow">
            <a:avLst>
              <a:gd name="adj1" fmla="val 50000"/>
              <a:gd name="adj2" fmla="val 55000"/>
            </a:avLst>
          </a:prstGeom>
          <a:solidFill>
            <a:srgbClr val="84329b"/>
          </a:solidFill>
          <a:ln w="9360">
            <a:solidFill>
              <a:srgbClr val="000000"/>
            </a:solidFill>
            <a:miter/>
          </a:ln>
        </p:spPr>
        <p:style>
          <a:lnRef idx="0"/>
          <a:fillRef idx="0"/>
          <a:effectRef idx="0"/>
          <a:fontRef idx="minor"/>
        </p:style>
      </p:sp>
      <p:sp>
        <p:nvSpPr>
          <p:cNvPr id="418" name="CustomShape 13"/>
          <p:cNvSpPr/>
          <p:nvPr/>
        </p:nvSpPr>
        <p:spPr>
          <a:xfrm>
            <a:off x="2418480" y="5885640"/>
            <a:ext cx="5696280" cy="456120"/>
          </a:xfrm>
          <a:prstGeom prst="rect">
            <a:avLst/>
          </a:prstGeom>
          <a:solidFill>
            <a:srgbClr val="ce0f69"/>
          </a:solidFill>
          <a:ln>
            <a:noFill/>
          </a:ln>
        </p:spPr>
        <p:style>
          <a:lnRef idx="0"/>
          <a:fillRef idx="0"/>
          <a:effectRef idx="0"/>
          <a:fontRef idx="minor"/>
        </p:style>
        <p:txBody>
          <a:bodyPr lIns="90000" rIns="90000" tIns="45000" bIns="45000"/>
          <a:p>
            <a:pPr>
              <a:lnSpc>
                <a:spcPct val="100000"/>
              </a:lnSpc>
              <a:spcBef>
                <a:spcPts val="1199"/>
              </a:spcBef>
            </a:pPr>
            <a:r>
              <a:rPr b="1" lang="fr-FR" sz="1800" spc="-1" strike="noStrike">
                <a:solidFill>
                  <a:srgbClr val="ffffff"/>
                </a:solidFill>
                <a:uFill>
                  <a:solidFill>
                    <a:srgbClr val="ffffff"/>
                  </a:solidFill>
                </a:uFill>
                <a:latin typeface="Arial"/>
                <a:ea typeface="DejaVu Sans Condensed"/>
              </a:rPr>
              <a:t>Demander le calendrier d’obtention du crédit</a:t>
            </a:r>
            <a:r>
              <a:rPr b="1" lang="fr-FR" sz="2400" spc="-1" strike="noStrike">
                <a:solidFill>
                  <a:srgbClr val="ffffff"/>
                </a:solidFill>
                <a:uFill>
                  <a:solidFill>
                    <a:srgbClr val="ffffff"/>
                  </a:solidFill>
                </a:uFill>
                <a:latin typeface="Arial"/>
                <a:ea typeface="DejaVu Sans Condensed"/>
              </a:rPr>
              <a:t> </a:t>
            </a:r>
            <a:endParaRPr b="0" lang="fr-FR" sz="2400" spc="-1" strike="noStrike">
              <a:solidFill>
                <a:srgbClr val="000000"/>
              </a:solidFill>
              <a:uFill>
                <a:solidFill>
                  <a:srgbClr val="ffffff"/>
                </a:solidFill>
              </a:uFill>
              <a:latin typeface="Arial"/>
            </a:endParaRPr>
          </a:p>
        </p:txBody>
      </p:sp>
      <p:pic>
        <p:nvPicPr>
          <p:cNvPr id="419" name="Picture 7" descr=""/>
          <p:cNvPicPr/>
          <p:nvPr/>
        </p:nvPicPr>
        <p:blipFill>
          <a:blip r:embed="rId2"/>
          <a:stretch/>
        </p:blipFill>
        <p:spPr>
          <a:xfrm>
            <a:off x="8269200" y="2609640"/>
            <a:ext cx="592920" cy="2189520"/>
          </a:xfrm>
          <a:prstGeom prst="rect">
            <a:avLst/>
          </a:prstGeom>
          <a:ln>
            <a:noFill/>
          </a:ln>
        </p:spPr>
      </p:pic>
      <p:pic>
        <p:nvPicPr>
          <p:cNvPr id="420" name="Image 5" descr=""/>
          <p:cNvPicPr/>
          <p:nvPr/>
        </p:nvPicPr>
        <p:blipFill>
          <a:blip r:embed="rId3"/>
          <a:stretch/>
        </p:blipFill>
        <p:spPr>
          <a:xfrm>
            <a:off x="105480" y="1713960"/>
            <a:ext cx="1265760" cy="842400"/>
          </a:xfrm>
          <a:prstGeom prst="rect">
            <a:avLst/>
          </a:prstGeom>
          <a:ln>
            <a:noFill/>
          </a:ln>
        </p:spPr>
      </p:pic>
      <p:pic>
        <p:nvPicPr>
          <p:cNvPr id="421" name="Image 6" descr=""/>
          <p:cNvPicPr/>
          <p:nvPr/>
        </p:nvPicPr>
        <p:blipFill>
          <a:blip r:embed="rId4"/>
          <a:stretch/>
        </p:blipFill>
        <p:spPr>
          <a:xfrm rot="228000">
            <a:off x="14400" y="4953960"/>
            <a:ext cx="1447920" cy="1228320"/>
          </a:xfrm>
          <a:prstGeom prst="rect">
            <a:avLst/>
          </a:prstGeom>
          <a:ln>
            <a:noFill/>
          </a:ln>
        </p:spPr>
      </p:pic>
    </p:spTree>
  </p:cSld>
  <p:timing>
    <p:tnLst>
      <p:par>
        <p:cTn id="192" dur="indefinite" restart="never" nodeType="tmRoot">
          <p:childTnLst>
            <p:seq>
              <p:cTn id="193" dur="indefinite" nodeType="mainSeq">
                <p:childTnLst>
                  <p:par>
                    <p:cTn id="194" nodeType="clickEffect" fill="hold">
                      <p:stCondLst>
                        <p:cond delay="0"/>
                      </p:stCondLst>
                      <p:childTnLst>
                        <p:par>
                          <p:cTn id="195" nodeType="withEffect" fill="hold">
                            <p:stCondLst>
                              <p:cond delay="0"/>
                            </p:stCondLst>
                            <p:childTnLst>
                              <p:par>
                                <p:cTn id="196" nodeType="afterEffect" fill="hold" presetClass="entr" presetID="1">
                                  <p:stCondLst>
                                    <p:cond delay="0"/>
                                  </p:stCondLst>
                                  <p:childTnLst>
                                    <p:set>
                                      <p:cBhvr>
                                        <p:cTn id="197" dur="1" fill="hold">
                                          <p:stCondLst>
                                            <p:cond delay="499"/>
                                          </p:stCondLst>
                                        </p:cTn>
                                        <p:tgtEl>
                                          <p:spTgt spid="406"/>
                                        </p:tgtEl>
                                        <p:attrNameLst>
                                          <p:attrName>style.visibility</p:attrName>
                                        </p:attrNameLst>
                                      </p:cBhvr>
                                      <p:to>
                                        <p:strVal val="visible"/>
                                      </p:to>
                                    </p:set>
                                  </p:childTnLst>
                                </p:cTn>
                              </p:par>
                            </p:childTnLst>
                          </p:cTn>
                        </p:par>
                      </p:childTnLst>
                    </p:cTn>
                  </p:par>
                </p:childTnLst>
              </p:cTn>
              <p:prevCondLst>
                <p:cond delay="0" evt="onPrev">
                  <p:tgtEl>
                    <p:sldTgt/>
                  </p:tgtEl>
                </p:cond>
              </p:prevCondLst>
              <p:nextCondLst>
                <p:cond delay="0" evt="onNext">
                  <p:tgtEl>
                    <p:sldTgt/>
                  </p:tgtEl>
                </p:cond>
              </p:nextCondLst>
            </p:seq>
          </p:childTnLst>
        </p:cTn>
      </p:par>
    </p:tnLst>
  </p:timing>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2" name="CustomShape 1"/>
          <p:cNvSpPr/>
          <p:nvPr/>
        </p:nvSpPr>
        <p:spPr>
          <a:xfrm>
            <a:off x="588600" y="684720"/>
            <a:ext cx="7992360" cy="6343560"/>
          </a:xfrm>
          <a:prstGeom prst="rect">
            <a:avLst/>
          </a:prstGeom>
          <a:noFill/>
          <a:ln>
            <a:noFill/>
          </a:ln>
        </p:spPr>
        <p:style>
          <a:lnRef idx="0"/>
          <a:fillRef idx="0"/>
          <a:effectRef idx="0"/>
          <a:fontRef idx="minor"/>
        </p:style>
        <p:txBody>
          <a:bodyPr>
            <a:normAutofit/>
          </a:bodyPr>
          <a:p>
            <a:pPr marL="343080" indent="-342720">
              <a:lnSpc>
                <a:spcPct val="100000"/>
              </a:lnSpc>
              <a:spcBef>
                <a:spcPts val="581"/>
              </a:spcBef>
            </a:pPr>
            <a:r>
              <a:rPr b="0" lang="fr-FR" sz="2900" spc="-1" strike="noStrike">
                <a:solidFill>
                  <a:srgbClr val="84329b"/>
                </a:solidFill>
                <a:uFill>
                  <a:solidFill>
                    <a:srgbClr val="ffffff"/>
                  </a:solidFill>
                </a:uFill>
                <a:latin typeface="Arial"/>
              </a:rPr>
              <a:t>Aide aux Chômeurs Créateurs Repreneurs d’Entreprise (</a:t>
            </a:r>
            <a:r>
              <a:rPr b="1" lang="fr-FR" sz="2900" spc="-1" strike="noStrike">
                <a:solidFill>
                  <a:srgbClr val="84329b"/>
                </a:solidFill>
                <a:uFill>
                  <a:solidFill>
                    <a:srgbClr val="ffffff"/>
                  </a:solidFill>
                </a:uFill>
                <a:latin typeface="Arial"/>
              </a:rPr>
              <a:t>ACCRE</a:t>
            </a:r>
            <a:r>
              <a:rPr b="0" lang="fr-FR" sz="2900" spc="-1" strike="noStrike">
                <a:solidFill>
                  <a:srgbClr val="84329b"/>
                </a:solidFill>
                <a:uFill>
                  <a:solidFill>
                    <a:srgbClr val="ffffff"/>
                  </a:solidFill>
                </a:uFill>
                <a:latin typeface="Arial"/>
              </a:rPr>
              <a:t>)  </a:t>
            </a:r>
            <a:endParaRPr b="0" lang="fr-FR" sz="2900" spc="-1" strike="noStrike">
              <a:solidFill>
                <a:srgbClr val="000000"/>
              </a:solidFill>
              <a:uFill>
                <a:solidFill>
                  <a:srgbClr val="ffffff"/>
                </a:solidFill>
              </a:uFill>
              <a:latin typeface="Arial"/>
            </a:endParaRPr>
          </a:p>
          <a:p>
            <a:pPr marL="343080" indent="-342720">
              <a:lnSpc>
                <a:spcPct val="110000"/>
              </a:lnSpc>
              <a:spcBef>
                <a:spcPts val="581"/>
              </a:spcBef>
            </a:pPr>
            <a:endParaRPr b="0" lang="fr-FR" sz="2900" spc="-1" strike="noStrike">
              <a:solidFill>
                <a:srgbClr val="000000"/>
              </a:solidFill>
              <a:uFill>
                <a:solidFill>
                  <a:srgbClr val="ffffff"/>
                </a:solidFill>
              </a:uFill>
              <a:latin typeface="Arial"/>
            </a:endParaRPr>
          </a:p>
          <a:p>
            <a:pPr marL="343080" indent="-342720">
              <a:lnSpc>
                <a:spcPct val="110000"/>
              </a:lnSpc>
              <a:spcBef>
                <a:spcPts val="581"/>
              </a:spcBef>
            </a:pPr>
            <a:r>
              <a:rPr b="1" lang="fr-FR" sz="2900" spc="-1" strike="noStrike">
                <a:solidFill>
                  <a:srgbClr val="84329b"/>
                </a:solidFill>
                <a:uFill>
                  <a:solidFill>
                    <a:srgbClr val="ffffff"/>
                  </a:solidFill>
                </a:uFill>
                <a:latin typeface="Arial"/>
              </a:rPr>
              <a:t>Aide AGEFIPH </a:t>
            </a:r>
            <a:r>
              <a:rPr b="0" lang="fr-FR" sz="2900" spc="-1" strike="noStrike">
                <a:solidFill>
                  <a:srgbClr val="84329b"/>
                </a:solidFill>
                <a:uFill>
                  <a:solidFill>
                    <a:srgbClr val="ffffff"/>
                  </a:solidFill>
                </a:uFill>
                <a:latin typeface="Arial"/>
              </a:rPr>
              <a:t>(travailleurs handicapés) jusqu’à 5 000 €</a:t>
            </a:r>
            <a:endParaRPr b="0" lang="fr-FR" sz="2900" spc="-1" strike="noStrike">
              <a:solidFill>
                <a:srgbClr val="000000"/>
              </a:solidFill>
              <a:uFill>
                <a:solidFill>
                  <a:srgbClr val="ffffff"/>
                </a:solidFill>
              </a:uFill>
              <a:latin typeface="Arial"/>
            </a:endParaRPr>
          </a:p>
          <a:p>
            <a:pPr marL="343080" indent="-342720">
              <a:lnSpc>
                <a:spcPct val="110000"/>
              </a:lnSpc>
              <a:spcBef>
                <a:spcPts val="641"/>
              </a:spcBef>
            </a:pPr>
            <a:endParaRPr b="0" lang="fr-FR" sz="2900" spc="-1" strike="noStrike">
              <a:solidFill>
                <a:srgbClr val="000000"/>
              </a:solidFill>
              <a:uFill>
                <a:solidFill>
                  <a:srgbClr val="ffffff"/>
                </a:solidFill>
              </a:uFill>
              <a:latin typeface="Arial"/>
            </a:endParaRPr>
          </a:p>
          <a:p>
            <a:pPr marL="343080" indent="-342720">
              <a:lnSpc>
                <a:spcPct val="110000"/>
              </a:lnSpc>
              <a:spcBef>
                <a:spcPts val="581"/>
              </a:spcBef>
            </a:pPr>
            <a:r>
              <a:rPr b="0" lang="fr-FR" sz="2900" spc="-1" strike="noStrike">
                <a:solidFill>
                  <a:srgbClr val="84329b"/>
                </a:solidFill>
                <a:uFill>
                  <a:solidFill>
                    <a:srgbClr val="ffffff"/>
                  </a:solidFill>
                </a:uFill>
                <a:latin typeface="Arial"/>
              </a:rPr>
              <a:t>La location de véhicules avec accompagnement (</a:t>
            </a:r>
            <a:r>
              <a:rPr b="1" lang="fr-FR" sz="2900" spc="-1" strike="noStrike">
                <a:solidFill>
                  <a:srgbClr val="84329b"/>
                </a:solidFill>
                <a:uFill>
                  <a:solidFill>
                    <a:srgbClr val="ffffff"/>
                  </a:solidFill>
                </a:uFill>
                <a:latin typeface="Arial"/>
              </a:rPr>
              <a:t>AB services création</a:t>
            </a:r>
            <a:r>
              <a:rPr b="0" lang="fr-FR" sz="2900" spc="-1" strike="noStrike">
                <a:solidFill>
                  <a:srgbClr val="84329b"/>
                </a:solidFill>
                <a:uFill>
                  <a:solidFill>
                    <a:srgbClr val="ffffff"/>
                  </a:solidFill>
                </a:uFill>
                <a:latin typeface="Arial"/>
              </a:rPr>
              <a:t>)</a:t>
            </a:r>
            <a:endParaRPr b="0" lang="fr-FR" sz="2900" spc="-1" strike="noStrike">
              <a:solidFill>
                <a:srgbClr val="000000"/>
              </a:solidFill>
              <a:uFill>
                <a:solidFill>
                  <a:srgbClr val="ffffff"/>
                </a:solidFill>
              </a:uFill>
              <a:latin typeface="Arial"/>
            </a:endParaRPr>
          </a:p>
          <a:p>
            <a:pPr marL="343080" indent="-342720">
              <a:lnSpc>
                <a:spcPct val="110000"/>
              </a:lnSpc>
              <a:spcBef>
                <a:spcPts val="581"/>
              </a:spcBef>
            </a:pPr>
            <a:endParaRPr b="0" lang="fr-FR" sz="2900" spc="-1" strike="noStrike">
              <a:solidFill>
                <a:srgbClr val="000000"/>
              </a:solidFill>
              <a:uFill>
                <a:solidFill>
                  <a:srgbClr val="ffffff"/>
                </a:solidFill>
              </a:uFill>
              <a:latin typeface="Arial"/>
            </a:endParaRPr>
          </a:p>
          <a:p>
            <a:pPr marL="343080" indent="-342720">
              <a:lnSpc>
                <a:spcPct val="110000"/>
              </a:lnSpc>
              <a:spcBef>
                <a:spcPts val="581"/>
              </a:spcBef>
            </a:pPr>
            <a:r>
              <a:rPr b="0" lang="fr-FR" sz="2900" spc="-1" strike="noStrike">
                <a:solidFill>
                  <a:srgbClr val="84329b"/>
                </a:solidFill>
                <a:uFill>
                  <a:solidFill>
                    <a:srgbClr val="ffffff"/>
                  </a:solidFill>
                </a:uFill>
                <a:latin typeface="Arial"/>
              </a:rPr>
              <a:t>Autres sources de financement : </a:t>
            </a:r>
            <a:endParaRPr b="0" lang="fr-FR" sz="2900" spc="-1" strike="noStrike">
              <a:solidFill>
                <a:srgbClr val="000000"/>
              </a:solidFill>
              <a:uFill>
                <a:solidFill>
                  <a:srgbClr val="ffffff"/>
                </a:solidFill>
              </a:uFill>
              <a:latin typeface="Arial"/>
            </a:endParaRPr>
          </a:p>
          <a:p>
            <a:pPr marL="343080" indent="-342720">
              <a:lnSpc>
                <a:spcPct val="110000"/>
              </a:lnSpc>
              <a:spcBef>
                <a:spcPts val="581"/>
              </a:spcBef>
              <a:buClr>
                <a:srgbClr val="84329b"/>
              </a:buClr>
              <a:buFont typeface="Arial"/>
              <a:buChar char="•"/>
            </a:pPr>
            <a:r>
              <a:rPr b="0" lang="fr-FR" sz="2900" spc="-1" strike="noStrike">
                <a:solidFill>
                  <a:srgbClr val="84329b"/>
                </a:solidFill>
                <a:uFill>
                  <a:solidFill>
                    <a:srgbClr val="ffffff"/>
                  </a:solidFill>
                </a:uFill>
                <a:latin typeface="Arial"/>
              </a:rPr>
              <a:t>Le prêt d’honneur / prêt à taux 0 (</a:t>
            </a:r>
            <a:r>
              <a:rPr b="1" lang="fr-FR" sz="2900" spc="-1" strike="noStrike">
                <a:solidFill>
                  <a:srgbClr val="84329b"/>
                </a:solidFill>
                <a:uFill>
                  <a:solidFill>
                    <a:srgbClr val="ffffff"/>
                  </a:solidFill>
                </a:uFill>
                <a:latin typeface="Arial"/>
              </a:rPr>
              <a:t>Initiative Pays de Morlaix</a:t>
            </a:r>
            <a:r>
              <a:rPr b="0" lang="fr-FR" sz="2900" spc="-1" strike="noStrike">
                <a:solidFill>
                  <a:srgbClr val="84329b"/>
                </a:solidFill>
                <a:uFill>
                  <a:solidFill>
                    <a:srgbClr val="ffffff"/>
                  </a:solidFill>
                </a:uFill>
                <a:latin typeface="Arial"/>
              </a:rPr>
              <a:t>)</a:t>
            </a:r>
            <a:endParaRPr b="0" lang="fr-FR" sz="2900" spc="-1" strike="noStrike">
              <a:solidFill>
                <a:srgbClr val="000000"/>
              </a:solidFill>
              <a:uFill>
                <a:solidFill>
                  <a:srgbClr val="ffffff"/>
                </a:solidFill>
              </a:uFill>
              <a:latin typeface="Arial"/>
            </a:endParaRPr>
          </a:p>
          <a:p>
            <a:pPr marL="343080" indent="-342720">
              <a:lnSpc>
                <a:spcPct val="110000"/>
              </a:lnSpc>
              <a:spcBef>
                <a:spcPts val="581"/>
              </a:spcBef>
              <a:buClr>
                <a:srgbClr val="84329b"/>
              </a:buClr>
              <a:buFont typeface="Arial"/>
              <a:buChar char="•"/>
            </a:pPr>
            <a:r>
              <a:rPr b="0" lang="fr-FR" sz="2900" spc="-1" strike="noStrike">
                <a:solidFill>
                  <a:srgbClr val="84329b"/>
                </a:solidFill>
                <a:uFill>
                  <a:solidFill>
                    <a:srgbClr val="ffffff"/>
                  </a:solidFill>
                </a:uFill>
                <a:latin typeface="Arial"/>
              </a:rPr>
              <a:t>Le micro-crédit (</a:t>
            </a:r>
            <a:r>
              <a:rPr b="1" lang="fr-FR" sz="2900" spc="-1" strike="noStrike">
                <a:solidFill>
                  <a:srgbClr val="84329b"/>
                </a:solidFill>
                <a:uFill>
                  <a:solidFill>
                    <a:srgbClr val="ffffff"/>
                  </a:solidFill>
                </a:uFill>
                <a:latin typeface="Arial"/>
              </a:rPr>
              <a:t>ADIE</a:t>
            </a:r>
            <a:r>
              <a:rPr b="0" lang="fr-FR" sz="2900" spc="-1" strike="noStrike">
                <a:solidFill>
                  <a:srgbClr val="84329b"/>
                </a:solidFill>
                <a:uFill>
                  <a:solidFill>
                    <a:srgbClr val="ffffff"/>
                  </a:solidFill>
                </a:uFill>
                <a:latin typeface="Arial"/>
              </a:rPr>
              <a:t>)</a:t>
            </a:r>
            <a:endParaRPr b="0" lang="fr-FR" sz="2900" spc="-1" strike="noStrike">
              <a:solidFill>
                <a:srgbClr val="000000"/>
              </a:solidFill>
              <a:uFill>
                <a:solidFill>
                  <a:srgbClr val="ffffff"/>
                </a:solidFill>
              </a:uFill>
              <a:latin typeface="Arial"/>
            </a:endParaRPr>
          </a:p>
          <a:p>
            <a:pPr marL="343080" indent="-342720">
              <a:lnSpc>
                <a:spcPct val="110000"/>
              </a:lnSpc>
              <a:spcBef>
                <a:spcPts val="581"/>
              </a:spcBef>
            </a:pPr>
            <a:endParaRPr b="0" lang="fr-FR" sz="2900" spc="-1" strike="noStrike">
              <a:solidFill>
                <a:srgbClr val="000000"/>
              </a:solidFill>
              <a:uFill>
                <a:solidFill>
                  <a:srgbClr val="ffffff"/>
                </a:solidFill>
              </a:uFill>
              <a:latin typeface="Arial"/>
            </a:endParaRPr>
          </a:p>
          <a:p>
            <a:pPr marL="343080" indent="-342720">
              <a:lnSpc>
                <a:spcPct val="110000"/>
              </a:lnSpc>
              <a:spcBef>
                <a:spcPts val="581"/>
              </a:spcBef>
            </a:pPr>
            <a:r>
              <a:rPr b="0" lang="fr-FR" sz="2900" spc="-1" strike="noStrike">
                <a:solidFill>
                  <a:srgbClr val="84329b"/>
                </a:solidFill>
                <a:uFill>
                  <a:solidFill>
                    <a:srgbClr val="ffffff"/>
                  </a:solidFill>
                </a:uFill>
                <a:latin typeface="Arial"/>
              </a:rPr>
              <a:t> </a:t>
            </a:r>
            <a:r>
              <a:rPr b="0" lang="fr-FR" sz="2900" spc="-1" strike="noStrike">
                <a:solidFill>
                  <a:srgbClr val="84329b"/>
                </a:solidFill>
                <a:uFill>
                  <a:solidFill>
                    <a:srgbClr val="ffffff"/>
                  </a:solidFill>
                </a:uFill>
                <a:latin typeface="Arial"/>
              </a:rPr>
              <a:t>Garanties bancaires : </a:t>
            </a:r>
            <a:endParaRPr b="0" lang="fr-FR" sz="2900" spc="-1" strike="noStrike">
              <a:solidFill>
                <a:srgbClr val="000000"/>
              </a:solidFill>
              <a:uFill>
                <a:solidFill>
                  <a:srgbClr val="ffffff"/>
                </a:solidFill>
              </a:uFill>
              <a:latin typeface="Arial"/>
            </a:endParaRPr>
          </a:p>
          <a:p>
            <a:pPr marL="343080" indent="-342720">
              <a:lnSpc>
                <a:spcPct val="110000"/>
              </a:lnSpc>
              <a:spcBef>
                <a:spcPts val="581"/>
              </a:spcBef>
              <a:buClr>
                <a:srgbClr val="84329b"/>
              </a:buClr>
              <a:buFont typeface="Arial"/>
              <a:buChar char="•"/>
            </a:pPr>
            <a:r>
              <a:rPr b="0" lang="fr-FR" sz="2900" spc="-1" strike="noStrike">
                <a:solidFill>
                  <a:srgbClr val="84329b"/>
                </a:solidFill>
                <a:uFill>
                  <a:solidFill>
                    <a:srgbClr val="ffffff"/>
                  </a:solidFill>
                </a:uFill>
                <a:latin typeface="Arial"/>
              </a:rPr>
              <a:t> </a:t>
            </a:r>
            <a:r>
              <a:rPr b="0" lang="fr-FR" sz="2900" spc="-1" strike="noStrike">
                <a:solidFill>
                  <a:srgbClr val="84329b"/>
                </a:solidFill>
                <a:uFill>
                  <a:solidFill>
                    <a:srgbClr val="ffffff"/>
                  </a:solidFill>
                </a:uFill>
                <a:latin typeface="Arial"/>
              </a:rPr>
              <a:t>Caution </a:t>
            </a:r>
            <a:r>
              <a:rPr b="1" lang="fr-FR" sz="2900" spc="-1" strike="noStrike">
                <a:solidFill>
                  <a:srgbClr val="84329b"/>
                </a:solidFill>
                <a:uFill>
                  <a:solidFill>
                    <a:srgbClr val="ffffff"/>
                  </a:solidFill>
                </a:uFill>
                <a:latin typeface="Arial"/>
              </a:rPr>
              <a:t>Bretagne Active  </a:t>
            </a:r>
            <a:r>
              <a:rPr b="0" lang="fr-FR" sz="2900" spc="-1" strike="noStrike">
                <a:solidFill>
                  <a:srgbClr val="84329b"/>
                </a:solidFill>
                <a:uFill>
                  <a:solidFill>
                    <a:srgbClr val="ffffff"/>
                  </a:solidFill>
                </a:uFill>
                <a:latin typeface="Arial"/>
              </a:rPr>
              <a:t>/ France Active Garantie</a:t>
            </a:r>
            <a:endParaRPr b="0" lang="fr-FR" sz="2900" spc="-1" strike="noStrike">
              <a:solidFill>
                <a:srgbClr val="000000"/>
              </a:solidFill>
              <a:uFill>
                <a:solidFill>
                  <a:srgbClr val="ffffff"/>
                </a:solidFill>
              </a:uFill>
              <a:latin typeface="Arial"/>
            </a:endParaRPr>
          </a:p>
          <a:p>
            <a:pPr marL="343080" indent="-342720">
              <a:lnSpc>
                <a:spcPct val="110000"/>
              </a:lnSpc>
              <a:spcBef>
                <a:spcPts val="581"/>
              </a:spcBef>
              <a:buClr>
                <a:srgbClr val="84329b"/>
              </a:buClr>
              <a:buFont typeface="Arial"/>
              <a:buChar char="•"/>
            </a:pPr>
            <a:r>
              <a:rPr b="0" lang="fr-FR" sz="2900" spc="-1" strike="noStrike">
                <a:solidFill>
                  <a:srgbClr val="84329b"/>
                </a:solidFill>
                <a:uFill>
                  <a:solidFill>
                    <a:srgbClr val="ffffff"/>
                  </a:solidFill>
                </a:uFill>
                <a:latin typeface="Arial"/>
              </a:rPr>
              <a:t> </a:t>
            </a:r>
            <a:r>
              <a:rPr b="0" lang="fr-FR" sz="2900" spc="-1" strike="noStrike">
                <a:solidFill>
                  <a:srgbClr val="84329b"/>
                </a:solidFill>
                <a:uFill>
                  <a:solidFill>
                    <a:srgbClr val="ffffff"/>
                  </a:solidFill>
                </a:uFill>
                <a:latin typeface="Arial"/>
              </a:rPr>
              <a:t>Caution </a:t>
            </a:r>
            <a:r>
              <a:rPr b="1" lang="fr-FR" sz="2900" spc="-1" strike="noStrike">
                <a:solidFill>
                  <a:srgbClr val="84329b"/>
                </a:solidFill>
                <a:uFill>
                  <a:solidFill>
                    <a:srgbClr val="ffffff"/>
                  </a:solidFill>
                </a:uFill>
                <a:latin typeface="Arial"/>
              </a:rPr>
              <a:t>SIAGI</a:t>
            </a:r>
            <a:r>
              <a:rPr b="0" lang="fr-FR" sz="2900" spc="-1" strike="noStrike">
                <a:solidFill>
                  <a:srgbClr val="84329b"/>
                </a:solidFill>
                <a:uFill>
                  <a:solidFill>
                    <a:srgbClr val="ffffff"/>
                  </a:solidFill>
                </a:uFill>
                <a:latin typeface="Arial"/>
              </a:rPr>
              <a:t> / </a:t>
            </a:r>
            <a:r>
              <a:rPr b="1" lang="fr-FR" sz="2900" spc="-1" strike="noStrike">
                <a:solidFill>
                  <a:srgbClr val="84329b"/>
                </a:solidFill>
                <a:uFill>
                  <a:solidFill>
                    <a:srgbClr val="ffffff"/>
                  </a:solidFill>
                </a:uFill>
                <a:latin typeface="Arial"/>
              </a:rPr>
              <a:t>BPI</a:t>
            </a:r>
            <a:endParaRPr b="0" lang="fr-FR" sz="2900" spc="-1" strike="noStrike">
              <a:solidFill>
                <a:srgbClr val="000000"/>
              </a:solidFill>
              <a:uFill>
                <a:solidFill>
                  <a:srgbClr val="ffffff"/>
                </a:solidFill>
              </a:uFill>
              <a:latin typeface="Arial"/>
            </a:endParaRPr>
          </a:p>
          <a:p>
            <a:pPr>
              <a:lnSpc>
                <a:spcPct val="110000"/>
              </a:lnSpc>
              <a:spcBef>
                <a:spcPts val="581"/>
              </a:spcBef>
            </a:pPr>
            <a:endParaRPr b="0" lang="fr-FR" sz="2900" spc="-1" strike="noStrike">
              <a:solidFill>
                <a:srgbClr val="000000"/>
              </a:solidFill>
              <a:uFill>
                <a:solidFill>
                  <a:srgbClr val="ffffff"/>
                </a:solidFill>
              </a:uFill>
              <a:latin typeface="Arial"/>
            </a:endParaRPr>
          </a:p>
          <a:p>
            <a:pPr>
              <a:lnSpc>
                <a:spcPct val="110000"/>
              </a:lnSpc>
              <a:spcBef>
                <a:spcPts val="581"/>
              </a:spcBef>
            </a:pPr>
            <a:r>
              <a:rPr b="0" lang="fr-FR" sz="2900" spc="-1" strike="noStrike">
                <a:solidFill>
                  <a:srgbClr val="84329b"/>
                </a:solidFill>
                <a:uFill>
                  <a:solidFill>
                    <a:srgbClr val="ffffff"/>
                  </a:solidFill>
                </a:uFill>
                <a:latin typeface="Arial"/>
              </a:rPr>
              <a:t>Exonérations d’impôts sur les bénéfices sous conditions pour les projets en Zone de Revitalisation Rurale </a:t>
            </a:r>
            <a:endParaRPr b="0" lang="fr-FR" sz="2900" spc="-1" strike="noStrike">
              <a:solidFill>
                <a:srgbClr val="000000"/>
              </a:solidFill>
              <a:uFill>
                <a:solidFill>
                  <a:srgbClr val="ffffff"/>
                </a:solidFill>
              </a:uFill>
              <a:latin typeface="Arial"/>
            </a:endParaRPr>
          </a:p>
          <a:p>
            <a:pPr>
              <a:lnSpc>
                <a:spcPct val="110000"/>
              </a:lnSpc>
              <a:spcBef>
                <a:spcPts val="581"/>
              </a:spcBef>
            </a:pPr>
            <a:endParaRPr b="0" lang="fr-FR" sz="2900" spc="-1" strike="noStrike">
              <a:solidFill>
                <a:srgbClr val="000000"/>
              </a:solidFill>
              <a:uFill>
                <a:solidFill>
                  <a:srgbClr val="ffffff"/>
                </a:solidFill>
              </a:uFill>
              <a:latin typeface="Arial"/>
            </a:endParaRPr>
          </a:p>
          <a:p>
            <a:pPr>
              <a:lnSpc>
                <a:spcPct val="110000"/>
              </a:lnSpc>
              <a:spcBef>
                <a:spcPts val="581"/>
              </a:spcBef>
            </a:pPr>
            <a:r>
              <a:rPr b="1" lang="fr-FR" sz="2900" spc="-1" strike="noStrike">
                <a:solidFill>
                  <a:srgbClr val="84329b"/>
                </a:solidFill>
                <a:uFill>
                  <a:solidFill>
                    <a:srgbClr val="ffffff"/>
                  </a:solidFill>
                </a:uFill>
                <a:latin typeface="Arial"/>
              </a:rPr>
              <a:t>Pass création</a:t>
            </a:r>
            <a:r>
              <a:rPr b="0" lang="fr-FR" sz="2900" spc="-1" strike="noStrike">
                <a:solidFill>
                  <a:srgbClr val="84329b"/>
                </a:solidFill>
                <a:uFill>
                  <a:solidFill>
                    <a:srgbClr val="ffffff"/>
                  </a:solidFill>
                </a:uFill>
                <a:latin typeface="Arial"/>
              </a:rPr>
              <a:t>, parcours de la Région d’accompagnement à la création ou reprise par des opérateurs labélisés, conditionnant les prêts ADIE, les prêts des plates formes ou les garanties de Bretagne active : </a:t>
            </a:r>
            <a:endParaRPr b="0" lang="fr-FR" sz="2900" spc="-1" strike="noStrike">
              <a:solidFill>
                <a:srgbClr val="000000"/>
              </a:solidFill>
              <a:uFill>
                <a:solidFill>
                  <a:srgbClr val="ffffff"/>
                </a:solidFill>
              </a:uFill>
              <a:latin typeface="Arial"/>
            </a:endParaRPr>
          </a:p>
          <a:p>
            <a:pPr marL="343080" indent="-342720">
              <a:lnSpc>
                <a:spcPct val="110000"/>
              </a:lnSpc>
              <a:spcBef>
                <a:spcPts val="581"/>
              </a:spcBef>
              <a:buClr>
                <a:srgbClr val="84329b"/>
              </a:buClr>
              <a:buFont typeface="Arial"/>
              <a:buChar char="-"/>
            </a:pPr>
            <a:r>
              <a:rPr b="0" lang="fr-FR" sz="2900" spc="-1" strike="noStrike">
                <a:solidFill>
                  <a:srgbClr val="84329b"/>
                </a:solidFill>
                <a:uFill>
                  <a:solidFill>
                    <a:srgbClr val="ffffff"/>
                  </a:solidFill>
                </a:uFill>
                <a:latin typeface="Arial"/>
              </a:rPr>
              <a:t>CCIMBO, CMA  </a:t>
            </a:r>
            <a:endParaRPr b="0" lang="fr-FR" sz="2900" spc="-1" strike="noStrike">
              <a:solidFill>
                <a:srgbClr val="000000"/>
              </a:solidFill>
              <a:uFill>
                <a:solidFill>
                  <a:srgbClr val="ffffff"/>
                </a:solidFill>
              </a:uFill>
              <a:latin typeface="Arial"/>
            </a:endParaRPr>
          </a:p>
          <a:p>
            <a:pPr marL="343080" indent="-342720">
              <a:lnSpc>
                <a:spcPct val="110000"/>
              </a:lnSpc>
              <a:spcBef>
                <a:spcPts val="581"/>
              </a:spcBef>
              <a:buClr>
                <a:srgbClr val="84329b"/>
              </a:buClr>
              <a:buFont typeface="Arial"/>
              <a:buChar char="-"/>
            </a:pPr>
            <a:r>
              <a:rPr b="0" lang="fr-FR" sz="2900" spc="-1" strike="noStrike">
                <a:solidFill>
                  <a:srgbClr val="84329b"/>
                </a:solidFill>
                <a:uFill>
                  <a:solidFill>
                    <a:srgbClr val="ffffff"/>
                  </a:solidFill>
                </a:uFill>
                <a:latin typeface="Arial"/>
              </a:rPr>
              <a:t>COB Formation</a:t>
            </a:r>
            <a:endParaRPr b="0" lang="fr-FR" sz="2900" spc="-1" strike="noStrike">
              <a:solidFill>
                <a:srgbClr val="000000"/>
              </a:solidFill>
              <a:uFill>
                <a:solidFill>
                  <a:srgbClr val="ffffff"/>
                </a:solidFill>
              </a:uFill>
              <a:latin typeface="Arial"/>
            </a:endParaRPr>
          </a:p>
          <a:p>
            <a:pPr marL="343080" indent="-342720">
              <a:lnSpc>
                <a:spcPct val="110000"/>
              </a:lnSpc>
              <a:spcBef>
                <a:spcPts val="581"/>
              </a:spcBef>
              <a:buClr>
                <a:srgbClr val="84329b"/>
              </a:buClr>
              <a:buFont typeface="Arial"/>
              <a:buChar char="-"/>
            </a:pPr>
            <a:r>
              <a:rPr b="0" lang="fr-FR" sz="2900" spc="-1" strike="noStrike">
                <a:solidFill>
                  <a:srgbClr val="84329b"/>
                </a:solidFill>
                <a:uFill>
                  <a:solidFill>
                    <a:srgbClr val="ffffff"/>
                  </a:solidFill>
                </a:uFill>
                <a:latin typeface="Arial"/>
              </a:rPr>
              <a:t>pour l’ante création et le post création</a:t>
            </a:r>
            <a:endParaRPr b="0" lang="fr-FR" sz="2900" spc="-1" strike="noStrike">
              <a:solidFill>
                <a:srgbClr val="000000"/>
              </a:solidFill>
              <a:uFill>
                <a:solidFill>
                  <a:srgbClr val="ffffff"/>
                </a:solidFill>
              </a:uFill>
              <a:latin typeface="Arial"/>
            </a:endParaRPr>
          </a:p>
          <a:p>
            <a:pPr>
              <a:lnSpc>
                <a:spcPct val="50000"/>
              </a:lnSpc>
              <a:spcBef>
                <a:spcPts val="581"/>
              </a:spcBef>
            </a:pPr>
            <a:endParaRPr b="0" lang="fr-FR" sz="2900" spc="-1" strike="noStrike">
              <a:solidFill>
                <a:srgbClr val="000000"/>
              </a:solidFill>
              <a:uFill>
                <a:solidFill>
                  <a:srgbClr val="ffffff"/>
                </a:solidFill>
              </a:uFill>
              <a:latin typeface="Arial"/>
            </a:endParaRPr>
          </a:p>
          <a:p>
            <a:pPr>
              <a:lnSpc>
                <a:spcPct val="110000"/>
              </a:lnSpc>
              <a:spcBef>
                <a:spcPts val="561"/>
              </a:spcBef>
            </a:pPr>
            <a:r>
              <a:rPr b="0" lang="fr-FR" sz="2800" spc="-1" strike="noStrike">
                <a:solidFill>
                  <a:srgbClr val="84329b"/>
                </a:solidFill>
                <a:uFill>
                  <a:solidFill>
                    <a:srgbClr val="ffffff"/>
                  </a:solidFill>
                </a:uFill>
                <a:latin typeface="Arial"/>
              </a:rPr>
              <a:t>Et, </a:t>
            </a:r>
            <a:r>
              <a:rPr b="1" lang="fr-FR" sz="2800" spc="-1" strike="noStrike">
                <a:solidFill>
                  <a:srgbClr val="84329b"/>
                </a:solidFill>
                <a:uFill>
                  <a:solidFill>
                    <a:srgbClr val="ffffff"/>
                  </a:solidFill>
                </a:uFill>
                <a:latin typeface="Arial"/>
              </a:rPr>
              <a:t>le Prêt à taux zéro, PASS CREATION</a:t>
            </a:r>
            <a:r>
              <a:rPr b="0" lang="fr-FR" sz="2800" spc="-1" strike="noStrike">
                <a:solidFill>
                  <a:srgbClr val="84329b"/>
                </a:solidFill>
                <a:uFill>
                  <a:solidFill>
                    <a:srgbClr val="ffffff"/>
                  </a:solidFill>
                </a:uFill>
                <a:latin typeface="Arial"/>
              </a:rPr>
              <a:t>, PTZ de la CDC</a:t>
            </a:r>
            <a:endParaRPr b="0" lang="fr-FR" sz="2800" spc="-1" strike="noStrike">
              <a:solidFill>
                <a:srgbClr val="000000"/>
              </a:solidFill>
              <a:uFill>
                <a:solidFill>
                  <a:srgbClr val="ffffff"/>
                </a:solidFill>
              </a:uFill>
              <a:latin typeface="Arial"/>
            </a:endParaRPr>
          </a:p>
          <a:p>
            <a:pPr>
              <a:lnSpc>
                <a:spcPct val="110000"/>
              </a:lnSpc>
              <a:spcBef>
                <a:spcPts val="519"/>
              </a:spcBef>
            </a:pPr>
            <a:endParaRPr b="0" lang="fr-FR" sz="2800" spc="-1" strike="noStrike">
              <a:solidFill>
                <a:srgbClr val="000000"/>
              </a:solidFill>
              <a:uFill>
                <a:solidFill>
                  <a:srgbClr val="ffffff"/>
                </a:solidFill>
              </a:uFill>
              <a:latin typeface="Arial"/>
            </a:endParaRPr>
          </a:p>
          <a:p>
            <a:pPr>
              <a:lnSpc>
                <a:spcPct val="110000"/>
              </a:lnSpc>
              <a:spcBef>
                <a:spcPts val="519"/>
              </a:spcBef>
            </a:pPr>
            <a:endParaRPr b="0" lang="fr-FR" sz="2800" spc="-1" strike="noStrike">
              <a:solidFill>
                <a:srgbClr val="000000"/>
              </a:solidFill>
              <a:uFill>
                <a:solidFill>
                  <a:srgbClr val="ffffff"/>
                </a:solidFill>
              </a:uFill>
              <a:latin typeface="Arial"/>
            </a:endParaRPr>
          </a:p>
          <a:p>
            <a:pPr>
              <a:lnSpc>
                <a:spcPct val="110000"/>
              </a:lnSpc>
              <a:spcBef>
                <a:spcPts val="621"/>
              </a:spcBef>
            </a:pPr>
            <a:endParaRPr b="0" lang="fr-FR" sz="2800" spc="-1" strike="noStrike">
              <a:solidFill>
                <a:srgbClr val="000000"/>
              </a:solidFill>
              <a:uFill>
                <a:solidFill>
                  <a:srgbClr val="ffffff"/>
                </a:solidFill>
              </a:uFill>
              <a:latin typeface="Arial"/>
            </a:endParaRPr>
          </a:p>
        </p:txBody>
      </p:sp>
      <p:sp>
        <p:nvSpPr>
          <p:cNvPr id="423" name="CustomShape 2"/>
          <p:cNvSpPr/>
          <p:nvPr/>
        </p:nvSpPr>
        <p:spPr>
          <a:xfrm>
            <a:off x="572400" y="57240"/>
            <a:ext cx="6113880" cy="516960"/>
          </a:xfrm>
          <a:prstGeom prst="rect">
            <a:avLst/>
          </a:prstGeom>
          <a:noFill/>
          <a:ln>
            <a:noFill/>
          </a:ln>
        </p:spPr>
        <p:style>
          <a:lnRef idx="0"/>
          <a:fillRef idx="0"/>
          <a:effectRef idx="0"/>
          <a:fontRef idx="minor"/>
        </p:style>
        <p:txBody>
          <a:bodyPr wrap="none" lIns="90000" rIns="90000" tIns="45000" bIns="45000"/>
          <a:p>
            <a:pPr>
              <a:lnSpc>
                <a:spcPct val="100000"/>
              </a:lnSpc>
              <a:spcBef>
                <a:spcPts val="601"/>
              </a:spcBef>
            </a:pPr>
            <a:r>
              <a:rPr b="1" lang="fr-FR" sz="2800" spc="-1" strike="noStrike">
                <a:solidFill>
                  <a:srgbClr val="ce0f69"/>
                </a:solidFill>
                <a:uFill>
                  <a:solidFill>
                    <a:srgbClr val="ffffff"/>
                  </a:solidFill>
                </a:uFill>
                <a:latin typeface="Arial"/>
              </a:rPr>
              <a:t>Les aides à la création d’entreprise</a:t>
            </a:r>
            <a:endParaRPr b="0" lang="fr-FR" sz="2800" spc="-1" strike="noStrike">
              <a:solidFill>
                <a:srgbClr val="000000"/>
              </a:solidFill>
              <a:uFill>
                <a:solidFill>
                  <a:srgbClr val="ffffff"/>
                </a:solidFill>
              </a:uFill>
              <a:latin typeface="Arial"/>
            </a:endParaRPr>
          </a:p>
        </p:txBody>
      </p:sp>
      <p:pic>
        <p:nvPicPr>
          <p:cNvPr id="424" name="table" descr=""/>
          <p:cNvPicPr/>
          <p:nvPr/>
        </p:nvPicPr>
        <p:blipFill>
          <a:blip r:embed="rId1"/>
          <a:stretch/>
        </p:blipFill>
        <p:spPr>
          <a:xfrm>
            <a:off x="-180360" y="6334920"/>
            <a:ext cx="9432720" cy="620280"/>
          </a:xfrm>
          <a:prstGeom prst="rect">
            <a:avLst/>
          </a:prstGeom>
          <a:ln>
            <a:noFill/>
          </a:ln>
        </p:spPr>
      </p:pic>
      <p:pic>
        <p:nvPicPr>
          <p:cNvPr id="425" name="Image 5" descr=""/>
          <p:cNvPicPr/>
          <p:nvPr/>
        </p:nvPicPr>
        <p:blipFill>
          <a:blip r:embed="rId2"/>
          <a:stretch/>
        </p:blipFill>
        <p:spPr>
          <a:xfrm>
            <a:off x="6833160" y="1772640"/>
            <a:ext cx="1690560" cy="1465920"/>
          </a:xfrm>
          <a:prstGeom prst="rect">
            <a:avLst/>
          </a:prstGeom>
          <a:ln>
            <a:noFill/>
          </a:ln>
        </p:spPr>
      </p:pic>
      <p:pic>
        <p:nvPicPr>
          <p:cNvPr id="426" name="Image 6" descr=""/>
          <p:cNvPicPr/>
          <p:nvPr/>
        </p:nvPicPr>
        <p:blipFill>
          <a:blip r:embed="rId3"/>
          <a:stretch/>
        </p:blipFill>
        <p:spPr>
          <a:xfrm>
            <a:off x="5193000" y="5157360"/>
            <a:ext cx="3950640" cy="751680"/>
          </a:xfrm>
          <a:prstGeom prst="rect">
            <a:avLst/>
          </a:prstGeom>
          <a:ln>
            <a:noFill/>
          </a:ln>
        </p:spPr>
      </p:pic>
      <p:pic>
        <p:nvPicPr>
          <p:cNvPr id="427" name="Image 7" descr=""/>
          <p:cNvPicPr/>
          <p:nvPr/>
        </p:nvPicPr>
        <p:blipFill>
          <a:blip r:embed="rId4"/>
          <a:stretch/>
        </p:blipFill>
        <p:spPr>
          <a:xfrm>
            <a:off x="5225400" y="5961960"/>
            <a:ext cx="3840480" cy="309240"/>
          </a:xfrm>
          <a:prstGeom prst="rect">
            <a:avLst/>
          </a:prstGeom>
          <a:ln>
            <a:noFill/>
          </a:ln>
        </p:spPr>
      </p:pic>
    </p:spTree>
  </p:cSld>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428" name="Image 2" descr=""/>
          <p:cNvPicPr/>
          <p:nvPr/>
        </p:nvPicPr>
        <p:blipFill>
          <a:blip r:embed="rId1"/>
          <a:stretch/>
        </p:blipFill>
        <p:spPr>
          <a:xfrm>
            <a:off x="251640" y="2694960"/>
            <a:ext cx="3429360" cy="3429360"/>
          </a:xfrm>
          <a:prstGeom prst="rect">
            <a:avLst/>
          </a:prstGeom>
          <a:ln>
            <a:noFill/>
          </a:ln>
        </p:spPr>
      </p:pic>
      <p:pic>
        <p:nvPicPr>
          <p:cNvPr id="429" name="Image 4" descr=""/>
          <p:cNvPicPr/>
          <p:nvPr/>
        </p:nvPicPr>
        <p:blipFill>
          <a:blip r:embed="rId2"/>
          <a:srcRect l="0" t="86026" r="0" b="-4451"/>
          <a:stretch/>
        </p:blipFill>
        <p:spPr>
          <a:xfrm>
            <a:off x="825840" y="2106360"/>
            <a:ext cx="7553880" cy="843480"/>
          </a:xfrm>
          <a:prstGeom prst="rect">
            <a:avLst/>
          </a:prstGeom>
          <a:ln>
            <a:noFill/>
          </a:ln>
        </p:spPr>
      </p:pic>
      <p:pic>
        <p:nvPicPr>
          <p:cNvPr id="430" name="Image 5" descr=""/>
          <p:cNvPicPr/>
          <p:nvPr/>
        </p:nvPicPr>
        <p:blipFill>
          <a:blip r:embed="rId3"/>
          <a:stretch/>
        </p:blipFill>
        <p:spPr>
          <a:xfrm>
            <a:off x="719640" y="214200"/>
            <a:ext cx="7704360" cy="1777320"/>
          </a:xfrm>
          <a:prstGeom prst="rect">
            <a:avLst/>
          </a:prstGeom>
          <a:ln>
            <a:noFill/>
          </a:ln>
        </p:spPr>
      </p:pic>
      <p:sp>
        <p:nvSpPr>
          <p:cNvPr id="431" name="CustomShape 1"/>
          <p:cNvSpPr/>
          <p:nvPr/>
        </p:nvSpPr>
        <p:spPr>
          <a:xfrm>
            <a:off x="5990760" y="2724120"/>
            <a:ext cx="2539080" cy="2221560"/>
          </a:xfrm>
          <a:prstGeom prst="rect">
            <a:avLst/>
          </a:prstGeom>
          <a:noFill/>
          <a:ln>
            <a:noFill/>
          </a:ln>
        </p:spPr>
        <p:style>
          <a:lnRef idx="0"/>
          <a:fillRef idx="0"/>
          <a:effectRef idx="0"/>
          <a:fontRef idx="minor"/>
        </p:style>
        <p:txBody>
          <a:bodyPr lIns="90000" rIns="90000" tIns="45000" bIns="45000"/>
          <a:p>
            <a:pPr algn="just">
              <a:lnSpc>
                <a:spcPct val="100000"/>
              </a:lnSpc>
            </a:pPr>
            <a:r>
              <a:rPr b="1" lang="fr-FR" sz="1400" spc="-1" strike="noStrike">
                <a:solidFill>
                  <a:srgbClr val="000000"/>
                </a:solidFill>
                <a:uFill>
                  <a:solidFill>
                    <a:srgbClr val="ffffff"/>
                  </a:solidFill>
                </a:uFill>
                <a:latin typeface="Arial"/>
                <a:ea typeface="Calibri"/>
              </a:rPr>
              <a:t>Un projet de création ou de reprise ?</a:t>
            </a:r>
            <a:endParaRPr b="0" lang="fr-FR" sz="1400" spc="-1" strike="noStrike">
              <a:solidFill>
                <a:srgbClr val="000000"/>
              </a:solidFill>
              <a:uFill>
                <a:solidFill>
                  <a:srgbClr val="ffffff"/>
                </a:solidFill>
              </a:uFill>
              <a:latin typeface="Arial"/>
            </a:endParaRPr>
          </a:p>
          <a:p>
            <a:pPr algn="just">
              <a:lnSpc>
                <a:spcPct val="100000"/>
              </a:lnSpc>
            </a:pPr>
            <a:endParaRPr b="0" lang="fr-FR" sz="1400" spc="-1" strike="noStrike">
              <a:solidFill>
                <a:srgbClr val="000000"/>
              </a:solidFill>
              <a:uFill>
                <a:solidFill>
                  <a:srgbClr val="ffffff"/>
                </a:solidFill>
              </a:uFill>
              <a:latin typeface="Arial"/>
            </a:endParaRPr>
          </a:p>
          <a:p>
            <a:pPr algn="just">
              <a:lnSpc>
                <a:spcPct val="100000"/>
              </a:lnSpc>
            </a:pPr>
            <a:r>
              <a:rPr b="0" lang="fr-FR" sz="1400" spc="-1" strike="noStrike">
                <a:solidFill>
                  <a:srgbClr val="000000"/>
                </a:solidFill>
                <a:uFill>
                  <a:solidFill>
                    <a:srgbClr val="ffffff"/>
                  </a:solidFill>
                </a:uFill>
                <a:latin typeface="Arial"/>
                <a:ea typeface="Calibri"/>
              </a:rPr>
              <a:t>De 13 à 27 heures d’accompagnement individualisé selon votre profil, réalisées par une structure spécialisée dans le domaine de la création/reprise en Bretagne.</a:t>
            </a:r>
            <a:endParaRPr b="0" lang="fr-FR" sz="1400" spc="-1" strike="noStrike">
              <a:solidFill>
                <a:srgbClr val="000000"/>
              </a:solidFill>
              <a:uFill>
                <a:solidFill>
                  <a:srgbClr val="ffffff"/>
                </a:solidFill>
              </a:uFill>
              <a:latin typeface="Arial"/>
            </a:endParaRPr>
          </a:p>
        </p:txBody>
      </p:sp>
      <p:pic>
        <p:nvPicPr>
          <p:cNvPr id="432" name="Image 7" descr=""/>
          <p:cNvPicPr/>
          <p:nvPr/>
        </p:nvPicPr>
        <p:blipFill>
          <a:blip r:embed="rId4"/>
          <a:stretch/>
        </p:blipFill>
        <p:spPr>
          <a:xfrm>
            <a:off x="3198600" y="2679480"/>
            <a:ext cx="2736000" cy="3960000"/>
          </a:xfrm>
          <a:prstGeom prst="rect">
            <a:avLst/>
          </a:prstGeom>
          <a:ln>
            <a:noFill/>
          </a:ln>
        </p:spPr>
      </p:pic>
      <p:pic>
        <p:nvPicPr>
          <p:cNvPr id="433" name="Image 10" descr=""/>
          <p:cNvPicPr/>
          <p:nvPr/>
        </p:nvPicPr>
        <p:blipFill>
          <a:blip r:embed="rId5"/>
          <a:stretch/>
        </p:blipFill>
        <p:spPr>
          <a:xfrm>
            <a:off x="1187640" y="994320"/>
            <a:ext cx="4680000" cy="699480"/>
          </a:xfrm>
          <a:prstGeom prst="rect">
            <a:avLst/>
          </a:prstGeom>
          <a:ln>
            <a:noFill/>
          </a:ln>
        </p:spPr>
      </p:pic>
      <p:pic>
        <p:nvPicPr>
          <p:cNvPr id="434" name="table" descr=""/>
          <p:cNvPicPr/>
          <p:nvPr/>
        </p:nvPicPr>
        <p:blipFill>
          <a:blip r:embed="rId6"/>
          <a:stretch/>
        </p:blipFill>
        <p:spPr>
          <a:xfrm>
            <a:off x="0" y="6630120"/>
            <a:ext cx="9143640" cy="620280"/>
          </a:xfrm>
          <a:prstGeom prst="rect">
            <a:avLst/>
          </a:prstGeom>
          <a:ln>
            <a:noFill/>
          </a:ln>
        </p:spPr>
      </p:pic>
      <p:sp>
        <p:nvSpPr>
          <p:cNvPr id="435" name="CustomShape 2"/>
          <p:cNvSpPr/>
          <p:nvPr/>
        </p:nvSpPr>
        <p:spPr>
          <a:xfrm>
            <a:off x="6053760" y="5195160"/>
            <a:ext cx="2474640" cy="1240920"/>
          </a:xfrm>
          <a:prstGeom prst="rect">
            <a:avLst/>
          </a:prstGeom>
          <a:noFill/>
          <a:ln>
            <a:noFill/>
          </a:ln>
        </p:spPr>
        <p:style>
          <a:lnRef idx="0"/>
          <a:fillRef idx="0"/>
          <a:effectRef idx="0"/>
          <a:fontRef idx="minor"/>
        </p:style>
        <p:txBody>
          <a:bodyPr lIns="90000" rIns="90000" tIns="45000" bIns="45000"/>
          <a:p>
            <a:pPr algn="just">
              <a:lnSpc>
                <a:spcPct val="110000"/>
              </a:lnSpc>
            </a:pPr>
            <a:r>
              <a:rPr b="0" lang="fr-FR" sz="1400" spc="-1" strike="noStrike">
                <a:solidFill>
                  <a:srgbClr val="000000"/>
                </a:solidFill>
                <a:uFill>
                  <a:solidFill>
                    <a:srgbClr val="ffffff"/>
                  </a:solidFill>
                </a:uFill>
                <a:latin typeface="Arial"/>
              </a:rPr>
              <a:t>Les opérateurs du territoire Morlaix et Carhaix : CCIMBO, CMA  et COB Formation (1. ante création et 3. post création)</a:t>
            </a:r>
            <a:endParaRPr b="0" lang="fr-FR" sz="1400" spc="-1" strike="noStrike">
              <a:solidFill>
                <a:srgbClr val="000000"/>
              </a:solidFill>
              <a:uFill>
                <a:solidFill>
                  <a:srgbClr val="ffffff"/>
                </a:solidFill>
              </a:uFill>
              <a:latin typeface="Arial"/>
            </a:endParaRPr>
          </a:p>
        </p:txBody>
      </p:sp>
      <p:sp>
        <p:nvSpPr>
          <p:cNvPr id="436" name="CustomShape 3"/>
          <p:cNvSpPr/>
          <p:nvPr/>
        </p:nvSpPr>
        <p:spPr>
          <a:xfrm>
            <a:off x="107640" y="6140520"/>
            <a:ext cx="7416360" cy="303480"/>
          </a:xfrm>
          <a:prstGeom prst="rect">
            <a:avLst/>
          </a:prstGeom>
          <a:noFill/>
          <a:ln>
            <a:noFill/>
          </a:ln>
        </p:spPr>
        <p:style>
          <a:lnRef idx="0"/>
          <a:fillRef idx="0"/>
          <a:effectRef idx="0"/>
          <a:fontRef idx="minor"/>
        </p:style>
        <p:txBody>
          <a:bodyPr lIns="90000" rIns="90000" tIns="45000" bIns="45000"/>
          <a:p>
            <a:pPr>
              <a:lnSpc>
                <a:spcPct val="110000"/>
              </a:lnSpc>
            </a:pPr>
            <a:r>
              <a:rPr b="0" lang="fr-FR" sz="1400" spc="-1" strike="noStrike">
                <a:solidFill>
                  <a:srgbClr val="000000"/>
                </a:solidFill>
                <a:uFill>
                  <a:solidFill>
                    <a:srgbClr val="ffffff"/>
                  </a:solidFill>
                </a:uFill>
                <a:latin typeface="Arial"/>
              </a:rPr>
              <a:t>Prêt à taux zéro, PASS CREATION, PTZ de la CDC</a:t>
            </a:r>
            <a:endParaRPr b="0" lang="fr-FR" sz="1400" spc="-1" strike="noStrike">
              <a:solidFill>
                <a:srgbClr val="000000"/>
              </a:solidFill>
              <a:uFill>
                <a:solidFill>
                  <a:srgbClr val="ffffff"/>
                </a:solidFill>
              </a:uFill>
              <a:latin typeface="Arial"/>
            </a:endParaRPr>
          </a:p>
        </p:txBody>
      </p:sp>
    </p:spTree>
  </p:cSld>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7" name="CustomShape 1"/>
          <p:cNvSpPr/>
          <p:nvPr/>
        </p:nvSpPr>
        <p:spPr>
          <a:xfrm>
            <a:off x="509400" y="116640"/>
            <a:ext cx="6213240" cy="516960"/>
          </a:xfrm>
          <a:prstGeom prst="rect">
            <a:avLst/>
          </a:prstGeom>
          <a:noFill/>
          <a:ln>
            <a:noFill/>
          </a:ln>
        </p:spPr>
        <p:style>
          <a:lnRef idx="0"/>
          <a:fillRef idx="0"/>
          <a:effectRef idx="0"/>
          <a:fontRef idx="minor"/>
        </p:style>
        <p:txBody>
          <a:bodyPr wrap="none" lIns="90000" rIns="90000" tIns="45000" bIns="45000"/>
          <a:p>
            <a:pPr>
              <a:lnSpc>
                <a:spcPct val="100000"/>
              </a:lnSpc>
              <a:spcBef>
                <a:spcPts val="601"/>
              </a:spcBef>
            </a:pPr>
            <a:r>
              <a:rPr b="1" lang="fr-FR" sz="2800" spc="-1" strike="noStrike">
                <a:solidFill>
                  <a:srgbClr val="ce0f69"/>
                </a:solidFill>
                <a:uFill>
                  <a:solidFill>
                    <a:srgbClr val="ffffff"/>
                  </a:solidFill>
                </a:uFill>
                <a:latin typeface="Arial"/>
              </a:rPr>
              <a:t>Les aides à la création d’entreprise </a:t>
            </a:r>
            <a:endParaRPr b="0" lang="fr-FR" sz="2800" spc="-1" strike="noStrike">
              <a:solidFill>
                <a:srgbClr val="000000"/>
              </a:solidFill>
              <a:uFill>
                <a:solidFill>
                  <a:srgbClr val="ffffff"/>
                </a:solidFill>
              </a:uFill>
              <a:latin typeface="Arial"/>
            </a:endParaRPr>
          </a:p>
        </p:txBody>
      </p:sp>
      <p:sp>
        <p:nvSpPr>
          <p:cNvPr id="438" name="CustomShape 2"/>
          <p:cNvSpPr/>
          <p:nvPr/>
        </p:nvSpPr>
        <p:spPr>
          <a:xfrm>
            <a:off x="476640" y="116640"/>
            <a:ext cx="8190720" cy="5184360"/>
          </a:xfrm>
          <a:prstGeom prst="rect">
            <a:avLst/>
          </a:prstGeom>
          <a:noFill/>
          <a:ln>
            <a:noFill/>
          </a:ln>
        </p:spPr>
        <p:style>
          <a:lnRef idx="0"/>
          <a:fillRef idx="0"/>
          <a:effectRef idx="0"/>
          <a:fontRef idx="minor"/>
        </p:style>
        <p:txBody>
          <a:bodyPr lIns="90000" rIns="90000" tIns="45000" bIns="45000"/>
          <a:p>
            <a:pPr marL="343080" indent="-342720">
              <a:lnSpc>
                <a:spcPct val="100000"/>
              </a:lnSpc>
              <a:spcBef>
                <a:spcPts val="400"/>
              </a:spcBef>
            </a:pPr>
            <a:endParaRPr b="0" lang="fr-FR" sz="1800" spc="-1" strike="noStrike">
              <a:solidFill>
                <a:srgbClr val="000000"/>
              </a:solidFill>
              <a:uFill>
                <a:solidFill>
                  <a:srgbClr val="ffffff"/>
                </a:solidFill>
              </a:uFill>
              <a:latin typeface="Arial"/>
            </a:endParaRPr>
          </a:p>
          <a:p>
            <a:pPr marL="343080" indent="-342720">
              <a:lnSpc>
                <a:spcPct val="100000"/>
              </a:lnSpc>
              <a:spcBef>
                <a:spcPts val="400"/>
              </a:spcBef>
            </a:pPr>
            <a:endParaRPr b="0" lang="fr-FR" sz="1800" spc="-1" strike="noStrike">
              <a:solidFill>
                <a:srgbClr val="000000"/>
              </a:solidFill>
              <a:uFill>
                <a:solidFill>
                  <a:srgbClr val="ffffff"/>
                </a:solidFill>
              </a:uFill>
              <a:latin typeface="Arial"/>
            </a:endParaRPr>
          </a:p>
          <a:p>
            <a:pPr marL="343080" indent="-342720">
              <a:lnSpc>
                <a:spcPct val="100000"/>
              </a:lnSpc>
              <a:spcBef>
                <a:spcPts val="400"/>
              </a:spcBef>
            </a:pPr>
            <a:r>
              <a:rPr b="0" lang="fr-FR" sz="2000" spc="-1" strike="noStrike">
                <a:solidFill>
                  <a:srgbClr val="84329b"/>
                </a:solidFill>
                <a:uFill>
                  <a:solidFill>
                    <a:srgbClr val="ffffff"/>
                  </a:solidFill>
                </a:uFill>
                <a:latin typeface="Arial"/>
              </a:rPr>
              <a:t>Les aides de Pôle Emploi aux chômeurs indemnisés : </a:t>
            </a:r>
            <a:endParaRPr b="0" lang="fr-FR" sz="2000" spc="-1" strike="noStrike">
              <a:solidFill>
                <a:srgbClr val="000000"/>
              </a:solidFill>
              <a:uFill>
                <a:solidFill>
                  <a:srgbClr val="ffffff"/>
                </a:solidFill>
              </a:uFill>
              <a:latin typeface="Arial"/>
            </a:endParaRPr>
          </a:p>
          <a:p>
            <a:pPr marL="343080" indent="-342720">
              <a:lnSpc>
                <a:spcPct val="100000"/>
              </a:lnSpc>
              <a:spcBef>
                <a:spcPts val="400"/>
              </a:spcBef>
            </a:pPr>
            <a:r>
              <a:rPr b="0" lang="fr-FR" sz="2000" spc="-1" strike="noStrike">
                <a:solidFill>
                  <a:srgbClr val="84329b"/>
                </a:solidFill>
                <a:uFill>
                  <a:solidFill>
                    <a:srgbClr val="ffffff"/>
                  </a:solidFill>
                </a:uFill>
                <a:latin typeface="Arial"/>
              </a:rPr>
              <a:t>- </a:t>
            </a:r>
            <a:r>
              <a:rPr b="1" lang="fr-FR" sz="2000" spc="-1" strike="noStrike">
                <a:solidFill>
                  <a:srgbClr val="84329b"/>
                </a:solidFill>
                <a:uFill>
                  <a:solidFill>
                    <a:srgbClr val="ffffff"/>
                  </a:solidFill>
                </a:uFill>
                <a:latin typeface="Arial"/>
              </a:rPr>
              <a:t>L’ARCE, </a:t>
            </a:r>
            <a:r>
              <a:rPr b="0" lang="fr-FR" sz="2000" spc="-1" strike="noStrike">
                <a:solidFill>
                  <a:srgbClr val="84329b"/>
                </a:solidFill>
                <a:uFill>
                  <a:solidFill>
                    <a:srgbClr val="ffffff"/>
                  </a:solidFill>
                </a:uFill>
                <a:latin typeface="Arial"/>
              </a:rPr>
              <a:t>45 % des droits restant dus</a:t>
            </a:r>
            <a:endParaRPr b="0" lang="fr-FR" sz="2000" spc="-1" strike="noStrike">
              <a:solidFill>
                <a:srgbClr val="000000"/>
              </a:solidFill>
              <a:uFill>
                <a:solidFill>
                  <a:srgbClr val="ffffff"/>
                </a:solidFill>
              </a:uFill>
              <a:latin typeface="Arial"/>
            </a:endParaRPr>
          </a:p>
          <a:p>
            <a:pPr marL="343080" indent="-342720">
              <a:lnSpc>
                <a:spcPct val="100000"/>
              </a:lnSpc>
              <a:spcBef>
                <a:spcPts val="400"/>
              </a:spcBef>
            </a:pPr>
            <a:r>
              <a:rPr b="0" lang="fr-FR" sz="2000" spc="-1" strike="noStrike">
                <a:solidFill>
                  <a:srgbClr val="84329b"/>
                </a:solidFill>
                <a:uFill>
                  <a:solidFill>
                    <a:srgbClr val="ffffff"/>
                  </a:solidFill>
                </a:uFill>
                <a:latin typeface="Arial"/>
              </a:rPr>
              <a:t>- Ou, </a:t>
            </a:r>
            <a:r>
              <a:rPr b="1" lang="fr-FR" sz="2000" spc="-1" strike="noStrike">
                <a:solidFill>
                  <a:srgbClr val="84329b"/>
                </a:solidFill>
                <a:uFill>
                  <a:solidFill>
                    <a:srgbClr val="ffffff"/>
                  </a:solidFill>
                </a:uFill>
                <a:latin typeface="Arial"/>
              </a:rPr>
              <a:t>L’ARE,</a:t>
            </a:r>
            <a:r>
              <a:rPr b="0" lang="fr-FR" sz="2000" spc="-1" strike="noStrike">
                <a:solidFill>
                  <a:srgbClr val="84329b"/>
                </a:solidFill>
                <a:uFill>
                  <a:solidFill>
                    <a:srgbClr val="ffffff"/>
                  </a:solidFill>
                </a:uFill>
                <a:latin typeface="Arial"/>
              </a:rPr>
              <a:t> le maintien partiel d’une allocation forfaitaire mensuelle</a:t>
            </a:r>
            <a:endParaRPr b="0" lang="fr-FR" sz="2000" spc="-1" strike="noStrike">
              <a:solidFill>
                <a:srgbClr val="000000"/>
              </a:solidFill>
              <a:uFill>
                <a:solidFill>
                  <a:srgbClr val="ffffff"/>
                </a:solidFill>
              </a:uFill>
              <a:latin typeface="Arial"/>
            </a:endParaRPr>
          </a:p>
          <a:p>
            <a:pPr marL="343080" indent="-342720">
              <a:lnSpc>
                <a:spcPct val="100000"/>
              </a:lnSpc>
              <a:spcBef>
                <a:spcPts val="479"/>
              </a:spcBef>
            </a:pPr>
            <a:endParaRPr b="0" lang="fr-FR" sz="2000" spc="-1" strike="noStrike">
              <a:solidFill>
                <a:srgbClr val="000000"/>
              </a:solidFill>
              <a:uFill>
                <a:solidFill>
                  <a:srgbClr val="ffffff"/>
                </a:solidFill>
              </a:uFill>
              <a:latin typeface="Arial"/>
            </a:endParaRPr>
          </a:p>
          <a:p>
            <a:pPr marL="343080" indent="-342720">
              <a:lnSpc>
                <a:spcPct val="100000"/>
              </a:lnSpc>
              <a:spcBef>
                <a:spcPts val="479"/>
              </a:spcBef>
            </a:pPr>
            <a:r>
              <a:rPr b="1" lang="fr-FR" sz="2400" spc="-1" strike="noStrike">
                <a:solidFill>
                  <a:srgbClr val="84329b"/>
                </a:solidFill>
                <a:uFill>
                  <a:solidFill>
                    <a:srgbClr val="ffffff"/>
                  </a:solidFill>
                </a:uFill>
                <a:latin typeface="Arial"/>
              </a:rPr>
              <a:t>Pour le secteur de l’Economie Sociale et Solidaire :</a:t>
            </a:r>
            <a:endParaRPr b="0" lang="fr-FR" sz="2400" spc="-1" strike="noStrike">
              <a:solidFill>
                <a:srgbClr val="000000"/>
              </a:solidFill>
              <a:uFill>
                <a:solidFill>
                  <a:srgbClr val="ffffff"/>
                </a:solidFill>
              </a:uFill>
              <a:latin typeface="Arial"/>
            </a:endParaRPr>
          </a:p>
          <a:p>
            <a:pPr marL="343080" indent="-342720">
              <a:lnSpc>
                <a:spcPct val="100000"/>
              </a:lnSpc>
              <a:spcBef>
                <a:spcPts val="479"/>
              </a:spcBef>
            </a:pPr>
            <a:r>
              <a:rPr b="1" lang="fr-FR" sz="2400" spc="-1" strike="noStrike">
                <a:solidFill>
                  <a:srgbClr val="84329b"/>
                </a:solidFill>
                <a:uFill>
                  <a:solidFill>
                    <a:srgbClr val="ffffff"/>
                  </a:solidFill>
                </a:uFill>
                <a:latin typeface="Arial"/>
              </a:rPr>
              <a:t>- Bretagne Active :</a:t>
            </a:r>
            <a:endParaRPr b="0" lang="fr-FR" sz="2400" spc="-1" strike="noStrike">
              <a:solidFill>
                <a:srgbClr val="000000"/>
              </a:solidFill>
              <a:uFill>
                <a:solidFill>
                  <a:srgbClr val="ffffff"/>
                </a:solidFill>
              </a:uFill>
              <a:latin typeface="Arial"/>
            </a:endParaRPr>
          </a:p>
          <a:p>
            <a:pPr marL="343080" indent="-342720">
              <a:lnSpc>
                <a:spcPct val="100000"/>
              </a:lnSpc>
              <a:spcBef>
                <a:spcPts val="479"/>
              </a:spcBef>
            </a:pPr>
            <a:r>
              <a:rPr b="1" lang="fr-FR" sz="2400" spc="-1" strike="noStrike">
                <a:solidFill>
                  <a:srgbClr val="84329b"/>
                </a:solidFill>
                <a:uFill>
                  <a:solidFill>
                    <a:srgbClr val="ffffff"/>
                  </a:solidFill>
                </a:uFill>
                <a:latin typeface="Arial"/>
              </a:rPr>
              <a:t>*</a:t>
            </a:r>
            <a:r>
              <a:rPr b="0" lang="fr-FR" sz="2400" spc="-1" strike="noStrike">
                <a:solidFill>
                  <a:srgbClr val="84329b"/>
                </a:solidFill>
                <a:uFill>
                  <a:solidFill>
                    <a:srgbClr val="ffffff"/>
                  </a:solidFill>
                </a:uFill>
                <a:latin typeface="Arial"/>
              </a:rPr>
              <a:t> En amont : financement d’études pour la création d’une nouvelle structure de l’ESS génératrice d’emplois</a:t>
            </a:r>
            <a:endParaRPr b="0" lang="fr-FR" sz="2400" spc="-1" strike="noStrike">
              <a:solidFill>
                <a:srgbClr val="000000"/>
              </a:solidFill>
              <a:uFill>
                <a:solidFill>
                  <a:srgbClr val="ffffff"/>
                </a:solidFill>
              </a:uFill>
              <a:latin typeface="Arial"/>
            </a:endParaRPr>
          </a:p>
          <a:p>
            <a:pPr marL="343080" indent="-342720">
              <a:lnSpc>
                <a:spcPct val="100000"/>
              </a:lnSpc>
              <a:spcBef>
                <a:spcPts val="479"/>
              </a:spcBef>
            </a:pPr>
            <a:r>
              <a:rPr b="0" lang="fr-FR" sz="2400" spc="-1" strike="noStrike">
                <a:solidFill>
                  <a:srgbClr val="84329b"/>
                </a:solidFill>
                <a:uFill>
                  <a:solidFill>
                    <a:srgbClr val="ffffff"/>
                  </a:solidFill>
                </a:uFill>
                <a:latin typeface="Arial"/>
              </a:rPr>
              <a:t>* Prêts à taux réduit et garanties en cofinancement de prêts bancaires</a:t>
            </a:r>
            <a:endParaRPr b="0" lang="fr-FR" sz="2400" spc="-1" strike="noStrike">
              <a:solidFill>
                <a:srgbClr val="000000"/>
              </a:solidFill>
              <a:uFill>
                <a:solidFill>
                  <a:srgbClr val="ffffff"/>
                </a:solidFill>
              </a:uFill>
              <a:latin typeface="Arial"/>
            </a:endParaRPr>
          </a:p>
          <a:p>
            <a:pPr marL="343080" indent="-342720">
              <a:lnSpc>
                <a:spcPct val="100000"/>
              </a:lnSpc>
              <a:spcBef>
                <a:spcPts val="479"/>
              </a:spcBef>
            </a:pPr>
            <a:endParaRPr b="0" lang="fr-FR" sz="2400" spc="-1" strike="noStrike">
              <a:solidFill>
                <a:srgbClr val="000000"/>
              </a:solidFill>
              <a:uFill>
                <a:solidFill>
                  <a:srgbClr val="ffffff"/>
                </a:solidFill>
              </a:uFill>
              <a:latin typeface="Arial"/>
            </a:endParaRPr>
          </a:p>
          <a:p>
            <a:pPr marL="343080" indent="-342720">
              <a:lnSpc>
                <a:spcPct val="100000"/>
              </a:lnSpc>
              <a:spcBef>
                <a:spcPts val="479"/>
              </a:spcBef>
            </a:pPr>
            <a:r>
              <a:rPr b="1" lang="fr-FR" sz="2400" spc="-1" strike="noStrike">
                <a:solidFill>
                  <a:srgbClr val="84329b"/>
                </a:solidFill>
                <a:uFill>
                  <a:solidFill>
                    <a:srgbClr val="ffffff"/>
                  </a:solidFill>
                </a:uFill>
                <a:latin typeface="Arial"/>
              </a:rPr>
              <a:t>- Cigales : clubs d’investissement citoyens</a:t>
            </a:r>
            <a:endParaRPr b="0" lang="fr-FR" sz="2400" spc="-1" strike="noStrike">
              <a:solidFill>
                <a:srgbClr val="000000"/>
              </a:solidFill>
              <a:uFill>
                <a:solidFill>
                  <a:srgbClr val="ffffff"/>
                </a:solidFill>
              </a:uFill>
              <a:latin typeface="Arial"/>
            </a:endParaRPr>
          </a:p>
          <a:p>
            <a:pPr marL="343080" indent="-342720">
              <a:lnSpc>
                <a:spcPct val="100000"/>
              </a:lnSpc>
              <a:spcBef>
                <a:spcPts val="479"/>
              </a:spcBef>
            </a:pPr>
            <a:endParaRPr b="0" lang="fr-FR" sz="2400" spc="-1" strike="noStrike">
              <a:solidFill>
                <a:srgbClr val="000000"/>
              </a:solidFill>
              <a:uFill>
                <a:solidFill>
                  <a:srgbClr val="ffffff"/>
                </a:solidFill>
              </a:uFill>
              <a:latin typeface="Arial"/>
            </a:endParaRPr>
          </a:p>
          <a:p>
            <a:pPr marL="343080" indent="-342720">
              <a:lnSpc>
                <a:spcPct val="100000"/>
              </a:lnSpc>
              <a:spcBef>
                <a:spcPts val="360"/>
              </a:spcBef>
            </a:pPr>
            <a:endParaRPr b="0" lang="fr-FR" sz="2400" spc="-1" strike="noStrike">
              <a:solidFill>
                <a:srgbClr val="000000"/>
              </a:solidFill>
              <a:uFill>
                <a:solidFill>
                  <a:srgbClr val="ffffff"/>
                </a:solidFill>
              </a:uFill>
              <a:latin typeface="Arial"/>
            </a:endParaRPr>
          </a:p>
          <a:p>
            <a:pPr marL="343080" indent="-342720">
              <a:lnSpc>
                <a:spcPct val="100000"/>
              </a:lnSpc>
              <a:spcBef>
                <a:spcPts val="360"/>
              </a:spcBef>
            </a:pPr>
            <a:endParaRPr b="0" lang="fr-FR" sz="2400" spc="-1" strike="noStrike">
              <a:solidFill>
                <a:srgbClr val="000000"/>
              </a:solidFill>
              <a:uFill>
                <a:solidFill>
                  <a:srgbClr val="ffffff"/>
                </a:solidFill>
              </a:uFill>
              <a:latin typeface="Arial"/>
            </a:endParaRPr>
          </a:p>
          <a:p>
            <a:pPr>
              <a:lnSpc>
                <a:spcPct val="100000"/>
              </a:lnSpc>
              <a:spcBef>
                <a:spcPts val="360"/>
              </a:spcBef>
            </a:pPr>
            <a:endParaRPr b="0" lang="fr-FR" sz="2400" spc="-1" strike="noStrike">
              <a:solidFill>
                <a:srgbClr val="000000"/>
              </a:solidFill>
              <a:uFill>
                <a:solidFill>
                  <a:srgbClr val="ffffff"/>
                </a:solidFill>
              </a:uFill>
              <a:latin typeface="Arial"/>
            </a:endParaRPr>
          </a:p>
        </p:txBody>
      </p:sp>
      <p:pic>
        <p:nvPicPr>
          <p:cNvPr id="439" name="table" descr=""/>
          <p:cNvPicPr/>
          <p:nvPr/>
        </p:nvPicPr>
        <p:blipFill>
          <a:blip r:embed="rId1"/>
          <a:stretch/>
        </p:blipFill>
        <p:spPr>
          <a:xfrm>
            <a:off x="0" y="6237360"/>
            <a:ext cx="9252000" cy="620280"/>
          </a:xfrm>
          <a:prstGeom prst="rect">
            <a:avLst/>
          </a:prstGeom>
          <a:ln>
            <a:noFill/>
          </a:ln>
        </p:spPr>
      </p:pic>
      <p:pic>
        <p:nvPicPr>
          <p:cNvPr id="440" name="Image 5" descr=""/>
          <p:cNvPicPr/>
          <p:nvPr/>
        </p:nvPicPr>
        <p:blipFill>
          <a:blip r:embed="rId2"/>
          <a:stretch/>
        </p:blipFill>
        <p:spPr>
          <a:xfrm>
            <a:off x="7099560" y="174240"/>
            <a:ext cx="1567440" cy="1353240"/>
          </a:xfrm>
          <a:prstGeom prst="rect">
            <a:avLst/>
          </a:prstGeom>
          <a:ln>
            <a:noFill/>
          </a:ln>
        </p:spPr>
      </p:pic>
    </p:spTree>
  </p:cSld>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1" name="CustomShape 1"/>
          <p:cNvSpPr/>
          <p:nvPr/>
        </p:nvSpPr>
        <p:spPr>
          <a:xfrm>
            <a:off x="179640" y="188640"/>
            <a:ext cx="8733600" cy="6507720"/>
          </a:xfrm>
          <a:prstGeom prst="rect">
            <a:avLst/>
          </a:prstGeom>
          <a:noFill/>
          <a:ln>
            <a:noFill/>
          </a:ln>
        </p:spPr>
        <p:style>
          <a:lnRef idx="0"/>
          <a:fillRef idx="0"/>
          <a:effectRef idx="0"/>
          <a:fontRef idx="minor"/>
        </p:style>
        <p:txBody>
          <a:bodyPr lIns="90000" rIns="90000" tIns="45000" bIns="45000"/>
          <a:p>
            <a:pPr>
              <a:lnSpc>
                <a:spcPct val="100000"/>
              </a:lnSpc>
              <a:spcBef>
                <a:spcPts val="601"/>
              </a:spcBef>
            </a:pPr>
            <a:r>
              <a:rPr b="1" lang="fr-FR" sz="2800" spc="-1" strike="noStrike">
                <a:solidFill>
                  <a:srgbClr val="ce0f69"/>
                </a:solidFill>
                <a:uFill>
                  <a:solidFill>
                    <a:srgbClr val="ffffff"/>
                  </a:solidFill>
                </a:uFill>
                <a:latin typeface="Arial"/>
              </a:rPr>
              <a:t>Les formalités administratives d’installation </a:t>
            </a:r>
            <a:endParaRPr b="0" lang="fr-FR" sz="2800" spc="-1" strike="noStrike">
              <a:solidFill>
                <a:srgbClr val="000000"/>
              </a:solidFill>
              <a:uFill>
                <a:solidFill>
                  <a:srgbClr val="ffffff"/>
                </a:solidFill>
              </a:uFill>
              <a:latin typeface="Arial"/>
            </a:endParaRPr>
          </a:p>
          <a:p>
            <a:pPr>
              <a:lnSpc>
                <a:spcPct val="100000"/>
              </a:lnSpc>
              <a:spcBef>
                <a:spcPts val="601"/>
              </a:spcBef>
            </a:pPr>
            <a:endParaRPr b="0" lang="fr-FR" sz="2800" spc="-1" strike="noStrike">
              <a:solidFill>
                <a:srgbClr val="000000"/>
              </a:solidFill>
              <a:uFill>
                <a:solidFill>
                  <a:srgbClr val="ffffff"/>
                </a:solidFill>
              </a:uFill>
              <a:latin typeface="Arial"/>
            </a:endParaRPr>
          </a:p>
          <a:p>
            <a:pPr>
              <a:lnSpc>
                <a:spcPct val="100000"/>
              </a:lnSpc>
              <a:spcBef>
                <a:spcPts val="601"/>
              </a:spcBef>
            </a:pPr>
            <a:r>
              <a:rPr b="1" lang="fr-FR" sz="1800" spc="-1" strike="noStrike">
                <a:solidFill>
                  <a:srgbClr val="84329b"/>
                </a:solidFill>
                <a:uFill>
                  <a:solidFill>
                    <a:srgbClr val="ffffff"/>
                  </a:solidFill>
                </a:uFill>
                <a:latin typeface="Arial"/>
              </a:rPr>
              <a:t>Les organismes compétents selon le projet pour la creation juridique </a:t>
            </a:r>
            <a:br/>
            <a:r>
              <a:rPr b="1" lang="fr-FR" sz="1800" spc="-1" strike="noStrike">
                <a:solidFill>
                  <a:srgbClr val="84329b"/>
                </a:solidFill>
                <a:uFill>
                  <a:solidFill>
                    <a:srgbClr val="ffffff"/>
                  </a:solidFill>
                </a:uFill>
                <a:latin typeface="Arial"/>
              </a:rPr>
              <a:t>de l’entreprise </a:t>
            </a:r>
            <a:r>
              <a:rPr b="0" lang="fr-FR" sz="1800" spc="-1" strike="noStrike">
                <a:solidFill>
                  <a:srgbClr val="84329b"/>
                </a:solidFill>
                <a:uFill>
                  <a:solidFill>
                    <a:srgbClr val="ffffff"/>
                  </a:solidFill>
                </a:uFill>
                <a:latin typeface="Arial"/>
              </a:rPr>
              <a:t>: </a:t>
            </a:r>
            <a:endParaRPr b="0" lang="fr-FR" sz="1800" spc="-1" strike="noStrike">
              <a:solidFill>
                <a:srgbClr val="000000"/>
              </a:solidFill>
              <a:uFill>
                <a:solidFill>
                  <a:srgbClr val="ffffff"/>
                </a:solidFill>
              </a:uFill>
              <a:latin typeface="Arial"/>
            </a:endParaRPr>
          </a:p>
          <a:p>
            <a:pPr>
              <a:lnSpc>
                <a:spcPct val="50000"/>
              </a:lnSpc>
            </a:pPr>
            <a:endParaRPr b="0" lang="fr-FR" sz="1800" spc="-1" strike="noStrike">
              <a:solidFill>
                <a:srgbClr val="000000"/>
              </a:solidFill>
              <a:uFill>
                <a:solidFill>
                  <a:srgbClr val="ffffff"/>
                </a:solidFill>
              </a:uFill>
              <a:latin typeface="Arial"/>
            </a:endParaRPr>
          </a:p>
          <a:p>
            <a:pPr>
              <a:lnSpc>
                <a:spcPct val="100000"/>
              </a:lnSpc>
              <a:spcBef>
                <a:spcPts val="601"/>
              </a:spcBef>
            </a:pPr>
            <a:r>
              <a:rPr b="0" lang="fr-FR" sz="1800" spc="-1" strike="noStrike">
                <a:solidFill>
                  <a:srgbClr val="84329b"/>
                </a:solidFill>
                <a:uFill>
                  <a:solidFill>
                    <a:srgbClr val="ffffff"/>
                  </a:solidFill>
                </a:uFill>
                <a:latin typeface="Arial"/>
              </a:rPr>
              <a:t>Les CFE, les  Centres de formalités des entreprises  des établissements consulaires (CCIMBO, CMA, et Chambre d’Agriculture…) et de l’URSSAF</a:t>
            </a:r>
            <a:br/>
            <a:r>
              <a:rPr b="0" lang="fr-FR" sz="1800" spc="-1" strike="noStrike">
                <a:solidFill>
                  <a:srgbClr val="84329b"/>
                </a:solidFill>
                <a:uFill>
                  <a:solidFill>
                    <a:srgbClr val="ffffff"/>
                  </a:solidFill>
                </a:uFill>
                <a:latin typeface="Arial"/>
              </a:rPr>
              <a:t>… Sans oublier l’ACCRE, et l’ARCE…</a:t>
            </a:r>
            <a:endParaRPr b="0" lang="fr-FR" sz="1800" spc="-1" strike="noStrike">
              <a:solidFill>
                <a:srgbClr val="000000"/>
              </a:solidFill>
              <a:uFill>
                <a:solidFill>
                  <a:srgbClr val="ffffff"/>
                </a:solidFill>
              </a:uFill>
              <a:latin typeface="Arial"/>
            </a:endParaRPr>
          </a:p>
          <a:p>
            <a:pPr>
              <a:lnSpc>
                <a:spcPct val="100000"/>
              </a:lnSpc>
              <a:spcBef>
                <a:spcPts val="601"/>
              </a:spcBef>
              <a:spcAft>
                <a:spcPts val="601"/>
              </a:spcAft>
            </a:pPr>
            <a:endParaRPr b="0" lang="fr-FR" sz="1800" spc="-1" strike="noStrike">
              <a:solidFill>
                <a:srgbClr val="000000"/>
              </a:solidFill>
              <a:uFill>
                <a:solidFill>
                  <a:srgbClr val="ffffff"/>
                </a:solidFill>
              </a:uFill>
              <a:latin typeface="Arial"/>
            </a:endParaRPr>
          </a:p>
          <a:p>
            <a:pPr>
              <a:lnSpc>
                <a:spcPct val="100000"/>
              </a:lnSpc>
              <a:spcBef>
                <a:spcPts val="601"/>
              </a:spcBef>
              <a:spcAft>
                <a:spcPts val="601"/>
              </a:spcAft>
            </a:pPr>
            <a:r>
              <a:rPr b="1" lang="fr-FR" sz="1800" spc="-1" strike="noStrike">
                <a:solidFill>
                  <a:srgbClr val="84329b"/>
                </a:solidFill>
                <a:uFill>
                  <a:solidFill>
                    <a:srgbClr val="ffffff"/>
                  </a:solidFill>
                </a:uFill>
                <a:latin typeface="Arial"/>
              </a:rPr>
              <a:t>Les autres démarches administratives et réglementaires utiles à la création et au lancement de l’entreprise :</a:t>
            </a:r>
            <a:endParaRPr b="0" lang="fr-FR" sz="1800" spc="-1" strike="noStrike">
              <a:solidFill>
                <a:srgbClr val="000000"/>
              </a:solidFill>
              <a:uFill>
                <a:solidFill>
                  <a:srgbClr val="ffffff"/>
                </a:solidFill>
              </a:uFill>
              <a:latin typeface="Arial"/>
            </a:endParaRPr>
          </a:p>
          <a:p>
            <a:pPr>
              <a:lnSpc>
                <a:spcPct val="100000"/>
              </a:lnSpc>
              <a:spcBef>
                <a:spcPts val="601"/>
              </a:spcBef>
              <a:spcAft>
                <a:spcPts val="601"/>
              </a:spcAft>
            </a:pPr>
            <a:r>
              <a:rPr b="0" lang="fr-FR" sz="1800" spc="-1" strike="noStrike">
                <a:solidFill>
                  <a:srgbClr val="84329b"/>
                </a:solidFill>
                <a:uFill>
                  <a:solidFill>
                    <a:srgbClr val="ffffff"/>
                  </a:solidFill>
                </a:uFill>
                <a:latin typeface="Arial"/>
              </a:rPr>
              <a:t>La signature du Bail, l’accord de prêt, l’ouverture de compte bancaire, la souscription d’assurances, la téléphonie, le respect des formalités administratives liées à la réglementation de l’activité (ex : licence, permis </a:t>
            </a:r>
            <a:br/>
            <a:r>
              <a:rPr b="0" lang="fr-FR" sz="1800" spc="-1" strike="noStrike">
                <a:solidFill>
                  <a:srgbClr val="84329b"/>
                </a:solidFill>
                <a:uFill>
                  <a:solidFill>
                    <a:srgbClr val="ffffff"/>
                  </a:solidFill>
                </a:uFill>
                <a:latin typeface="Arial"/>
              </a:rPr>
              <a:t>d’exploitation, formation hygiène, capacité de transport, </a:t>
            </a:r>
            <a:br/>
            <a:r>
              <a:rPr b="0" lang="fr-FR" sz="1800" spc="-1" strike="noStrike">
                <a:solidFill>
                  <a:srgbClr val="84329b"/>
                </a:solidFill>
                <a:uFill>
                  <a:solidFill>
                    <a:srgbClr val="ffffff"/>
                  </a:solidFill>
                </a:uFill>
                <a:latin typeface="Arial"/>
              </a:rPr>
              <a:t>déclaration ou agrément pour les services à la personne…)</a:t>
            </a:r>
            <a:endParaRPr b="0" lang="fr-FR" sz="1800" spc="-1" strike="noStrike">
              <a:solidFill>
                <a:srgbClr val="000000"/>
              </a:solidFill>
              <a:uFill>
                <a:solidFill>
                  <a:srgbClr val="ffffff"/>
                </a:solidFill>
              </a:uFill>
              <a:latin typeface="Arial"/>
            </a:endParaRPr>
          </a:p>
          <a:p>
            <a:pPr>
              <a:lnSpc>
                <a:spcPct val="100000"/>
              </a:lnSpc>
              <a:spcBef>
                <a:spcPts val="601"/>
              </a:spcBef>
            </a:pPr>
            <a:endParaRPr b="0" lang="fr-FR" sz="1800" spc="-1" strike="noStrike">
              <a:solidFill>
                <a:srgbClr val="000000"/>
              </a:solidFill>
              <a:uFill>
                <a:solidFill>
                  <a:srgbClr val="ffffff"/>
                </a:solidFill>
              </a:uFill>
              <a:latin typeface="Arial"/>
            </a:endParaRPr>
          </a:p>
          <a:p>
            <a:pPr>
              <a:lnSpc>
                <a:spcPct val="100000"/>
              </a:lnSpc>
              <a:spcBef>
                <a:spcPts val="601"/>
              </a:spcBef>
            </a:pPr>
            <a:endParaRPr b="0" lang="fr-FR" sz="1800" spc="-1" strike="noStrike">
              <a:solidFill>
                <a:srgbClr val="000000"/>
              </a:solidFill>
              <a:uFill>
                <a:solidFill>
                  <a:srgbClr val="ffffff"/>
                </a:solidFill>
              </a:uFill>
              <a:latin typeface="Arial"/>
            </a:endParaRPr>
          </a:p>
          <a:p>
            <a:pPr>
              <a:lnSpc>
                <a:spcPct val="100000"/>
              </a:lnSpc>
              <a:spcBef>
                <a:spcPts val="601"/>
              </a:spcBef>
            </a:pPr>
            <a:endParaRPr b="0" lang="fr-FR" sz="1800" spc="-1" strike="noStrike">
              <a:solidFill>
                <a:srgbClr val="000000"/>
              </a:solidFill>
              <a:uFill>
                <a:solidFill>
                  <a:srgbClr val="ffffff"/>
                </a:solidFill>
              </a:uFill>
              <a:latin typeface="Arial"/>
            </a:endParaRPr>
          </a:p>
        </p:txBody>
      </p:sp>
      <p:pic>
        <p:nvPicPr>
          <p:cNvPr id="442" name="table" descr=""/>
          <p:cNvPicPr/>
          <p:nvPr/>
        </p:nvPicPr>
        <p:blipFill>
          <a:blip r:embed="rId1"/>
          <a:stretch/>
        </p:blipFill>
        <p:spPr>
          <a:xfrm>
            <a:off x="0" y="6239880"/>
            <a:ext cx="9396000" cy="620280"/>
          </a:xfrm>
          <a:prstGeom prst="rect">
            <a:avLst/>
          </a:prstGeom>
          <a:ln>
            <a:noFill/>
          </a:ln>
        </p:spPr>
      </p:pic>
      <p:pic>
        <p:nvPicPr>
          <p:cNvPr id="443" name="Picture 2" descr=""/>
          <p:cNvPicPr/>
          <p:nvPr/>
        </p:nvPicPr>
        <p:blipFill>
          <a:blip r:embed="rId2"/>
          <a:stretch/>
        </p:blipFill>
        <p:spPr>
          <a:xfrm>
            <a:off x="7551360" y="4709160"/>
            <a:ext cx="1416600" cy="1416600"/>
          </a:xfrm>
          <a:prstGeom prst="rect">
            <a:avLst/>
          </a:prstGeom>
          <a:ln>
            <a:noFill/>
          </a:ln>
        </p:spPr>
      </p:pic>
      <p:pic>
        <p:nvPicPr>
          <p:cNvPr id="444" name="Image 2" descr=""/>
          <p:cNvPicPr/>
          <p:nvPr/>
        </p:nvPicPr>
        <p:blipFill>
          <a:blip r:embed="rId3"/>
          <a:stretch/>
        </p:blipFill>
        <p:spPr>
          <a:xfrm>
            <a:off x="7924680" y="764640"/>
            <a:ext cx="1167840" cy="1167840"/>
          </a:xfrm>
          <a:prstGeom prst="rect">
            <a:avLst/>
          </a:prstGeom>
          <a:ln>
            <a:noFill/>
          </a:ln>
        </p:spPr>
      </p:pic>
      <p:pic>
        <p:nvPicPr>
          <p:cNvPr id="445" name="Image 3" descr=""/>
          <p:cNvPicPr/>
          <p:nvPr/>
        </p:nvPicPr>
        <p:blipFill>
          <a:blip r:embed="rId4"/>
          <a:stretch/>
        </p:blipFill>
        <p:spPr>
          <a:xfrm>
            <a:off x="6575040" y="5088960"/>
            <a:ext cx="921240" cy="1150200"/>
          </a:xfrm>
          <a:prstGeom prst="rect">
            <a:avLst/>
          </a:prstGeom>
          <a:ln>
            <a:noFill/>
          </a:ln>
        </p:spPr>
      </p:pic>
    </p:spTree>
  </p:cSld>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446" name="Image 2" descr=""/>
          <p:cNvPicPr/>
          <p:nvPr/>
        </p:nvPicPr>
        <p:blipFill>
          <a:blip r:embed="rId1"/>
          <a:stretch/>
        </p:blipFill>
        <p:spPr>
          <a:xfrm>
            <a:off x="6300360" y="3213000"/>
            <a:ext cx="2697480" cy="2020680"/>
          </a:xfrm>
          <a:prstGeom prst="rect">
            <a:avLst/>
          </a:prstGeom>
          <a:ln>
            <a:noFill/>
          </a:ln>
        </p:spPr>
      </p:pic>
      <p:sp>
        <p:nvSpPr>
          <p:cNvPr id="447" name="CustomShape 1"/>
          <p:cNvSpPr/>
          <p:nvPr/>
        </p:nvSpPr>
        <p:spPr>
          <a:xfrm>
            <a:off x="539280" y="908640"/>
            <a:ext cx="7704720" cy="3892680"/>
          </a:xfrm>
          <a:prstGeom prst="rect">
            <a:avLst/>
          </a:prstGeom>
          <a:noFill/>
          <a:ln>
            <a:noFill/>
          </a:ln>
        </p:spPr>
        <p:style>
          <a:lnRef idx="0"/>
          <a:fillRef idx="0"/>
          <a:effectRef idx="0"/>
          <a:fontRef idx="minor"/>
        </p:style>
        <p:txBody>
          <a:bodyPr lIns="90000" rIns="90000" tIns="45000" bIns="45000"/>
          <a:p>
            <a:pPr>
              <a:lnSpc>
                <a:spcPct val="100000"/>
              </a:lnSpc>
              <a:spcBef>
                <a:spcPts val="601"/>
              </a:spcBef>
            </a:pPr>
            <a:r>
              <a:rPr b="1" lang="fr-FR" sz="2800" spc="-1" strike="noStrike">
                <a:solidFill>
                  <a:srgbClr val="ce0f69"/>
                </a:solidFill>
                <a:uFill>
                  <a:solidFill>
                    <a:srgbClr val="ffffff"/>
                  </a:solidFill>
                </a:uFill>
                <a:latin typeface="Arial"/>
              </a:rPr>
              <a:t>Le développement et le suivi de l’activité</a:t>
            </a:r>
            <a:endParaRPr b="0" lang="fr-FR" sz="2800" spc="-1" strike="noStrike">
              <a:solidFill>
                <a:srgbClr val="000000"/>
              </a:solidFill>
              <a:uFill>
                <a:solidFill>
                  <a:srgbClr val="ffffff"/>
                </a:solidFill>
              </a:uFill>
              <a:latin typeface="Arial"/>
            </a:endParaRPr>
          </a:p>
          <a:p>
            <a:pPr>
              <a:lnSpc>
                <a:spcPct val="100000"/>
              </a:lnSpc>
              <a:spcBef>
                <a:spcPts val="601"/>
              </a:spcBef>
            </a:pPr>
            <a:endParaRPr b="0" lang="fr-FR" sz="2800" spc="-1" strike="noStrike">
              <a:solidFill>
                <a:srgbClr val="000000"/>
              </a:solidFill>
              <a:uFill>
                <a:solidFill>
                  <a:srgbClr val="ffffff"/>
                </a:solidFill>
              </a:uFill>
              <a:latin typeface="Arial"/>
            </a:endParaRPr>
          </a:p>
          <a:p>
            <a:pPr marL="343080" indent="-342720">
              <a:lnSpc>
                <a:spcPct val="80000"/>
              </a:lnSpc>
              <a:spcBef>
                <a:spcPts val="601"/>
              </a:spcBef>
              <a:buClr>
                <a:srgbClr val="84329b"/>
              </a:buClr>
              <a:buFont typeface="Arial"/>
              <a:buChar char="•"/>
            </a:pPr>
            <a:r>
              <a:rPr b="0" lang="fr-FR" sz="1800" spc="-1" strike="noStrike">
                <a:solidFill>
                  <a:srgbClr val="000000"/>
                </a:solidFill>
                <a:uFill>
                  <a:solidFill>
                    <a:srgbClr val="ffffff"/>
                  </a:solidFill>
                </a:uFill>
                <a:latin typeface="Arial"/>
              </a:rPr>
              <a:t> </a:t>
            </a:r>
            <a:r>
              <a:rPr b="0" lang="fr-FR" sz="2400" spc="-1" strike="noStrike">
                <a:solidFill>
                  <a:srgbClr val="84329b"/>
                </a:solidFill>
                <a:uFill>
                  <a:solidFill>
                    <a:srgbClr val="ffffff"/>
                  </a:solidFill>
                </a:uFill>
                <a:latin typeface="Arial"/>
              </a:rPr>
              <a:t>Les tableaux de bord et de suivi d’activité  (chiffre d’affaires, marge, trésorerie, charges…)</a:t>
            </a:r>
            <a:endParaRPr b="0" lang="fr-FR" sz="2400" spc="-1" strike="noStrike">
              <a:solidFill>
                <a:srgbClr val="000000"/>
              </a:solidFill>
              <a:uFill>
                <a:solidFill>
                  <a:srgbClr val="ffffff"/>
                </a:solidFill>
              </a:uFill>
              <a:latin typeface="Arial"/>
            </a:endParaRPr>
          </a:p>
          <a:p>
            <a:pPr>
              <a:lnSpc>
                <a:spcPct val="80000"/>
              </a:lnSpc>
              <a:spcBef>
                <a:spcPts val="601"/>
              </a:spcBef>
            </a:pPr>
            <a:endParaRPr b="0" lang="fr-FR" sz="2400" spc="-1" strike="noStrike">
              <a:solidFill>
                <a:srgbClr val="000000"/>
              </a:solidFill>
              <a:uFill>
                <a:solidFill>
                  <a:srgbClr val="ffffff"/>
                </a:solidFill>
              </a:uFill>
              <a:latin typeface="Arial"/>
            </a:endParaRPr>
          </a:p>
          <a:p>
            <a:pPr marL="343080" indent="-342720">
              <a:lnSpc>
                <a:spcPct val="80000"/>
              </a:lnSpc>
              <a:spcBef>
                <a:spcPts val="601"/>
              </a:spcBef>
              <a:buClr>
                <a:srgbClr val="84329b"/>
              </a:buClr>
              <a:buFont typeface="Arial"/>
              <a:buChar char="•"/>
            </a:pPr>
            <a:r>
              <a:rPr b="0" lang="fr-FR" sz="2400" spc="-1" strike="noStrike">
                <a:solidFill>
                  <a:srgbClr val="84329b"/>
                </a:solidFill>
                <a:uFill>
                  <a:solidFill>
                    <a:srgbClr val="ffffff"/>
                  </a:solidFill>
                </a:uFill>
                <a:latin typeface="Arial"/>
              </a:rPr>
              <a:t> </a:t>
            </a:r>
            <a:r>
              <a:rPr b="0" lang="fr-FR" sz="2400" spc="-1" strike="noStrike">
                <a:solidFill>
                  <a:srgbClr val="84329b"/>
                </a:solidFill>
                <a:uFill>
                  <a:solidFill>
                    <a:srgbClr val="ffffff"/>
                  </a:solidFill>
                </a:uFill>
                <a:latin typeface="Arial"/>
              </a:rPr>
              <a:t>Le pilotage au quotidien de l’activité</a:t>
            </a:r>
            <a:endParaRPr b="0" lang="fr-FR" sz="2400" spc="-1" strike="noStrike">
              <a:solidFill>
                <a:srgbClr val="000000"/>
              </a:solidFill>
              <a:uFill>
                <a:solidFill>
                  <a:srgbClr val="ffffff"/>
                </a:solidFill>
              </a:uFill>
              <a:latin typeface="Arial"/>
            </a:endParaRPr>
          </a:p>
          <a:p>
            <a:pPr>
              <a:lnSpc>
                <a:spcPct val="80000"/>
              </a:lnSpc>
              <a:spcBef>
                <a:spcPts val="601"/>
              </a:spcBef>
            </a:pPr>
            <a:endParaRPr b="0" lang="fr-FR" sz="2400" spc="-1" strike="noStrike">
              <a:solidFill>
                <a:srgbClr val="000000"/>
              </a:solidFill>
              <a:uFill>
                <a:solidFill>
                  <a:srgbClr val="ffffff"/>
                </a:solidFill>
              </a:uFill>
              <a:latin typeface="Arial"/>
            </a:endParaRPr>
          </a:p>
          <a:p>
            <a:pPr marL="343080" indent="-342720">
              <a:lnSpc>
                <a:spcPct val="80000"/>
              </a:lnSpc>
              <a:spcBef>
                <a:spcPts val="601"/>
              </a:spcBef>
              <a:buClr>
                <a:srgbClr val="84329b"/>
              </a:buClr>
              <a:buFont typeface="Arial"/>
              <a:buChar char="•"/>
            </a:pPr>
            <a:r>
              <a:rPr b="0" lang="fr-FR" sz="2400" spc="-1" strike="noStrike">
                <a:solidFill>
                  <a:srgbClr val="84329b"/>
                </a:solidFill>
                <a:uFill>
                  <a:solidFill>
                    <a:srgbClr val="ffffff"/>
                  </a:solidFill>
                </a:uFill>
                <a:latin typeface="Arial"/>
              </a:rPr>
              <a:t> </a:t>
            </a:r>
            <a:r>
              <a:rPr b="0" lang="fr-FR" sz="2400" spc="-1" strike="noStrike">
                <a:solidFill>
                  <a:srgbClr val="84329b"/>
                </a:solidFill>
                <a:uFill>
                  <a:solidFill>
                    <a:srgbClr val="ffffff"/>
                  </a:solidFill>
                </a:uFill>
                <a:latin typeface="Arial"/>
              </a:rPr>
              <a:t>Anticiper les difficultés économiques</a:t>
            </a:r>
            <a:endParaRPr b="0" lang="fr-FR" sz="2400" spc="-1" strike="noStrike">
              <a:solidFill>
                <a:srgbClr val="000000"/>
              </a:solidFill>
              <a:uFill>
                <a:solidFill>
                  <a:srgbClr val="ffffff"/>
                </a:solidFill>
              </a:uFill>
              <a:latin typeface="Arial"/>
            </a:endParaRPr>
          </a:p>
          <a:p>
            <a:pPr>
              <a:lnSpc>
                <a:spcPct val="80000"/>
              </a:lnSpc>
              <a:spcBef>
                <a:spcPts val="601"/>
              </a:spcBef>
            </a:pPr>
            <a:endParaRPr b="0" lang="fr-FR" sz="2400" spc="-1" strike="noStrike">
              <a:solidFill>
                <a:srgbClr val="000000"/>
              </a:solidFill>
              <a:uFill>
                <a:solidFill>
                  <a:srgbClr val="ffffff"/>
                </a:solidFill>
              </a:uFill>
              <a:latin typeface="Arial"/>
            </a:endParaRPr>
          </a:p>
          <a:p>
            <a:pPr marL="343080" indent="-342720">
              <a:lnSpc>
                <a:spcPct val="80000"/>
              </a:lnSpc>
              <a:spcBef>
                <a:spcPts val="601"/>
              </a:spcBef>
              <a:buClr>
                <a:srgbClr val="84329b"/>
              </a:buClr>
              <a:buFont typeface="Arial"/>
              <a:buChar char="•"/>
            </a:pPr>
            <a:r>
              <a:rPr b="0" lang="fr-FR" sz="2400" spc="-1" strike="noStrike">
                <a:solidFill>
                  <a:srgbClr val="84329b"/>
                </a:solidFill>
                <a:uFill>
                  <a:solidFill>
                    <a:srgbClr val="ffffff"/>
                  </a:solidFill>
                </a:uFill>
                <a:latin typeface="Arial"/>
              </a:rPr>
              <a:t> </a:t>
            </a:r>
            <a:r>
              <a:rPr b="0" lang="fr-FR" sz="2400" spc="-1" strike="noStrike">
                <a:solidFill>
                  <a:srgbClr val="84329b"/>
                </a:solidFill>
                <a:uFill>
                  <a:solidFill>
                    <a:srgbClr val="ffffff"/>
                  </a:solidFill>
                </a:uFill>
                <a:latin typeface="Arial"/>
              </a:rPr>
              <a:t>Se faire accompagner</a:t>
            </a:r>
            <a:endParaRPr b="0" lang="fr-FR" sz="2400" spc="-1" strike="noStrike">
              <a:solidFill>
                <a:srgbClr val="000000"/>
              </a:solidFill>
              <a:uFill>
                <a:solidFill>
                  <a:srgbClr val="ffffff"/>
                </a:solidFill>
              </a:uFill>
              <a:latin typeface="Arial"/>
            </a:endParaRPr>
          </a:p>
        </p:txBody>
      </p:sp>
      <p:pic>
        <p:nvPicPr>
          <p:cNvPr id="448" name="Picture 2" descr=""/>
          <p:cNvPicPr/>
          <p:nvPr/>
        </p:nvPicPr>
        <p:blipFill>
          <a:blip r:embed="rId2"/>
          <a:stretch/>
        </p:blipFill>
        <p:spPr>
          <a:xfrm>
            <a:off x="5220000" y="4656600"/>
            <a:ext cx="1639080" cy="1441080"/>
          </a:xfrm>
          <a:prstGeom prst="rect">
            <a:avLst/>
          </a:prstGeom>
          <a:ln>
            <a:noFill/>
          </a:ln>
        </p:spPr>
      </p:pic>
      <p:pic>
        <p:nvPicPr>
          <p:cNvPr id="449" name="table" descr=""/>
          <p:cNvPicPr/>
          <p:nvPr/>
        </p:nvPicPr>
        <p:blipFill>
          <a:blip r:embed="rId3"/>
          <a:stretch/>
        </p:blipFill>
        <p:spPr>
          <a:xfrm>
            <a:off x="0" y="6237360"/>
            <a:ext cx="9324000" cy="620280"/>
          </a:xfrm>
          <a:prstGeom prst="rect">
            <a:avLst/>
          </a:prstGeom>
          <a:ln>
            <a:noFill/>
          </a:ln>
        </p:spPr>
      </p:pic>
    </p:spTree>
  </p:cSld>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0" name="CustomShape 1"/>
          <p:cNvSpPr/>
          <p:nvPr/>
        </p:nvSpPr>
        <p:spPr>
          <a:xfrm>
            <a:off x="1025640" y="476640"/>
            <a:ext cx="8458200" cy="5211360"/>
          </a:xfrm>
          <a:prstGeom prst="rect">
            <a:avLst/>
          </a:prstGeom>
          <a:noFill/>
          <a:ln>
            <a:noFill/>
          </a:ln>
        </p:spPr>
        <p:style>
          <a:lnRef idx="0"/>
          <a:fillRef idx="0"/>
          <a:effectRef idx="0"/>
          <a:fontRef idx="minor"/>
        </p:style>
        <p:txBody>
          <a:bodyPr lIns="90000" rIns="90000" tIns="46800" bIns="46800"/>
          <a:p>
            <a:pPr marL="588960" indent="-588600">
              <a:lnSpc>
                <a:spcPct val="100000"/>
              </a:lnSpc>
              <a:spcBef>
                <a:spcPts val="601"/>
              </a:spcBef>
            </a:pPr>
            <a:endParaRPr b="0" lang="fr-FR" sz="1800" spc="-1" strike="noStrike">
              <a:solidFill>
                <a:srgbClr val="000000"/>
              </a:solidFill>
              <a:uFill>
                <a:solidFill>
                  <a:srgbClr val="ffffff"/>
                </a:solidFill>
              </a:uFill>
              <a:latin typeface="Arial"/>
            </a:endParaRPr>
          </a:p>
          <a:p>
            <a:pPr marL="588960" indent="-588600">
              <a:lnSpc>
                <a:spcPct val="100000"/>
              </a:lnSpc>
              <a:spcBef>
                <a:spcPts val="601"/>
              </a:spcBef>
            </a:pPr>
            <a:r>
              <a:rPr b="1" lang="fr-FR" sz="2800" spc="-1" strike="noStrike">
                <a:solidFill>
                  <a:srgbClr val="ce0f69"/>
                </a:solidFill>
                <a:uFill>
                  <a:solidFill>
                    <a:srgbClr val="ffffff"/>
                  </a:solidFill>
                </a:uFill>
                <a:latin typeface="Arial"/>
              </a:rPr>
              <a:t>LES</a:t>
            </a:r>
            <a:r>
              <a:rPr b="1" lang="fr-FR" sz="2800" spc="-1" strike="noStrike">
                <a:solidFill>
                  <a:srgbClr val="84329b"/>
                </a:solidFill>
                <a:uFill>
                  <a:solidFill>
                    <a:srgbClr val="ffffff"/>
                  </a:solidFill>
                </a:uFill>
                <a:latin typeface="Arial"/>
              </a:rPr>
              <a:t> </a:t>
            </a:r>
            <a:r>
              <a:rPr b="1" lang="fr-FR" sz="2800" spc="-1" strike="noStrike">
                <a:solidFill>
                  <a:srgbClr val="ce0f69"/>
                </a:solidFill>
                <a:uFill>
                  <a:solidFill>
                    <a:srgbClr val="ffffff"/>
                  </a:solidFill>
                </a:uFill>
                <a:latin typeface="Arial"/>
              </a:rPr>
              <a:t>FACTEURS DE SUCCÈS EN CRÉATION</a:t>
            </a:r>
            <a:endParaRPr b="0" lang="fr-FR" sz="2800" spc="-1" strike="noStrike">
              <a:solidFill>
                <a:srgbClr val="000000"/>
              </a:solidFill>
              <a:uFill>
                <a:solidFill>
                  <a:srgbClr val="ffffff"/>
                </a:solidFill>
              </a:uFill>
              <a:latin typeface="Arial"/>
            </a:endParaRPr>
          </a:p>
          <a:p>
            <a:pPr marL="588960" indent="-588600">
              <a:lnSpc>
                <a:spcPct val="100000"/>
              </a:lnSpc>
              <a:spcBef>
                <a:spcPts val="601"/>
              </a:spcBef>
            </a:pPr>
            <a:endParaRPr b="0" lang="fr-FR" sz="2800" spc="-1" strike="noStrike">
              <a:solidFill>
                <a:srgbClr val="000000"/>
              </a:solidFill>
              <a:uFill>
                <a:solidFill>
                  <a:srgbClr val="ffffff"/>
                </a:solidFill>
              </a:uFill>
              <a:latin typeface="Arial"/>
            </a:endParaRPr>
          </a:p>
          <a:p>
            <a:pPr marL="343080" indent="-342720">
              <a:lnSpc>
                <a:spcPct val="80000"/>
              </a:lnSpc>
              <a:spcBef>
                <a:spcPts val="601"/>
              </a:spcBef>
              <a:buClr>
                <a:srgbClr val="84329b"/>
              </a:buClr>
              <a:buFont typeface="Arial"/>
              <a:buChar char="•"/>
            </a:pPr>
            <a:r>
              <a:rPr b="0" lang="fr-FR" sz="2400" spc="-1" strike="noStrike">
                <a:solidFill>
                  <a:srgbClr val="84329b"/>
                </a:solidFill>
                <a:uFill>
                  <a:solidFill>
                    <a:srgbClr val="ffffff"/>
                  </a:solidFill>
                </a:uFill>
                <a:latin typeface="Arial"/>
              </a:rPr>
              <a:t>Un projet en adéquation avec …vous </a:t>
            </a:r>
            <a:endParaRPr b="0" lang="fr-FR" sz="2400" spc="-1" strike="noStrike">
              <a:solidFill>
                <a:srgbClr val="000000"/>
              </a:solidFill>
              <a:uFill>
                <a:solidFill>
                  <a:srgbClr val="ffffff"/>
                </a:solidFill>
              </a:uFill>
              <a:latin typeface="Arial"/>
            </a:endParaRPr>
          </a:p>
          <a:p>
            <a:pPr marL="343080" indent="-342720">
              <a:lnSpc>
                <a:spcPct val="80000"/>
              </a:lnSpc>
              <a:spcBef>
                <a:spcPts val="601"/>
              </a:spcBef>
              <a:buClr>
                <a:srgbClr val="84329b"/>
              </a:buClr>
              <a:buFont typeface="Arial"/>
              <a:buChar char="•"/>
            </a:pPr>
            <a:r>
              <a:rPr b="0" lang="fr-FR" sz="2400" spc="-1" strike="noStrike">
                <a:solidFill>
                  <a:srgbClr val="84329b"/>
                </a:solidFill>
                <a:uFill>
                  <a:solidFill>
                    <a:srgbClr val="ffffff"/>
                  </a:solidFill>
                </a:uFill>
                <a:latin typeface="Arial"/>
              </a:rPr>
              <a:t>Un projet réaliste</a:t>
            </a:r>
            <a:endParaRPr b="0" lang="fr-FR" sz="2400" spc="-1" strike="noStrike">
              <a:solidFill>
                <a:srgbClr val="000000"/>
              </a:solidFill>
              <a:uFill>
                <a:solidFill>
                  <a:srgbClr val="ffffff"/>
                </a:solidFill>
              </a:uFill>
              <a:latin typeface="Arial"/>
            </a:endParaRPr>
          </a:p>
          <a:p>
            <a:pPr marL="343080" indent="-342720">
              <a:lnSpc>
                <a:spcPct val="80000"/>
              </a:lnSpc>
              <a:spcBef>
                <a:spcPts val="601"/>
              </a:spcBef>
              <a:buClr>
                <a:srgbClr val="84329b"/>
              </a:buClr>
              <a:buFont typeface="Arial"/>
              <a:buChar char="•"/>
            </a:pPr>
            <a:r>
              <a:rPr b="0" lang="fr-FR" sz="2400" spc="-1" strike="noStrike">
                <a:solidFill>
                  <a:srgbClr val="84329b"/>
                </a:solidFill>
                <a:uFill>
                  <a:solidFill>
                    <a:srgbClr val="ffffff"/>
                  </a:solidFill>
                </a:uFill>
                <a:latin typeface="Arial"/>
              </a:rPr>
              <a:t>Un projet rentable</a:t>
            </a:r>
            <a:endParaRPr b="0" lang="fr-FR" sz="2400" spc="-1" strike="noStrike">
              <a:solidFill>
                <a:srgbClr val="000000"/>
              </a:solidFill>
              <a:uFill>
                <a:solidFill>
                  <a:srgbClr val="ffffff"/>
                </a:solidFill>
              </a:uFill>
              <a:latin typeface="Arial"/>
            </a:endParaRPr>
          </a:p>
          <a:p>
            <a:pPr marL="343080" indent="-342720">
              <a:lnSpc>
                <a:spcPct val="80000"/>
              </a:lnSpc>
              <a:spcBef>
                <a:spcPts val="601"/>
              </a:spcBef>
              <a:buClr>
                <a:srgbClr val="84329b"/>
              </a:buClr>
              <a:buFont typeface="Arial"/>
              <a:buChar char="•"/>
            </a:pPr>
            <a:r>
              <a:rPr b="0" lang="fr-FR" sz="2400" spc="-1" strike="noStrike">
                <a:solidFill>
                  <a:srgbClr val="84329b"/>
                </a:solidFill>
                <a:uFill>
                  <a:solidFill>
                    <a:srgbClr val="ffffff"/>
                  </a:solidFill>
                </a:uFill>
                <a:latin typeface="Arial"/>
              </a:rPr>
              <a:t>Un projet convaincant </a:t>
            </a:r>
            <a:endParaRPr b="0" lang="fr-FR" sz="2400" spc="-1" strike="noStrike">
              <a:solidFill>
                <a:srgbClr val="000000"/>
              </a:solidFill>
              <a:uFill>
                <a:solidFill>
                  <a:srgbClr val="ffffff"/>
                </a:solidFill>
              </a:uFill>
              <a:latin typeface="Arial"/>
            </a:endParaRPr>
          </a:p>
          <a:p>
            <a:pPr>
              <a:lnSpc>
                <a:spcPct val="100000"/>
              </a:lnSpc>
              <a:spcBef>
                <a:spcPts val="601"/>
              </a:spcBef>
            </a:pPr>
            <a:endParaRPr b="0" lang="fr-FR" sz="2400" spc="-1" strike="noStrike">
              <a:solidFill>
                <a:srgbClr val="000000"/>
              </a:solidFill>
              <a:uFill>
                <a:solidFill>
                  <a:srgbClr val="ffffff"/>
                </a:solidFill>
              </a:uFill>
              <a:latin typeface="Arial"/>
            </a:endParaRPr>
          </a:p>
          <a:p>
            <a:pPr marL="588960" indent="-588600">
              <a:lnSpc>
                <a:spcPct val="100000"/>
              </a:lnSpc>
              <a:spcBef>
                <a:spcPts val="601"/>
              </a:spcBef>
            </a:pPr>
            <a:r>
              <a:rPr b="1" lang="fr-FR" sz="2800" spc="-1" strike="noStrike">
                <a:solidFill>
                  <a:srgbClr val="84329b"/>
                </a:solidFill>
                <a:uFill>
                  <a:solidFill>
                    <a:srgbClr val="ffffff"/>
                  </a:solidFill>
                </a:uFill>
                <a:latin typeface="Arial"/>
              </a:rPr>
              <a:t>Et,</a:t>
            </a:r>
            <a:endParaRPr b="0" lang="fr-FR" sz="2800" spc="-1" strike="noStrike">
              <a:solidFill>
                <a:srgbClr val="000000"/>
              </a:solidFill>
              <a:uFill>
                <a:solidFill>
                  <a:srgbClr val="ffffff"/>
                </a:solidFill>
              </a:uFill>
              <a:latin typeface="Arial"/>
            </a:endParaRPr>
          </a:p>
          <a:p>
            <a:pPr marL="588960" indent="-588600">
              <a:lnSpc>
                <a:spcPct val="100000"/>
              </a:lnSpc>
              <a:spcBef>
                <a:spcPts val="601"/>
              </a:spcBef>
            </a:pPr>
            <a:endParaRPr b="0" lang="fr-FR" sz="2800" spc="-1" strike="noStrike">
              <a:solidFill>
                <a:srgbClr val="000000"/>
              </a:solidFill>
              <a:uFill>
                <a:solidFill>
                  <a:srgbClr val="ffffff"/>
                </a:solidFill>
              </a:uFill>
              <a:latin typeface="Arial"/>
            </a:endParaRPr>
          </a:p>
          <a:p>
            <a:pPr marL="343080" indent="-342720">
              <a:lnSpc>
                <a:spcPct val="80000"/>
              </a:lnSpc>
              <a:spcBef>
                <a:spcPts val="601"/>
              </a:spcBef>
              <a:buClr>
                <a:srgbClr val="84329b"/>
              </a:buClr>
              <a:buFont typeface="Arial"/>
              <a:buChar char="•"/>
            </a:pPr>
            <a:r>
              <a:rPr b="0" lang="fr-FR" sz="2400" spc="-1" strike="noStrike">
                <a:solidFill>
                  <a:srgbClr val="84329b"/>
                </a:solidFill>
                <a:uFill>
                  <a:solidFill>
                    <a:srgbClr val="ffffff"/>
                  </a:solidFill>
                </a:uFill>
                <a:latin typeface="Arial"/>
              </a:rPr>
              <a:t>Un projet accompagné</a:t>
            </a:r>
            <a:endParaRPr b="0" lang="fr-FR" sz="2400" spc="-1" strike="noStrike">
              <a:solidFill>
                <a:srgbClr val="000000"/>
              </a:solidFill>
              <a:uFill>
                <a:solidFill>
                  <a:srgbClr val="ffffff"/>
                </a:solidFill>
              </a:uFill>
              <a:latin typeface="Arial"/>
            </a:endParaRPr>
          </a:p>
          <a:p>
            <a:pPr>
              <a:lnSpc>
                <a:spcPct val="100000"/>
              </a:lnSpc>
              <a:spcBef>
                <a:spcPts val="601"/>
              </a:spcBef>
            </a:pPr>
            <a:endParaRPr b="0" lang="fr-FR" sz="2400" spc="-1" strike="noStrike">
              <a:solidFill>
                <a:srgbClr val="000000"/>
              </a:solidFill>
              <a:uFill>
                <a:solidFill>
                  <a:srgbClr val="ffffff"/>
                </a:solidFill>
              </a:uFill>
              <a:latin typeface="Arial"/>
            </a:endParaRPr>
          </a:p>
        </p:txBody>
      </p:sp>
      <p:pic>
        <p:nvPicPr>
          <p:cNvPr id="451" name="Image 6" descr=""/>
          <p:cNvPicPr/>
          <p:nvPr/>
        </p:nvPicPr>
        <p:blipFill>
          <a:blip r:embed="rId1"/>
          <a:stretch/>
        </p:blipFill>
        <p:spPr>
          <a:xfrm>
            <a:off x="221400" y="692640"/>
            <a:ext cx="827640" cy="834120"/>
          </a:xfrm>
          <a:prstGeom prst="rect">
            <a:avLst/>
          </a:prstGeom>
          <a:ln>
            <a:noFill/>
          </a:ln>
        </p:spPr>
      </p:pic>
      <p:pic>
        <p:nvPicPr>
          <p:cNvPr id="452" name="table" descr=""/>
          <p:cNvPicPr/>
          <p:nvPr/>
        </p:nvPicPr>
        <p:blipFill>
          <a:blip r:embed="rId2"/>
          <a:stretch/>
        </p:blipFill>
        <p:spPr>
          <a:xfrm>
            <a:off x="0" y="6237360"/>
            <a:ext cx="9324000" cy="620280"/>
          </a:xfrm>
          <a:prstGeom prst="rect">
            <a:avLst/>
          </a:prstGeom>
          <a:ln>
            <a:noFill/>
          </a:ln>
        </p:spPr>
      </p:pic>
      <p:pic>
        <p:nvPicPr>
          <p:cNvPr id="453" name="Image 1" descr=""/>
          <p:cNvPicPr/>
          <p:nvPr/>
        </p:nvPicPr>
        <p:blipFill>
          <a:blip r:embed="rId3"/>
          <a:stretch/>
        </p:blipFill>
        <p:spPr>
          <a:xfrm>
            <a:off x="5364000" y="4365000"/>
            <a:ext cx="3053160" cy="1186200"/>
          </a:xfrm>
          <a:prstGeom prst="rect">
            <a:avLst/>
          </a:prstGeom>
          <a:ln>
            <a:noFill/>
          </a:ln>
        </p:spPr>
      </p:pic>
    </p:spTree>
  </p:cSld>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454" name="Image 5" descr=""/>
          <p:cNvPicPr/>
          <p:nvPr/>
        </p:nvPicPr>
        <p:blipFill>
          <a:blip r:embed="rId1"/>
          <a:stretch/>
        </p:blipFill>
        <p:spPr>
          <a:xfrm>
            <a:off x="1080" y="6062760"/>
            <a:ext cx="2178000" cy="876600"/>
          </a:xfrm>
          <a:prstGeom prst="rect">
            <a:avLst/>
          </a:prstGeom>
          <a:ln>
            <a:noFill/>
          </a:ln>
        </p:spPr>
      </p:pic>
      <p:sp>
        <p:nvSpPr>
          <p:cNvPr id="455" name="CustomShape 1"/>
          <p:cNvSpPr/>
          <p:nvPr/>
        </p:nvSpPr>
        <p:spPr>
          <a:xfrm>
            <a:off x="6858000" y="3348000"/>
            <a:ext cx="1871280" cy="1464840"/>
          </a:xfrm>
          <a:prstGeom prst="rect">
            <a:avLst/>
          </a:prstGeom>
          <a:noFill/>
          <a:ln>
            <a:noFill/>
          </a:ln>
        </p:spPr>
        <p:style>
          <a:lnRef idx="0"/>
          <a:fillRef idx="0"/>
          <a:effectRef idx="0"/>
          <a:fontRef idx="minor"/>
        </p:style>
        <p:txBody>
          <a:bodyPr lIns="90000" rIns="90000" tIns="46800" bIns="46800"/>
          <a:p>
            <a:pPr>
              <a:lnSpc>
                <a:spcPct val="100000"/>
              </a:lnSpc>
            </a:pPr>
            <a:endParaRPr b="0" lang="fr-FR" sz="1800" spc="-1" strike="noStrike">
              <a:solidFill>
                <a:srgbClr val="000000"/>
              </a:solidFill>
              <a:uFill>
                <a:solidFill>
                  <a:srgbClr val="ffffff"/>
                </a:solidFill>
              </a:uFill>
              <a:latin typeface="Arial"/>
            </a:endParaRPr>
          </a:p>
          <a:p>
            <a:pPr>
              <a:lnSpc>
                <a:spcPct val="100000"/>
              </a:lnSpc>
            </a:pPr>
            <a:endParaRPr b="0" lang="fr-FR" sz="1800" spc="-1" strike="noStrike">
              <a:solidFill>
                <a:srgbClr val="000000"/>
              </a:solidFill>
              <a:uFill>
                <a:solidFill>
                  <a:srgbClr val="ffffff"/>
                </a:solidFill>
              </a:uFill>
              <a:latin typeface="Arial"/>
            </a:endParaRPr>
          </a:p>
          <a:p>
            <a:pPr>
              <a:lnSpc>
                <a:spcPct val="100000"/>
              </a:lnSpc>
            </a:pPr>
            <a:endParaRPr b="0" lang="fr-FR" sz="1800" spc="-1" strike="noStrike">
              <a:solidFill>
                <a:srgbClr val="000000"/>
              </a:solidFill>
              <a:uFill>
                <a:solidFill>
                  <a:srgbClr val="ffffff"/>
                </a:solidFill>
              </a:uFill>
              <a:latin typeface="Arial"/>
            </a:endParaRPr>
          </a:p>
          <a:p>
            <a:pPr>
              <a:lnSpc>
                <a:spcPct val="100000"/>
              </a:lnSpc>
            </a:pPr>
            <a:endParaRPr b="0" lang="fr-FR" sz="1800" spc="-1" strike="noStrike">
              <a:solidFill>
                <a:srgbClr val="000000"/>
              </a:solidFill>
              <a:uFill>
                <a:solidFill>
                  <a:srgbClr val="ffffff"/>
                </a:solidFill>
              </a:uFill>
              <a:latin typeface="Arial"/>
            </a:endParaRPr>
          </a:p>
          <a:p>
            <a:pPr>
              <a:lnSpc>
                <a:spcPct val="100000"/>
              </a:lnSpc>
            </a:pPr>
            <a:endParaRPr b="0" lang="fr-FR" sz="1800" spc="-1" strike="noStrike">
              <a:solidFill>
                <a:srgbClr val="000000"/>
              </a:solidFill>
              <a:uFill>
                <a:solidFill>
                  <a:srgbClr val="ffffff"/>
                </a:solidFill>
              </a:uFill>
              <a:latin typeface="Arial"/>
            </a:endParaRPr>
          </a:p>
        </p:txBody>
      </p:sp>
      <p:sp>
        <p:nvSpPr>
          <p:cNvPr id="456" name="CustomShape 2"/>
          <p:cNvSpPr/>
          <p:nvPr/>
        </p:nvSpPr>
        <p:spPr>
          <a:xfrm>
            <a:off x="2141640" y="1054800"/>
            <a:ext cx="4465440" cy="337320"/>
          </a:xfrm>
          <a:prstGeom prst="rect">
            <a:avLst/>
          </a:prstGeom>
          <a:noFill/>
          <a:ln w="9360">
            <a:solidFill>
              <a:srgbClr val="000000"/>
            </a:solidFill>
            <a:miter/>
          </a:ln>
        </p:spPr>
        <p:style>
          <a:lnRef idx="0"/>
          <a:fillRef idx="0"/>
          <a:effectRef idx="0"/>
          <a:fontRef idx="minor"/>
        </p:style>
        <p:txBody>
          <a:bodyPr lIns="90000" rIns="90000" tIns="46800" bIns="46800"/>
          <a:p>
            <a:pPr algn="ctr">
              <a:lnSpc>
                <a:spcPct val="100000"/>
              </a:lnSpc>
            </a:pPr>
            <a:r>
              <a:rPr b="1" lang="fr-FR" sz="1600" spc="-1" strike="noStrike">
                <a:solidFill>
                  <a:srgbClr val="333399"/>
                </a:solidFill>
                <a:uFill>
                  <a:solidFill>
                    <a:srgbClr val="ffffff"/>
                  </a:solidFill>
                </a:uFill>
                <a:latin typeface="DejaVu Sans Condensed"/>
              </a:rPr>
              <a:t>Premier accueil et orientation</a:t>
            </a:r>
            <a:endParaRPr b="0" lang="fr-FR" sz="1600" spc="-1" strike="noStrike">
              <a:solidFill>
                <a:srgbClr val="000000"/>
              </a:solidFill>
              <a:uFill>
                <a:solidFill>
                  <a:srgbClr val="ffffff"/>
                </a:solidFill>
              </a:uFill>
              <a:latin typeface="Arial"/>
            </a:endParaRPr>
          </a:p>
        </p:txBody>
      </p:sp>
      <p:sp>
        <p:nvSpPr>
          <p:cNvPr id="457" name="CustomShape 3"/>
          <p:cNvSpPr/>
          <p:nvPr/>
        </p:nvSpPr>
        <p:spPr>
          <a:xfrm>
            <a:off x="2125080" y="1709640"/>
            <a:ext cx="4571640" cy="1432440"/>
          </a:xfrm>
          <a:prstGeom prst="rect">
            <a:avLst/>
          </a:prstGeom>
          <a:noFill/>
          <a:ln w="9360">
            <a:solidFill>
              <a:srgbClr val="000000"/>
            </a:solidFill>
            <a:miter/>
          </a:ln>
        </p:spPr>
        <p:style>
          <a:lnRef idx="0"/>
          <a:fillRef idx="0"/>
          <a:effectRef idx="0"/>
          <a:fontRef idx="minor"/>
        </p:style>
        <p:txBody>
          <a:bodyPr lIns="90000" rIns="90000" tIns="46800" bIns="46800"/>
          <a:p>
            <a:pPr>
              <a:lnSpc>
                <a:spcPct val="100000"/>
              </a:lnSpc>
            </a:pPr>
            <a:r>
              <a:rPr b="1" lang="fr-FR" sz="1600" spc="-1" strike="noStrike">
                <a:solidFill>
                  <a:srgbClr val="333399"/>
                </a:solidFill>
                <a:uFill>
                  <a:solidFill>
                    <a:srgbClr val="ffffff"/>
                  </a:solidFill>
                </a:uFill>
                <a:latin typeface="DejaVu Sans Condensed"/>
              </a:rPr>
              <a:t>Rendez-vous conseil tout au long du projet : </a:t>
            </a:r>
            <a:r>
              <a:rPr b="0" lang="fr-FR" sz="1600" spc="-1" strike="noStrike">
                <a:solidFill>
                  <a:srgbClr val="333399"/>
                </a:solidFill>
                <a:uFill>
                  <a:solidFill>
                    <a:srgbClr val="ffffff"/>
                  </a:solidFill>
                </a:uFill>
                <a:latin typeface="DejaVu Sans Condensed"/>
              </a:rPr>
              <a:t>ARPEB et Conseillers à la création/reprise de la CCIMBO</a:t>
            </a:r>
            <a:endParaRPr b="0" lang="fr-FR" sz="1600" spc="-1" strike="noStrike">
              <a:solidFill>
                <a:srgbClr val="000000"/>
              </a:solidFill>
              <a:uFill>
                <a:solidFill>
                  <a:srgbClr val="ffffff"/>
                </a:solidFill>
              </a:uFill>
              <a:latin typeface="Arial"/>
            </a:endParaRPr>
          </a:p>
          <a:p>
            <a:pPr>
              <a:lnSpc>
                <a:spcPct val="50000"/>
              </a:lnSpc>
            </a:pPr>
            <a:endParaRPr b="0" lang="fr-FR" sz="1600" spc="-1" strike="noStrike">
              <a:solidFill>
                <a:srgbClr val="000000"/>
              </a:solidFill>
              <a:uFill>
                <a:solidFill>
                  <a:srgbClr val="ffffff"/>
                </a:solidFill>
              </a:uFill>
              <a:latin typeface="Arial"/>
            </a:endParaRPr>
          </a:p>
          <a:p>
            <a:pPr>
              <a:lnSpc>
                <a:spcPct val="100000"/>
              </a:lnSpc>
            </a:pPr>
            <a:r>
              <a:rPr b="1" lang="fr-FR" sz="1600" spc="-1" strike="noStrike">
                <a:solidFill>
                  <a:srgbClr val="333399"/>
                </a:solidFill>
                <a:uFill>
                  <a:solidFill>
                    <a:srgbClr val="ffffff"/>
                  </a:solidFill>
                </a:uFill>
                <a:latin typeface="DejaVu Sans Condensed"/>
              </a:rPr>
              <a:t>Aide au montage de demande de subvention (PFIL...) / Suivi post création</a:t>
            </a:r>
            <a:endParaRPr b="0" lang="fr-FR" sz="1600" spc="-1" strike="noStrike">
              <a:solidFill>
                <a:srgbClr val="000000"/>
              </a:solidFill>
              <a:uFill>
                <a:solidFill>
                  <a:srgbClr val="ffffff"/>
                </a:solidFill>
              </a:uFill>
              <a:latin typeface="Arial"/>
            </a:endParaRPr>
          </a:p>
        </p:txBody>
      </p:sp>
      <p:sp>
        <p:nvSpPr>
          <p:cNvPr id="458" name="CustomShape 4"/>
          <p:cNvSpPr/>
          <p:nvPr/>
        </p:nvSpPr>
        <p:spPr>
          <a:xfrm>
            <a:off x="2087640" y="3348360"/>
            <a:ext cx="4571640" cy="824040"/>
          </a:xfrm>
          <a:prstGeom prst="rect">
            <a:avLst/>
          </a:prstGeom>
          <a:noFill/>
          <a:ln w="9360">
            <a:solidFill>
              <a:srgbClr val="000000"/>
            </a:solidFill>
            <a:miter/>
          </a:ln>
        </p:spPr>
        <p:style>
          <a:lnRef idx="0"/>
          <a:fillRef idx="0"/>
          <a:effectRef idx="0"/>
          <a:fontRef idx="minor"/>
        </p:style>
        <p:txBody>
          <a:bodyPr lIns="90000" rIns="90000" tIns="46800" bIns="46800"/>
          <a:p>
            <a:pPr>
              <a:lnSpc>
                <a:spcPct val="100000"/>
              </a:lnSpc>
            </a:pPr>
            <a:r>
              <a:rPr b="1" lang="fr-FR" sz="1600" spc="-1" strike="noStrike">
                <a:solidFill>
                  <a:srgbClr val="333399"/>
                </a:solidFill>
                <a:uFill>
                  <a:solidFill>
                    <a:srgbClr val="ffffff"/>
                  </a:solidFill>
                </a:uFill>
                <a:latin typeface="DejaVu Sans Condensed"/>
              </a:rPr>
              <a:t>Formation « 5 jours pour Entreprendre » sur les aspects de la création/reprise (commercial, financier, social, juridique…)</a:t>
            </a:r>
            <a:endParaRPr b="0" lang="fr-FR" sz="1600" spc="-1" strike="noStrike">
              <a:solidFill>
                <a:srgbClr val="000000"/>
              </a:solidFill>
              <a:uFill>
                <a:solidFill>
                  <a:srgbClr val="ffffff"/>
                </a:solidFill>
              </a:uFill>
              <a:latin typeface="Arial"/>
            </a:endParaRPr>
          </a:p>
        </p:txBody>
      </p:sp>
      <p:sp>
        <p:nvSpPr>
          <p:cNvPr id="459" name="CustomShape 5"/>
          <p:cNvSpPr/>
          <p:nvPr/>
        </p:nvSpPr>
        <p:spPr>
          <a:xfrm>
            <a:off x="2103840" y="4521240"/>
            <a:ext cx="4536720" cy="1310760"/>
          </a:xfrm>
          <a:prstGeom prst="rect">
            <a:avLst/>
          </a:prstGeom>
          <a:noFill/>
          <a:ln w="9360">
            <a:solidFill>
              <a:srgbClr val="000000"/>
            </a:solidFill>
            <a:miter/>
          </a:ln>
        </p:spPr>
        <p:style>
          <a:lnRef idx="0"/>
          <a:fillRef idx="0"/>
          <a:effectRef idx="0"/>
          <a:fontRef idx="minor"/>
        </p:style>
        <p:txBody>
          <a:bodyPr lIns="90000" rIns="90000" tIns="46800" bIns="46800"/>
          <a:p>
            <a:pPr>
              <a:lnSpc>
                <a:spcPct val="100000"/>
              </a:lnSpc>
            </a:pPr>
            <a:r>
              <a:rPr b="1" lang="fr-FR" sz="1600" spc="-1" strike="noStrike">
                <a:solidFill>
                  <a:srgbClr val="333399"/>
                </a:solidFill>
                <a:uFill>
                  <a:solidFill>
                    <a:srgbClr val="ffffff"/>
                  </a:solidFill>
                </a:uFill>
                <a:latin typeface="DejaVu Sans Condensed"/>
              </a:rPr>
              <a:t>Permanences de professionnels</a:t>
            </a:r>
            <a:endParaRPr b="0" lang="fr-FR" sz="1600" spc="-1" strike="noStrike">
              <a:solidFill>
                <a:srgbClr val="000000"/>
              </a:solidFill>
              <a:uFill>
                <a:solidFill>
                  <a:srgbClr val="ffffff"/>
                </a:solidFill>
              </a:uFill>
              <a:latin typeface="Arial"/>
            </a:endParaRPr>
          </a:p>
          <a:p>
            <a:pPr>
              <a:lnSpc>
                <a:spcPct val="100000"/>
              </a:lnSpc>
            </a:pPr>
            <a:r>
              <a:rPr b="1" lang="fr-FR" sz="1600" spc="-1" strike="noStrike">
                <a:solidFill>
                  <a:srgbClr val="333399"/>
                </a:solidFill>
                <a:uFill>
                  <a:solidFill>
                    <a:srgbClr val="ffffff"/>
                  </a:solidFill>
                </a:uFill>
                <a:latin typeface="DejaVu Sans Condensed"/>
              </a:rPr>
              <a:t>partenaires : </a:t>
            </a:r>
            <a:r>
              <a:rPr b="0" lang="fr-FR" sz="1600" spc="-1" strike="noStrike">
                <a:solidFill>
                  <a:srgbClr val="333399"/>
                </a:solidFill>
                <a:uFill>
                  <a:solidFill>
                    <a:srgbClr val="ffffff"/>
                  </a:solidFill>
                </a:uFill>
                <a:latin typeface="DejaVu Sans Condensed"/>
              </a:rPr>
              <a:t>Sécurité Sociale - Indépendants, ADIE, Bretagne active, Experts Comptables, Avocats, AGPLA, </a:t>
            </a:r>
            <a:endParaRPr b="0" lang="fr-FR" sz="1600" spc="-1" strike="noStrike">
              <a:solidFill>
                <a:srgbClr val="000000"/>
              </a:solidFill>
              <a:uFill>
                <a:solidFill>
                  <a:srgbClr val="ffffff"/>
                </a:solidFill>
              </a:uFill>
              <a:latin typeface="Arial"/>
            </a:endParaRPr>
          </a:p>
          <a:p>
            <a:pPr>
              <a:lnSpc>
                <a:spcPct val="100000"/>
              </a:lnSpc>
            </a:pPr>
            <a:r>
              <a:rPr b="0" lang="fr-FR" sz="1600" spc="-1" strike="noStrike">
                <a:solidFill>
                  <a:srgbClr val="333399"/>
                </a:solidFill>
                <a:uFill>
                  <a:solidFill>
                    <a:srgbClr val="ffffff"/>
                  </a:solidFill>
                </a:uFill>
                <a:latin typeface="DejaVu Sans Condensed"/>
              </a:rPr>
              <a:t>AB services création </a:t>
            </a:r>
            <a:r>
              <a:rPr b="1" lang="fr-FR" sz="1600" spc="-1" strike="noStrike">
                <a:solidFill>
                  <a:srgbClr val="333399"/>
                </a:solidFill>
                <a:uFill>
                  <a:solidFill>
                    <a:srgbClr val="ffffff"/>
                  </a:solidFill>
                </a:uFill>
                <a:latin typeface="DejaVu Sans Condensed"/>
              </a:rPr>
              <a:t>/  Formation CCIMBO</a:t>
            </a:r>
            <a:endParaRPr b="0" lang="fr-FR" sz="1600" spc="-1" strike="noStrike">
              <a:solidFill>
                <a:srgbClr val="000000"/>
              </a:solidFill>
              <a:uFill>
                <a:solidFill>
                  <a:srgbClr val="ffffff"/>
                </a:solidFill>
              </a:uFill>
              <a:latin typeface="Arial"/>
            </a:endParaRPr>
          </a:p>
        </p:txBody>
      </p:sp>
      <p:sp>
        <p:nvSpPr>
          <p:cNvPr id="460" name="CustomShape 6"/>
          <p:cNvSpPr/>
          <p:nvPr/>
        </p:nvSpPr>
        <p:spPr>
          <a:xfrm>
            <a:off x="3452760" y="542880"/>
            <a:ext cx="3611160" cy="398880"/>
          </a:xfrm>
          <a:prstGeom prst="rect">
            <a:avLst/>
          </a:prstGeom>
          <a:noFill/>
          <a:ln>
            <a:noFill/>
          </a:ln>
        </p:spPr>
        <p:style>
          <a:lnRef idx="0"/>
          <a:fillRef idx="0"/>
          <a:effectRef idx="0"/>
          <a:fontRef idx="minor"/>
        </p:style>
        <p:txBody>
          <a:bodyPr lIns="90000" rIns="90000" tIns="46800" bIns="46800"/>
          <a:p>
            <a:pPr>
              <a:lnSpc>
                <a:spcPct val="100000"/>
              </a:lnSpc>
            </a:pPr>
            <a:r>
              <a:rPr b="0" lang="fr-FR" sz="2000" spc="-1" strike="noStrike">
                <a:solidFill>
                  <a:srgbClr val="0099cc"/>
                </a:solidFill>
                <a:uFill>
                  <a:solidFill>
                    <a:srgbClr val="ffffff"/>
                  </a:solidFill>
                </a:uFill>
                <a:latin typeface="DejaVu Sans Condensed"/>
              </a:rPr>
              <a:t> </a:t>
            </a:r>
            <a:r>
              <a:rPr b="1" lang="fr-FR" sz="2000" spc="-1" strike="noStrike">
                <a:solidFill>
                  <a:srgbClr val="0099cc"/>
                </a:solidFill>
                <a:uFill>
                  <a:solidFill>
                    <a:srgbClr val="ffffff"/>
                  </a:solidFill>
                </a:uFill>
                <a:latin typeface="DejaVu Sans Condensed"/>
              </a:rPr>
              <a:t>Un parcours à la carte</a:t>
            </a:r>
            <a:endParaRPr b="0" lang="fr-FR" sz="2000" spc="-1" strike="noStrike">
              <a:solidFill>
                <a:srgbClr val="000000"/>
              </a:solidFill>
              <a:uFill>
                <a:solidFill>
                  <a:srgbClr val="ffffff"/>
                </a:solidFill>
              </a:uFill>
              <a:latin typeface="Arial"/>
            </a:endParaRPr>
          </a:p>
        </p:txBody>
      </p:sp>
      <p:sp>
        <p:nvSpPr>
          <p:cNvPr id="461" name="Line 7"/>
          <p:cNvSpPr/>
          <p:nvPr/>
        </p:nvSpPr>
        <p:spPr>
          <a:xfrm flipH="1">
            <a:off x="3240000" y="1413360"/>
            <a:ext cx="15840" cy="288000"/>
          </a:xfrm>
          <a:prstGeom prst="line">
            <a:avLst/>
          </a:prstGeom>
          <a:ln w="9360">
            <a:solidFill>
              <a:srgbClr val="c42321"/>
            </a:solidFill>
            <a:miter/>
            <a:tailEnd len="med" type="triangle" w="med"/>
          </a:ln>
        </p:spPr>
        <p:style>
          <a:lnRef idx="0"/>
          <a:fillRef idx="0"/>
          <a:effectRef idx="0"/>
          <a:fontRef idx="minor"/>
        </p:style>
      </p:sp>
      <p:sp>
        <p:nvSpPr>
          <p:cNvPr id="462" name="CustomShape 8"/>
          <p:cNvSpPr/>
          <p:nvPr/>
        </p:nvSpPr>
        <p:spPr>
          <a:xfrm>
            <a:off x="7064280" y="1114560"/>
            <a:ext cx="1709280" cy="824760"/>
          </a:xfrm>
          <a:prstGeom prst="rect">
            <a:avLst/>
          </a:prstGeom>
          <a:noFill/>
          <a:ln w="9360">
            <a:solidFill>
              <a:srgbClr val="000000"/>
            </a:solidFill>
            <a:miter/>
          </a:ln>
        </p:spPr>
        <p:style>
          <a:lnRef idx="0"/>
          <a:fillRef idx="0"/>
          <a:effectRef idx="0"/>
          <a:fontRef idx="minor"/>
        </p:style>
        <p:txBody>
          <a:bodyPr lIns="90000" rIns="90000" tIns="46800" bIns="46800"/>
          <a:p>
            <a:pPr algn="ctr">
              <a:lnSpc>
                <a:spcPct val="100000"/>
              </a:lnSpc>
            </a:pPr>
            <a:r>
              <a:rPr b="1" lang="fr-FR" sz="1400" spc="-1" strike="noStrike">
                <a:solidFill>
                  <a:srgbClr val="333399"/>
                </a:solidFill>
                <a:uFill>
                  <a:solidFill>
                    <a:srgbClr val="ffffff"/>
                  </a:solidFill>
                </a:uFill>
                <a:latin typeface="DejaVu Sans Condensed"/>
              </a:rPr>
              <a:t>Rappel téléphonique</a:t>
            </a:r>
            <a:r>
              <a:rPr b="1" lang="fr-FR" sz="1600" spc="-1" strike="noStrike">
                <a:solidFill>
                  <a:srgbClr val="333399"/>
                </a:solidFill>
                <a:uFill>
                  <a:solidFill>
                    <a:srgbClr val="ffffff"/>
                  </a:solidFill>
                </a:uFill>
                <a:latin typeface="DejaVu Sans Condensed"/>
              </a:rPr>
              <a:t>  </a:t>
            </a:r>
            <a:endParaRPr b="0" lang="fr-FR" sz="1600" spc="-1" strike="noStrike">
              <a:solidFill>
                <a:srgbClr val="000000"/>
              </a:solidFill>
              <a:uFill>
                <a:solidFill>
                  <a:srgbClr val="ffffff"/>
                </a:solidFill>
              </a:uFill>
              <a:latin typeface="Arial"/>
            </a:endParaRPr>
          </a:p>
          <a:p>
            <a:pPr algn="ctr">
              <a:lnSpc>
                <a:spcPct val="100000"/>
              </a:lnSpc>
            </a:pPr>
            <a:r>
              <a:rPr b="0" lang="fr-FR" sz="1200" spc="-1" strike="noStrike">
                <a:solidFill>
                  <a:srgbClr val="333399"/>
                </a:solidFill>
                <a:uFill>
                  <a:solidFill>
                    <a:srgbClr val="ffffff"/>
                  </a:solidFill>
                </a:uFill>
                <a:latin typeface="DejaVu Sans Condensed"/>
              </a:rPr>
              <a:t>(2 à 3 fois par an)</a:t>
            </a:r>
            <a:r>
              <a:rPr b="0" lang="fr-FR" sz="1800" spc="-1" strike="noStrike">
                <a:solidFill>
                  <a:srgbClr val="000000"/>
                </a:solidFill>
                <a:uFill>
                  <a:solidFill>
                    <a:srgbClr val="ffffff"/>
                  </a:solidFill>
                </a:uFill>
                <a:latin typeface="DejaVu Sans Condensed"/>
              </a:rPr>
              <a:t> </a:t>
            </a:r>
            <a:endParaRPr b="0" lang="fr-FR" sz="1800" spc="-1" strike="noStrike">
              <a:solidFill>
                <a:srgbClr val="000000"/>
              </a:solidFill>
              <a:uFill>
                <a:solidFill>
                  <a:srgbClr val="ffffff"/>
                </a:solidFill>
              </a:uFill>
              <a:latin typeface="Arial"/>
            </a:endParaRPr>
          </a:p>
        </p:txBody>
      </p:sp>
      <p:sp>
        <p:nvSpPr>
          <p:cNvPr id="463" name="Line 9"/>
          <p:cNvSpPr/>
          <p:nvPr/>
        </p:nvSpPr>
        <p:spPr>
          <a:xfrm>
            <a:off x="6589440" y="1393200"/>
            <a:ext cx="432000" cy="360"/>
          </a:xfrm>
          <a:prstGeom prst="line">
            <a:avLst/>
          </a:prstGeom>
          <a:ln w="9360">
            <a:solidFill>
              <a:srgbClr val="c42321"/>
            </a:solidFill>
            <a:miter/>
            <a:tailEnd len="med" type="triangle" w="med"/>
          </a:ln>
        </p:spPr>
        <p:style>
          <a:lnRef idx="0"/>
          <a:fillRef idx="0"/>
          <a:effectRef idx="0"/>
          <a:fontRef idx="minor"/>
        </p:style>
      </p:sp>
      <p:sp>
        <p:nvSpPr>
          <p:cNvPr id="464" name="Line 10"/>
          <p:cNvSpPr/>
          <p:nvPr/>
        </p:nvSpPr>
        <p:spPr>
          <a:xfrm flipV="1">
            <a:off x="3222360" y="3045600"/>
            <a:ext cx="0" cy="327600"/>
          </a:xfrm>
          <a:prstGeom prst="line">
            <a:avLst/>
          </a:prstGeom>
          <a:ln w="9360">
            <a:solidFill>
              <a:srgbClr val="c42321"/>
            </a:solidFill>
            <a:miter/>
            <a:tailEnd len="med" type="triangle" w="med"/>
          </a:ln>
        </p:spPr>
        <p:style>
          <a:lnRef idx="0"/>
          <a:fillRef idx="0"/>
          <a:effectRef idx="0"/>
          <a:fontRef idx="minor"/>
        </p:style>
      </p:sp>
      <p:sp>
        <p:nvSpPr>
          <p:cNvPr id="465" name="Line 11"/>
          <p:cNvSpPr/>
          <p:nvPr/>
        </p:nvSpPr>
        <p:spPr>
          <a:xfrm>
            <a:off x="6534000" y="2842920"/>
            <a:ext cx="1440" cy="1871640"/>
          </a:xfrm>
          <a:prstGeom prst="line">
            <a:avLst/>
          </a:prstGeom>
          <a:ln w="9360">
            <a:solidFill>
              <a:srgbClr val="c42321"/>
            </a:solidFill>
            <a:miter/>
            <a:tailEnd len="med" type="triangle" w="med"/>
          </a:ln>
        </p:spPr>
        <p:style>
          <a:lnRef idx="0"/>
          <a:fillRef idx="0"/>
          <a:effectRef idx="0"/>
          <a:fontRef idx="minor"/>
        </p:style>
      </p:sp>
      <p:sp>
        <p:nvSpPr>
          <p:cNvPr id="466" name="Line 12"/>
          <p:cNvSpPr/>
          <p:nvPr/>
        </p:nvSpPr>
        <p:spPr>
          <a:xfrm>
            <a:off x="3059640" y="3035160"/>
            <a:ext cx="360" cy="302040"/>
          </a:xfrm>
          <a:prstGeom prst="line">
            <a:avLst/>
          </a:prstGeom>
          <a:ln w="9360">
            <a:solidFill>
              <a:srgbClr val="c42321"/>
            </a:solidFill>
            <a:miter/>
            <a:tailEnd len="med" type="triangle" w="med"/>
          </a:ln>
        </p:spPr>
        <p:style>
          <a:lnRef idx="0"/>
          <a:fillRef idx="0"/>
          <a:effectRef idx="0"/>
          <a:fontRef idx="minor"/>
        </p:style>
      </p:sp>
      <p:sp>
        <p:nvSpPr>
          <p:cNvPr id="467" name="Line 13"/>
          <p:cNvSpPr/>
          <p:nvPr/>
        </p:nvSpPr>
        <p:spPr>
          <a:xfrm flipH="1">
            <a:off x="3222360" y="4216320"/>
            <a:ext cx="1440" cy="338400"/>
          </a:xfrm>
          <a:prstGeom prst="line">
            <a:avLst/>
          </a:prstGeom>
          <a:ln w="9360">
            <a:solidFill>
              <a:srgbClr val="c42321"/>
            </a:solidFill>
            <a:miter/>
            <a:tailEnd len="med" type="triangle" w="med"/>
          </a:ln>
        </p:spPr>
        <p:style>
          <a:lnRef idx="0"/>
          <a:fillRef idx="0"/>
          <a:effectRef idx="0"/>
          <a:fontRef idx="minor"/>
        </p:style>
      </p:sp>
      <p:sp>
        <p:nvSpPr>
          <p:cNvPr id="468" name="CustomShape 14"/>
          <p:cNvSpPr/>
          <p:nvPr/>
        </p:nvSpPr>
        <p:spPr>
          <a:xfrm>
            <a:off x="7113960" y="4281120"/>
            <a:ext cx="1798200" cy="1072440"/>
          </a:xfrm>
          <a:prstGeom prst="rect">
            <a:avLst/>
          </a:prstGeom>
          <a:noFill/>
          <a:ln w="9360">
            <a:solidFill>
              <a:srgbClr val="000000"/>
            </a:solidFill>
            <a:miter/>
          </a:ln>
        </p:spPr>
        <p:style>
          <a:lnRef idx="0"/>
          <a:fillRef idx="0"/>
          <a:effectRef idx="0"/>
          <a:fontRef idx="minor"/>
        </p:style>
        <p:txBody>
          <a:bodyPr lIns="90000" rIns="90000" tIns="46800" bIns="46800"/>
          <a:p>
            <a:pPr algn="ctr">
              <a:lnSpc>
                <a:spcPct val="90000"/>
              </a:lnSpc>
              <a:spcBef>
                <a:spcPts val="281"/>
              </a:spcBef>
            </a:pPr>
            <a:r>
              <a:rPr b="1" lang="fr-FR" sz="1400" spc="-1" strike="noStrike">
                <a:solidFill>
                  <a:srgbClr val="333399"/>
                </a:solidFill>
                <a:uFill>
                  <a:solidFill>
                    <a:srgbClr val="ffffff"/>
                  </a:solidFill>
                </a:uFill>
                <a:latin typeface="DejaVu Sans Condensed"/>
              </a:rPr>
              <a:t>Observatoire Économique du Commerce et de la Consommation (OECC) </a:t>
            </a:r>
            <a:endParaRPr b="0" lang="fr-FR" sz="1400" spc="-1" strike="noStrike">
              <a:solidFill>
                <a:srgbClr val="000000"/>
              </a:solidFill>
              <a:uFill>
                <a:solidFill>
                  <a:srgbClr val="ffffff"/>
                </a:solidFill>
              </a:uFill>
              <a:latin typeface="Arial"/>
            </a:endParaRPr>
          </a:p>
        </p:txBody>
      </p:sp>
      <p:sp>
        <p:nvSpPr>
          <p:cNvPr id="469" name="CustomShape 15"/>
          <p:cNvSpPr/>
          <p:nvPr/>
        </p:nvSpPr>
        <p:spPr>
          <a:xfrm>
            <a:off x="7130880" y="2191680"/>
            <a:ext cx="1618920" cy="1372320"/>
          </a:xfrm>
          <a:prstGeom prst="rect">
            <a:avLst/>
          </a:prstGeom>
          <a:noFill/>
          <a:ln w="9360">
            <a:solidFill>
              <a:srgbClr val="000000"/>
            </a:solidFill>
            <a:miter/>
          </a:ln>
        </p:spPr>
        <p:style>
          <a:lnRef idx="0"/>
          <a:fillRef idx="0"/>
          <a:effectRef idx="0"/>
          <a:fontRef idx="minor"/>
        </p:style>
        <p:txBody>
          <a:bodyPr lIns="90000" rIns="90000" tIns="46800" bIns="46800"/>
          <a:p>
            <a:pPr algn="ctr">
              <a:lnSpc>
                <a:spcPct val="100000"/>
              </a:lnSpc>
            </a:pPr>
            <a:endParaRPr b="0" lang="fr-FR" sz="1800" spc="-1" strike="noStrike">
              <a:solidFill>
                <a:srgbClr val="000000"/>
              </a:solidFill>
              <a:uFill>
                <a:solidFill>
                  <a:srgbClr val="ffffff"/>
                </a:solidFill>
              </a:uFill>
              <a:latin typeface="Arial"/>
            </a:endParaRPr>
          </a:p>
          <a:p>
            <a:pPr algn="ctr">
              <a:lnSpc>
                <a:spcPct val="100000"/>
              </a:lnSpc>
            </a:pPr>
            <a:endParaRPr b="0" lang="fr-FR" sz="1800" spc="-1" strike="noStrike">
              <a:solidFill>
                <a:srgbClr val="000000"/>
              </a:solidFill>
              <a:uFill>
                <a:solidFill>
                  <a:srgbClr val="ffffff"/>
                </a:solidFill>
              </a:uFill>
              <a:latin typeface="Arial"/>
            </a:endParaRPr>
          </a:p>
          <a:p>
            <a:pPr algn="ctr">
              <a:lnSpc>
                <a:spcPct val="100000"/>
              </a:lnSpc>
            </a:pPr>
            <a:r>
              <a:rPr b="1" lang="fr-FR" sz="1400" spc="-1" strike="noStrike">
                <a:solidFill>
                  <a:srgbClr val="333399"/>
                </a:solidFill>
                <a:uFill>
                  <a:solidFill>
                    <a:srgbClr val="ffffff"/>
                  </a:solidFill>
                </a:uFill>
                <a:latin typeface="DejaVu Sans Condensed"/>
              </a:rPr>
              <a:t>Bourse de transmission</a:t>
            </a:r>
            <a:r>
              <a:rPr b="1" lang="fr-FR" sz="1600" spc="-1" strike="noStrike">
                <a:solidFill>
                  <a:srgbClr val="333399"/>
                </a:solidFill>
                <a:uFill>
                  <a:solidFill>
                    <a:srgbClr val="ffffff"/>
                  </a:solidFill>
                </a:uFill>
                <a:latin typeface="DejaVu Sans Condensed"/>
              </a:rPr>
              <a:t> </a:t>
            </a:r>
            <a:r>
              <a:rPr b="0" lang="fr-FR" sz="1200" spc="-1" strike="noStrike" u="sng">
                <a:solidFill>
                  <a:srgbClr val="0000ff"/>
                </a:solidFill>
                <a:uFill>
                  <a:solidFill>
                    <a:srgbClr val="ffffff"/>
                  </a:solidFill>
                </a:uFill>
                <a:latin typeface="DejaVu Sans Condensed"/>
                <a:hlinkClick r:id="rId2"/>
              </a:rPr>
              <a:t>www.reprendre-bretagne.fr</a:t>
            </a:r>
            <a:endParaRPr b="0" lang="fr-FR" sz="1200" spc="-1" strike="noStrike">
              <a:solidFill>
                <a:srgbClr val="000000"/>
              </a:solidFill>
              <a:uFill>
                <a:solidFill>
                  <a:srgbClr val="ffffff"/>
                </a:solidFill>
              </a:uFill>
              <a:latin typeface="Arial"/>
            </a:endParaRPr>
          </a:p>
          <a:p>
            <a:pPr algn="ctr">
              <a:lnSpc>
                <a:spcPct val="100000"/>
              </a:lnSpc>
            </a:pPr>
            <a:endParaRPr b="0" lang="fr-FR" sz="1200" spc="-1" strike="noStrike">
              <a:solidFill>
                <a:srgbClr val="000000"/>
              </a:solidFill>
              <a:uFill>
                <a:solidFill>
                  <a:srgbClr val="ffffff"/>
                </a:solidFill>
              </a:uFill>
              <a:latin typeface="Arial"/>
            </a:endParaRPr>
          </a:p>
        </p:txBody>
      </p:sp>
      <p:sp>
        <p:nvSpPr>
          <p:cNvPr id="470" name="CustomShape 16"/>
          <p:cNvSpPr/>
          <p:nvPr/>
        </p:nvSpPr>
        <p:spPr>
          <a:xfrm>
            <a:off x="7064280" y="6158520"/>
            <a:ext cx="1804680" cy="367560"/>
          </a:xfrm>
          <a:prstGeom prst="rect">
            <a:avLst/>
          </a:prstGeom>
          <a:noFill/>
          <a:ln w="9360">
            <a:solidFill>
              <a:srgbClr val="000000"/>
            </a:solidFill>
            <a:miter/>
          </a:ln>
        </p:spPr>
        <p:style>
          <a:lnRef idx="0"/>
          <a:fillRef idx="0"/>
          <a:effectRef idx="0"/>
          <a:fontRef idx="minor"/>
        </p:style>
        <p:txBody>
          <a:bodyPr lIns="90000" rIns="90000" tIns="46800" bIns="46800"/>
          <a:p>
            <a:pPr algn="ctr">
              <a:lnSpc>
                <a:spcPct val="100000"/>
              </a:lnSpc>
            </a:pPr>
            <a:r>
              <a:rPr b="0" lang="fr-FR" sz="1800" spc="-1" strike="noStrike">
                <a:solidFill>
                  <a:srgbClr val="000000"/>
                </a:solidFill>
                <a:uFill>
                  <a:solidFill>
                    <a:srgbClr val="ffffff"/>
                  </a:solidFill>
                </a:uFill>
                <a:latin typeface="Arial"/>
                <a:hlinkClick r:id="rId3"/>
              </a:rPr>
              <a:t>www.bretagne-ouest.cci.bzh</a:t>
            </a:r>
            <a:endParaRPr b="0" lang="fr-FR" sz="1800" spc="-1" strike="noStrike">
              <a:solidFill>
                <a:srgbClr val="000000"/>
              </a:solidFill>
              <a:uFill>
                <a:solidFill>
                  <a:srgbClr val="ffffff"/>
                </a:solidFill>
              </a:uFill>
              <a:latin typeface="Arial"/>
            </a:endParaRPr>
          </a:p>
        </p:txBody>
      </p:sp>
      <p:sp>
        <p:nvSpPr>
          <p:cNvPr id="471" name="Line 17"/>
          <p:cNvSpPr/>
          <p:nvPr/>
        </p:nvSpPr>
        <p:spPr>
          <a:xfrm>
            <a:off x="3223800" y="5586120"/>
            <a:ext cx="360" cy="416880"/>
          </a:xfrm>
          <a:prstGeom prst="line">
            <a:avLst/>
          </a:prstGeom>
          <a:ln w="9360">
            <a:solidFill>
              <a:srgbClr val="c42321"/>
            </a:solidFill>
            <a:miter/>
            <a:tailEnd len="med" type="triangle" w="med"/>
          </a:ln>
        </p:spPr>
        <p:style>
          <a:lnRef idx="0"/>
          <a:fillRef idx="0"/>
          <a:effectRef idx="0"/>
          <a:fontRef idx="minor"/>
        </p:style>
      </p:sp>
      <p:pic>
        <p:nvPicPr>
          <p:cNvPr id="472" name="Image 28" descr=""/>
          <p:cNvPicPr/>
          <p:nvPr/>
        </p:nvPicPr>
        <p:blipFill>
          <a:blip r:embed="rId4"/>
          <a:srcRect l="0" t="0" r="0" b="9592"/>
          <a:stretch/>
        </p:blipFill>
        <p:spPr>
          <a:xfrm>
            <a:off x="128880" y="4689000"/>
            <a:ext cx="1055160" cy="1474200"/>
          </a:xfrm>
          <a:prstGeom prst="rect">
            <a:avLst/>
          </a:prstGeom>
          <a:ln>
            <a:noFill/>
          </a:ln>
        </p:spPr>
      </p:pic>
      <p:pic>
        <p:nvPicPr>
          <p:cNvPr id="473" name="Image 26" descr=""/>
          <p:cNvPicPr/>
          <p:nvPr/>
        </p:nvPicPr>
        <p:blipFill>
          <a:blip r:embed="rId5"/>
          <a:stretch/>
        </p:blipFill>
        <p:spPr>
          <a:xfrm>
            <a:off x="7456320" y="2349360"/>
            <a:ext cx="1085400" cy="339480"/>
          </a:xfrm>
          <a:prstGeom prst="rect">
            <a:avLst/>
          </a:prstGeom>
          <a:ln>
            <a:noFill/>
          </a:ln>
        </p:spPr>
      </p:pic>
      <p:pic>
        <p:nvPicPr>
          <p:cNvPr id="474" name="Image 1" descr=""/>
          <p:cNvPicPr/>
          <p:nvPr/>
        </p:nvPicPr>
        <p:blipFill>
          <a:blip r:embed="rId6"/>
          <a:stretch/>
        </p:blipFill>
        <p:spPr>
          <a:xfrm>
            <a:off x="2483640" y="24480"/>
            <a:ext cx="968760" cy="968760"/>
          </a:xfrm>
          <a:prstGeom prst="rect">
            <a:avLst/>
          </a:prstGeom>
          <a:ln>
            <a:noFill/>
          </a:ln>
        </p:spPr>
      </p:pic>
      <p:pic>
        <p:nvPicPr>
          <p:cNvPr id="475" name="Image 2" descr=""/>
          <p:cNvPicPr/>
          <p:nvPr/>
        </p:nvPicPr>
        <p:blipFill>
          <a:blip r:embed="rId7"/>
          <a:stretch/>
        </p:blipFill>
        <p:spPr>
          <a:xfrm>
            <a:off x="3447720" y="26640"/>
            <a:ext cx="5147640" cy="607680"/>
          </a:xfrm>
          <a:prstGeom prst="rect">
            <a:avLst/>
          </a:prstGeom>
          <a:ln>
            <a:noFill/>
          </a:ln>
        </p:spPr>
      </p:pic>
      <p:pic>
        <p:nvPicPr>
          <p:cNvPr id="476" name="Image 3" descr=""/>
          <p:cNvPicPr/>
          <p:nvPr/>
        </p:nvPicPr>
        <p:blipFill>
          <a:blip r:embed="rId8"/>
          <a:stretch/>
        </p:blipFill>
        <p:spPr>
          <a:xfrm>
            <a:off x="824400" y="3801600"/>
            <a:ext cx="1026000" cy="519120"/>
          </a:xfrm>
          <a:prstGeom prst="rect">
            <a:avLst/>
          </a:prstGeom>
          <a:ln>
            <a:noFill/>
          </a:ln>
        </p:spPr>
      </p:pic>
      <p:pic>
        <p:nvPicPr>
          <p:cNvPr id="477" name="Picture 4" descr=""/>
          <p:cNvPicPr/>
          <p:nvPr/>
        </p:nvPicPr>
        <p:blipFill>
          <a:blip r:embed="rId9"/>
          <a:stretch/>
        </p:blipFill>
        <p:spPr>
          <a:xfrm>
            <a:off x="7794000" y="5406480"/>
            <a:ext cx="446760" cy="632160"/>
          </a:xfrm>
          <a:prstGeom prst="rect">
            <a:avLst/>
          </a:prstGeom>
          <a:ln>
            <a:noFill/>
          </a:ln>
        </p:spPr>
      </p:pic>
      <p:sp>
        <p:nvSpPr>
          <p:cNvPr id="478" name="CustomShape 18"/>
          <p:cNvSpPr/>
          <p:nvPr/>
        </p:nvSpPr>
        <p:spPr>
          <a:xfrm>
            <a:off x="971640" y="1332720"/>
            <a:ext cx="1002960" cy="394920"/>
          </a:xfrm>
          <a:prstGeom prst="rect">
            <a:avLst/>
          </a:prstGeom>
          <a:solidFill>
            <a:srgbClr val="ffffff"/>
          </a:solidFill>
          <a:ln w="25560">
            <a:solidFill>
              <a:srgbClr val="ffffff"/>
            </a:solidFill>
            <a:round/>
          </a:ln>
        </p:spPr>
        <p:style>
          <a:lnRef idx="0"/>
          <a:fillRef idx="0"/>
          <a:effectRef idx="0"/>
          <a:fontRef idx="minor"/>
        </p:style>
        <p:txBody>
          <a:bodyPr lIns="90000" rIns="90000" tIns="45000" bIns="45000"/>
          <a:p>
            <a:pPr>
              <a:lnSpc>
                <a:spcPct val="100000"/>
              </a:lnSpc>
            </a:pPr>
            <a:r>
              <a:rPr b="0" lang="fr-FR" sz="1000" spc="-1" strike="noStrike">
                <a:solidFill>
                  <a:srgbClr val="1f497d"/>
                </a:solidFill>
                <a:uFill>
                  <a:solidFill>
                    <a:srgbClr val="ffffff"/>
                  </a:solidFill>
                </a:uFill>
                <a:latin typeface="Calibri"/>
              </a:rPr>
              <a:t>http://</a:t>
            </a:r>
            <a:r>
              <a:rPr b="0" lang="fr-FR" sz="1000" spc="-1" strike="noStrike" u="sng">
                <a:solidFill>
                  <a:srgbClr val="0000ff"/>
                </a:solidFill>
                <a:uFill>
                  <a:solidFill>
                    <a:srgbClr val="ffffff"/>
                  </a:solidFill>
                </a:uFill>
                <a:latin typeface="Calibri"/>
                <a:hlinkClick r:id="rId10"/>
              </a:rPr>
              <a:t>business-builder.cci.fr</a:t>
            </a:r>
            <a:endParaRPr b="0" lang="fr-FR" sz="1000" spc="-1" strike="noStrike">
              <a:solidFill>
                <a:srgbClr val="000000"/>
              </a:solidFill>
              <a:uFill>
                <a:solidFill>
                  <a:srgbClr val="ffffff"/>
                </a:solidFill>
              </a:uFill>
              <a:latin typeface="Arial"/>
            </a:endParaRPr>
          </a:p>
        </p:txBody>
      </p:sp>
      <p:pic>
        <p:nvPicPr>
          <p:cNvPr id="479" name="Picture 2" descr=""/>
          <p:cNvPicPr/>
          <p:nvPr/>
        </p:nvPicPr>
        <p:blipFill>
          <a:blip r:embed="rId11"/>
          <a:srcRect l="52466" t="1497" r="0" b="1902"/>
          <a:stretch/>
        </p:blipFill>
        <p:spPr>
          <a:xfrm>
            <a:off x="8474040" y="26640"/>
            <a:ext cx="583920" cy="861480"/>
          </a:xfrm>
          <a:prstGeom prst="rect">
            <a:avLst/>
          </a:prstGeom>
          <a:ln>
            <a:noFill/>
          </a:ln>
        </p:spPr>
      </p:pic>
      <p:pic>
        <p:nvPicPr>
          <p:cNvPr id="480" name="Picture 2" descr=""/>
          <p:cNvPicPr/>
          <p:nvPr/>
        </p:nvPicPr>
        <p:blipFill>
          <a:blip r:embed="rId12"/>
          <a:stretch/>
        </p:blipFill>
        <p:spPr>
          <a:xfrm>
            <a:off x="7064280" y="3823920"/>
            <a:ext cx="1726560" cy="225720"/>
          </a:xfrm>
          <a:prstGeom prst="rect">
            <a:avLst/>
          </a:prstGeom>
          <a:ln>
            <a:noFill/>
          </a:ln>
        </p:spPr>
      </p:pic>
      <p:pic>
        <p:nvPicPr>
          <p:cNvPr id="481" name="Image 8" descr=""/>
          <p:cNvPicPr/>
          <p:nvPr/>
        </p:nvPicPr>
        <p:blipFill>
          <a:blip r:embed="rId13"/>
          <a:stretch/>
        </p:blipFill>
        <p:spPr>
          <a:xfrm>
            <a:off x="76680" y="-12240"/>
            <a:ext cx="2228040" cy="753120"/>
          </a:xfrm>
          <a:prstGeom prst="rect">
            <a:avLst/>
          </a:prstGeom>
          <a:ln>
            <a:noFill/>
          </a:ln>
        </p:spPr>
      </p:pic>
      <p:sp>
        <p:nvSpPr>
          <p:cNvPr id="482" name="CustomShape 19"/>
          <p:cNvSpPr/>
          <p:nvPr/>
        </p:nvSpPr>
        <p:spPr>
          <a:xfrm>
            <a:off x="2064960" y="6003000"/>
            <a:ext cx="4536720" cy="824040"/>
          </a:xfrm>
          <a:prstGeom prst="rect">
            <a:avLst/>
          </a:prstGeom>
          <a:noFill/>
          <a:ln w="9360">
            <a:solidFill>
              <a:srgbClr val="000000"/>
            </a:solidFill>
            <a:miter/>
          </a:ln>
        </p:spPr>
        <p:style>
          <a:lnRef idx="0"/>
          <a:fillRef idx="0"/>
          <a:effectRef idx="0"/>
          <a:fontRef idx="minor"/>
        </p:style>
        <p:txBody>
          <a:bodyPr lIns="90000" rIns="90000" tIns="46800" bIns="46800"/>
          <a:p>
            <a:pPr>
              <a:lnSpc>
                <a:spcPct val="100000"/>
              </a:lnSpc>
            </a:pPr>
            <a:r>
              <a:rPr b="1" lang="fr-FR" sz="1600" spc="-1" strike="noStrike">
                <a:solidFill>
                  <a:srgbClr val="333399"/>
                </a:solidFill>
                <a:uFill>
                  <a:solidFill>
                    <a:srgbClr val="ffffff"/>
                  </a:solidFill>
                </a:uFill>
                <a:latin typeface="DejaVu Sans Condensed"/>
              </a:rPr>
              <a:t>Réunions d’information – Forum création et reprise  - Concours création/reprise - Ateliers</a:t>
            </a:r>
            <a:endParaRPr b="0" lang="fr-FR" sz="1600" spc="-1" strike="noStrike">
              <a:solidFill>
                <a:srgbClr val="000000"/>
              </a:solidFill>
              <a:uFill>
                <a:solidFill>
                  <a:srgbClr val="ffffff"/>
                </a:solidFill>
              </a:uFill>
              <a:latin typeface="Arial"/>
            </a:endParaRPr>
          </a:p>
        </p:txBody>
      </p:sp>
      <p:pic>
        <p:nvPicPr>
          <p:cNvPr id="483" name="Image 34" descr=""/>
          <p:cNvPicPr/>
          <p:nvPr/>
        </p:nvPicPr>
        <p:blipFill>
          <a:blip r:embed="rId14"/>
          <a:stretch/>
        </p:blipFill>
        <p:spPr>
          <a:xfrm>
            <a:off x="77040" y="242640"/>
            <a:ext cx="1944000" cy="489240"/>
          </a:xfrm>
          <a:prstGeom prst="rect">
            <a:avLst/>
          </a:prstGeom>
          <a:ln>
            <a:noFill/>
          </a:ln>
        </p:spPr>
      </p:pic>
      <p:pic>
        <p:nvPicPr>
          <p:cNvPr id="484" name="Image 10" descr=""/>
          <p:cNvPicPr/>
          <p:nvPr/>
        </p:nvPicPr>
        <p:blipFill>
          <a:blip r:embed="rId15"/>
          <a:stretch/>
        </p:blipFill>
        <p:spPr>
          <a:xfrm>
            <a:off x="103680" y="888120"/>
            <a:ext cx="882360" cy="1257840"/>
          </a:xfrm>
          <a:prstGeom prst="rect">
            <a:avLst/>
          </a:prstGeom>
          <a:ln>
            <a:noFill/>
          </a:ln>
        </p:spPr>
      </p:pic>
      <p:pic>
        <p:nvPicPr>
          <p:cNvPr id="485" name="Picture 2" descr=""/>
          <p:cNvPicPr/>
          <p:nvPr/>
        </p:nvPicPr>
        <p:blipFill>
          <a:blip r:embed="rId16"/>
          <a:stretch/>
        </p:blipFill>
        <p:spPr>
          <a:xfrm>
            <a:off x="1029240" y="892080"/>
            <a:ext cx="804960" cy="424080"/>
          </a:xfrm>
          <a:prstGeom prst="rect">
            <a:avLst/>
          </a:prstGeom>
          <a:ln>
            <a:noFill/>
          </a:ln>
        </p:spPr>
      </p:pic>
      <p:pic>
        <p:nvPicPr>
          <p:cNvPr id="486" name="Image 35" descr=""/>
          <p:cNvPicPr/>
          <p:nvPr/>
        </p:nvPicPr>
        <p:blipFill>
          <a:blip r:embed="rId17"/>
          <a:stretch/>
        </p:blipFill>
        <p:spPr>
          <a:xfrm>
            <a:off x="146880" y="3428280"/>
            <a:ext cx="607320" cy="857880"/>
          </a:xfrm>
          <a:prstGeom prst="rect">
            <a:avLst/>
          </a:prstGeom>
          <a:ln>
            <a:noFill/>
          </a:ln>
        </p:spPr>
      </p:pic>
      <p:pic>
        <p:nvPicPr>
          <p:cNvPr id="487" name="Image 11" descr=""/>
          <p:cNvPicPr/>
          <p:nvPr/>
        </p:nvPicPr>
        <p:blipFill>
          <a:blip r:embed="rId18"/>
          <a:stretch/>
        </p:blipFill>
        <p:spPr>
          <a:xfrm>
            <a:off x="5053320" y="2234160"/>
            <a:ext cx="1605600" cy="342360"/>
          </a:xfrm>
          <a:prstGeom prst="rect">
            <a:avLst/>
          </a:prstGeom>
          <a:ln>
            <a:noFill/>
          </a:ln>
        </p:spPr>
      </p:pic>
      <p:pic>
        <p:nvPicPr>
          <p:cNvPr id="488" name="Espace réservé du contenu 3" descr=""/>
          <p:cNvPicPr/>
          <p:nvPr/>
        </p:nvPicPr>
        <p:blipFill>
          <a:blip r:embed="rId19"/>
          <a:srcRect l="2908" t="15155" r="2908" b="30262"/>
          <a:stretch/>
        </p:blipFill>
        <p:spPr>
          <a:xfrm>
            <a:off x="102960" y="2264400"/>
            <a:ext cx="1697040" cy="760680"/>
          </a:xfrm>
          <a:prstGeom prst="rect">
            <a:avLst/>
          </a:prstGeom>
          <a:ln w="25560">
            <a:solidFill>
              <a:srgbClr val="4f81bd"/>
            </a:solidFill>
            <a:round/>
          </a:ln>
        </p:spPr>
      </p:pic>
      <p:sp>
        <p:nvSpPr>
          <p:cNvPr id="489" name="CustomShape 20"/>
          <p:cNvSpPr/>
          <p:nvPr/>
        </p:nvSpPr>
        <p:spPr>
          <a:xfrm>
            <a:off x="68760" y="3045960"/>
            <a:ext cx="1731240" cy="303480"/>
          </a:xfrm>
          <a:prstGeom prst="rect">
            <a:avLst/>
          </a:prstGeom>
          <a:solidFill>
            <a:srgbClr val="ffffff"/>
          </a:solidFill>
          <a:ln w="25560">
            <a:solidFill>
              <a:srgbClr val="ffffff"/>
            </a:solidFill>
            <a:round/>
          </a:ln>
        </p:spPr>
        <p:style>
          <a:lnRef idx="0"/>
          <a:fillRef idx="0"/>
          <a:effectRef idx="0"/>
          <a:fontRef idx="minor"/>
        </p:style>
        <p:txBody>
          <a:bodyPr lIns="90000" rIns="90000" tIns="45000" bIns="45000"/>
          <a:p>
            <a:pPr>
              <a:lnSpc>
                <a:spcPct val="100000"/>
              </a:lnSpc>
            </a:pPr>
            <a:r>
              <a:rPr b="1" lang="fr-FR" sz="1400" spc="-1" strike="noStrike">
                <a:solidFill>
                  <a:srgbClr val="1f497d"/>
                </a:solidFill>
                <a:uFill>
                  <a:solidFill>
                    <a:srgbClr val="ffffff"/>
                  </a:solidFill>
                </a:uFill>
                <a:latin typeface="Calibri"/>
              </a:rPr>
              <a:t>Objectif Créa</a:t>
            </a:r>
            <a:endParaRPr b="0" lang="fr-FR" sz="1400" spc="-1" strike="noStrike">
              <a:solidFill>
                <a:srgbClr val="000000"/>
              </a:solidFill>
              <a:uFill>
                <a:solidFill>
                  <a:srgbClr val="ffffff"/>
                </a:solidFill>
              </a:uFill>
              <a:latin typeface="Arial"/>
            </a:endParaRPr>
          </a:p>
        </p:txBody>
      </p:sp>
    </p:spTree>
  </p:cSld>
  <p:transition spd="med">
    <p:split dir="out" orient="horz"/>
  </p:transition>
  <p:timing>
    <p:tnLst>
      <p:par>
        <p:cTn id="198" dur="indefinite" restart="never" nodeType="tmRoot">
          <p:childTnLst>
            <p:seq>
              <p:cTn id="199" nodeType="mainSeq"/>
              <p:prevCondLst>
                <p:cond delay="0" evt="onPrev">
                  <p:tgtEl>
                    <p:sldTgt/>
                  </p:tgtEl>
                </p:cond>
              </p:prevCondLst>
              <p:nextCondLst>
                <p:cond delay="0" evt="onNext">
                  <p:tgtEl>
                    <p:sldTgt/>
                  </p:tgtEl>
                </p:cond>
              </p:nextCondLst>
            </p:seq>
          </p:childTnLst>
        </p:cTn>
      </p:par>
    </p:tnLst>
  </p:timing>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0" name="CustomShape 1"/>
          <p:cNvSpPr/>
          <p:nvPr/>
        </p:nvSpPr>
        <p:spPr>
          <a:xfrm>
            <a:off x="2135520" y="2139120"/>
            <a:ext cx="4571640" cy="580680"/>
          </a:xfrm>
          <a:prstGeom prst="rect">
            <a:avLst/>
          </a:prstGeom>
          <a:noFill/>
          <a:ln w="9360">
            <a:solidFill>
              <a:srgbClr val="000000"/>
            </a:solidFill>
            <a:miter/>
          </a:ln>
        </p:spPr>
        <p:style>
          <a:lnRef idx="0"/>
          <a:fillRef idx="0"/>
          <a:effectRef idx="0"/>
          <a:fontRef idx="minor"/>
        </p:style>
        <p:txBody>
          <a:bodyPr lIns="90000" rIns="90000" tIns="46800" bIns="46800"/>
          <a:p>
            <a:pPr algn="ctr">
              <a:lnSpc>
                <a:spcPct val="100000"/>
              </a:lnSpc>
            </a:pPr>
            <a:r>
              <a:rPr b="1" lang="fr-FR" sz="1600" spc="-1" strike="noStrike">
                <a:solidFill>
                  <a:srgbClr val="c00000"/>
                </a:solidFill>
                <a:uFill>
                  <a:solidFill>
                    <a:srgbClr val="ffffff"/>
                  </a:solidFill>
                </a:uFill>
                <a:latin typeface="Arial"/>
              </a:rPr>
              <a:t>Rendez-vous conseil tout au long du projet :    Conseillers d’entreprise de la CMA29</a:t>
            </a:r>
            <a:endParaRPr b="0" lang="fr-FR" sz="1600" spc="-1" strike="noStrike">
              <a:solidFill>
                <a:srgbClr val="000000"/>
              </a:solidFill>
              <a:uFill>
                <a:solidFill>
                  <a:srgbClr val="ffffff"/>
                </a:solidFill>
              </a:uFill>
              <a:latin typeface="Arial"/>
            </a:endParaRPr>
          </a:p>
        </p:txBody>
      </p:sp>
      <p:sp>
        <p:nvSpPr>
          <p:cNvPr id="491" name="CustomShape 2"/>
          <p:cNvSpPr/>
          <p:nvPr/>
        </p:nvSpPr>
        <p:spPr>
          <a:xfrm>
            <a:off x="2149560" y="3104640"/>
            <a:ext cx="4571640" cy="1310760"/>
          </a:xfrm>
          <a:prstGeom prst="rect">
            <a:avLst/>
          </a:prstGeom>
          <a:noFill/>
          <a:ln w="9360">
            <a:solidFill>
              <a:srgbClr val="000000"/>
            </a:solidFill>
            <a:miter/>
          </a:ln>
        </p:spPr>
        <p:style>
          <a:lnRef idx="0"/>
          <a:fillRef idx="0"/>
          <a:effectRef idx="0"/>
          <a:fontRef idx="minor"/>
        </p:style>
        <p:txBody>
          <a:bodyPr lIns="90000" rIns="90000" tIns="46800" bIns="46800"/>
          <a:p>
            <a:pPr algn="ctr">
              <a:lnSpc>
                <a:spcPct val="100000"/>
              </a:lnSpc>
            </a:pPr>
            <a:r>
              <a:rPr b="1" lang="fr-FR" sz="1600" spc="-1" strike="noStrike">
                <a:solidFill>
                  <a:srgbClr val="c00000"/>
                </a:solidFill>
                <a:uFill>
                  <a:solidFill>
                    <a:srgbClr val="ffffff"/>
                  </a:solidFill>
                </a:uFill>
                <a:latin typeface="Arial"/>
              </a:rPr>
              <a:t>Stage obligatoire de préparation à l’installation sur les aspects de la création/reprise (commercial, financier, social, juridique…). Formations réglementaires</a:t>
            </a:r>
            <a:endParaRPr b="0" lang="fr-FR" sz="1600" spc="-1" strike="noStrike">
              <a:solidFill>
                <a:srgbClr val="000000"/>
              </a:solidFill>
              <a:uFill>
                <a:solidFill>
                  <a:srgbClr val="ffffff"/>
                </a:solidFill>
              </a:uFill>
              <a:latin typeface="Arial"/>
            </a:endParaRPr>
          </a:p>
        </p:txBody>
      </p:sp>
      <p:sp>
        <p:nvSpPr>
          <p:cNvPr id="492" name="CustomShape 3"/>
          <p:cNvSpPr/>
          <p:nvPr/>
        </p:nvSpPr>
        <p:spPr>
          <a:xfrm>
            <a:off x="2149560" y="4662000"/>
            <a:ext cx="4536720" cy="1067400"/>
          </a:xfrm>
          <a:prstGeom prst="rect">
            <a:avLst/>
          </a:prstGeom>
          <a:noFill/>
          <a:ln w="9360">
            <a:solidFill>
              <a:srgbClr val="000000"/>
            </a:solidFill>
            <a:miter/>
          </a:ln>
        </p:spPr>
        <p:style>
          <a:lnRef idx="0"/>
          <a:fillRef idx="0"/>
          <a:effectRef idx="0"/>
          <a:fontRef idx="minor"/>
        </p:style>
        <p:txBody>
          <a:bodyPr lIns="90000" rIns="90000" tIns="46800" bIns="46800"/>
          <a:p>
            <a:pPr algn="ctr">
              <a:lnSpc>
                <a:spcPct val="100000"/>
              </a:lnSpc>
            </a:pPr>
            <a:r>
              <a:rPr b="1" lang="fr-FR" sz="1600" spc="-1" strike="noStrike">
                <a:solidFill>
                  <a:srgbClr val="c00000"/>
                </a:solidFill>
                <a:uFill>
                  <a:solidFill>
                    <a:srgbClr val="ffffff"/>
                  </a:solidFill>
                </a:uFill>
                <a:latin typeface="Arial"/>
              </a:rPr>
              <a:t>Permanences de professionnels</a:t>
            </a:r>
            <a:endParaRPr b="0" lang="fr-FR" sz="1600" spc="-1" strike="noStrike">
              <a:solidFill>
                <a:srgbClr val="000000"/>
              </a:solidFill>
              <a:uFill>
                <a:solidFill>
                  <a:srgbClr val="ffffff"/>
                </a:solidFill>
              </a:uFill>
              <a:latin typeface="Arial"/>
            </a:endParaRPr>
          </a:p>
          <a:p>
            <a:pPr algn="ctr">
              <a:lnSpc>
                <a:spcPct val="100000"/>
              </a:lnSpc>
            </a:pPr>
            <a:r>
              <a:rPr b="1" lang="fr-FR" sz="1600" spc="-1" strike="noStrike">
                <a:solidFill>
                  <a:srgbClr val="c00000"/>
                </a:solidFill>
                <a:uFill>
                  <a:solidFill>
                    <a:srgbClr val="ffffff"/>
                  </a:solidFill>
                </a:uFill>
                <a:latin typeface="Arial"/>
              </a:rPr>
              <a:t>partenaires : LABOCEA (cellule hygiène)</a:t>
            </a:r>
            <a:endParaRPr b="0" lang="fr-FR" sz="1600" spc="-1" strike="noStrike">
              <a:solidFill>
                <a:srgbClr val="000000"/>
              </a:solidFill>
              <a:uFill>
                <a:solidFill>
                  <a:srgbClr val="ffffff"/>
                </a:solidFill>
              </a:uFill>
              <a:latin typeface="Arial"/>
            </a:endParaRPr>
          </a:p>
          <a:p>
            <a:pPr algn="ctr">
              <a:lnSpc>
                <a:spcPct val="100000"/>
              </a:lnSpc>
            </a:pPr>
            <a:r>
              <a:rPr b="1" lang="fr-FR" sz="1600" spc="-1" strike="noStrike">
                <a:solidFill>
                  <a:srgbClr val="c00000"/>
                </a:solidFill>
                <a:uFill>
                  <a:solidFill>
                    <a:srgbClr val="ffffff"/>
                  </a:solidFill>
                </a:uFill>
                <a:latin typeface="Arial"/>
              </a:rPr>
              <a:t>Montage de dossiers de financements, subventions…</a:t>
            </a:r>
            <a:endParaRPr b="0" lang="fr-FR" sz="1600" spc="-1" strike="noStrike">
              <a:solidFill>
                <a:srgbClr val="000000"/>
              </a:solidFill>
              <a:uFill>
                <a:solidFill>
                  <a:srgbClr val="ffffff"/>
                </a:solidFill>
              </a:uFill>
              <a:latin typeface="Arial"/>
            </a:endParaRPr>
          </a:p>
        </p:txBody>
      </p:sp>
      <p:sp>
        <p:nvSpPr>
          <p:cNvPr id="493" name="CustomShape 4"/>
          <p:cNvSpPr/>
          <p:nvPr/>
        </p:nvSpPr>
        <p:spPr>
          <a:xfrm>
            <a:off x="2135520" y="5895720"/>
            <a:ext cx="4536720" cy="580680"/>
          </a:xfrm>
          <a:prstGeom prst="rect">
            <a:avLst/>
          </a:prstGeom>
          <a:noFill/>
          <a:ln w="9360">
            <a:solidFill>
              <a:srgbClr val="000000"/>
            </a:solidFill>
            <a:miter/>
          </a:ln>
        </p:spPr>
        <p:style>
          <a:lnRef idx="0"/>
          <a:fillRef idx="0"/>
          <a:effectRef idx="0"/>
          <a:fontRef idx="minor"/>
        </p:style>
        <p:txBody>
          <a:bodyPr lIns="90000" rIns="90000" tIns="46800" bIns="46800"/>
          <a:p>
            <a:pPr algn="ctr">
              <a:lnSpc>
                <a:spcPct val="100000"/>
              </a:lnSpc>
            </a:pPr>
            <a:r>
              <a:rPr b="1" lang="fr-FR" sz="1600" spc="-1" strike="noStrike">
                <a:solidFill>
                  <a:srgbClr val="c00000"/>
                </a:solidFill>
                <a:uFill>
                  <a:solidFill>
                    <a:srgbClr val="ffffff"/>
                  </a:solidFill>
                </a:uFill>
                <a:latin typeface="Arial"/>
              </a:rPr>
              <a:t>Forum création et reprise – Festival de l’Artisanat - Ateliers Transmission</a:t>
            </a:r>
            <a:endParaRPr b="0" lang="fr-FR" sz="1600" spc="-1" strike="noStrike">
              <a:solidFill>
                <a:srgbClr val="000000"/>
              </a:solidFill>
              <a:uFill>
                <a:solidFill>
                  <a:srgbClr val="ffffff"/>
                </a:solidFill>
              </a:uFill>
              <a:latin typeface="Arial"/>
            </a:endParaRPr>
          </a:p>
        </p:txBody>
      </p:sp>
      <p:sp>
        <p:nvSpPr>
          <p:cNvPr id="494" name="Line 5"/>
          <p:cNvSpPr/>
          <p:nvPr/>
        </p:nvSpPr>
        <p:spPr>
          <a:xfrm flipV="1">
            <a:off x="4169520" y="2724480"/>
            <a:ext cx="1800" cy="401760"/>
          </a:xfrm>
          <a:prstGeom prst="line">
            <a:avLst/>
          </a:prstGeom>
          <a:ln w="9360">
            <a:solidFill>
              <a:srgbClr val="ce0f69"/>
            </a:solidFill>
            <a:miter/>
            <a:tailEnd len="med" type="triangle" w="med"/>
          </a:ln>
        </p:spPr>
        <p:style>
          <a:lnRef idx="0"/>
          <a:fillRef idx="0"/>
          <a:effectRef idx="0"/>
          <a:fontRef idx="minor"/>
        </p:style>
      </p:sp>
      <p:sp>
        <p:nvSpPr>
          <p:cNvPr id="495" name="Line 6"/>
          <p:cNvSpPr/>
          <p:nvPr/>
        </p:nvSpPr>
        <p:spPr>
          <a:xfrm>
            <a:off x="3822840" y="2765880"/>
            <a:ext cx="360" cy="338400"/>
          </a:xfrm>
          <a:prstGeom prst="line">
            <a:avLst/>
          </a:prstGeom>
          <a:ln w="9360">
            <a:solidFill>
              <a:srgbClr val="ce0f69"/>
            </a:solidFill>
            <a:miter/>
            <a:tailEnd len="med" type="triangle" w="med"/>
          </a:ln>
        </p:spPr>
        <p:style>
          <a:lnRef idx="0"/>
          <a:fillRef idx="0"/>
          <a:effectRef idx="0"/>
          <a:fontRef idx="minor"/>
        </p:style>
      </p:sp>
      <p:sp>
        <p:nvSpPr>
          <p:cNvPr id="496" name="Line 7"/>
          <p:cNvSpPr/>
          <p:nvPr/>
        </p:nvSpPr>
        <p:spPr>
          <a:xfrm>
            <a:off x="4147560" y="4429800"/>
            <a:ext cx="3240" cy="253800"/>
          </a:xfrm>
          <a:prstGeom prst="line">
            <a:avLst/>
          </a:prstGeom>
          <a:ln w="9360">
            <a:solidFill>
              <a:srgbClr val="ce0f69"/>
            </a:solidFill>
            <a:miter/>
            <a:tailEnd len="med" type="triangle" w="med"/>
          </a:ln>
        </p:spPr>
        <p:style>
          <a:lnRef idx="0"/>
          <a:fillRef idx="0"/>
          <a:effectRef idx="0"/>
          <a:fontRef idx="minor"/>
        </p:style>
      </p:sp>
      <p:sp>
        <p:nvSpPr>
          <p:cNvPr id="497" name="CustomShape 8"/>
          <p:cNvSpPr/>
          <p:nvPr/>
        </p:nvSpPr>
        <p:spPr>
          <a:xfrm>
            <a:off x="6978960" y="2606040"/>
            <a:ext cx="1913400" cy="1006920"/>
          </a:xfrm>
          <a:prstGeom prst="rect">
            <a:avLst/>
          </a:prstGeom>
          <a:noFill/>
          <a:ln w="9360">
            <a:solidFill>
              <a:srgbClr val="84329b"/>
            </a:solidFill>
            <a:miter/>
          </a:ln>
        </p:spPr>
        <p:style>
          <a:lnRef idx="0"/>
          <a:fillRef idx="0"/>
          <a:effectRef idx="0"/>
          <a:fontRef idx="minor"/>
        </p:style>
        <p:txBody>
          <a:bodyPr lIns="90000" rIns="90000" tIns="46800" bIns="46800"/>
          <a:p>
            <a:pPr algn="ctr">
              <a:lnSpc>
                <a:spcPct val="100000"/>
              </a:lnSpc>
            </a:pPr>
            <a:r>
              <a:rPr b="1" lang="fr-FR" sz="1600" spc="-1" strike="noStrike">
                <a:solidFill>
                  <a:srgbClr val="c00000"/>
                </a:solidFill>
                <a:uFill>
                  <a:solidFill>
                    <a:srgbClr val="ffffff"/>
                  </a:solidFill>
                </a:uFill>
                <a:latin typeface="Arial"/>
              </a:rPr>
              <a:t>Achat/vente d’entreprises </a:t>
            </a:r>
            <a:r>
              <a:rPr b="1" lang="fr-FR" sz="1400" spc="-1" strike="noStrike">
                <a:solidFill>
                  <a:srgbClr val="c00000"/>
                </a:solidFill>
                <a:uFill>
                  <a:solidFill>
                    <a:srgbClr val="ffffff"/>
                  </a:solidFill>
                </a:uFill>
                <a:latin typeface="Arial"/>
              </a:rPr>
              <a:t>(www.entreprendre.artisanat.fr.)</a:t>
            </a:r>
            <a:endParaRPr b="0" lang="fr-FR" sz="1400" spc="-1" strike="noStrike">
              <a:solidFill>
                <a:srgbClr val="000000"/>
              </a:solidFill>
              <a:uFill>
                <a:solidFill>
                  <a:srgbClr val="ffffff"/>
                </a:solidFill>
              </a:uFill>
              <a:latin typeface="Arial"/>
            </a:endParaRPr>
          </a:p>
        </p:txBody>
      </p:sp>
      <p:sp>
        <p:nvSpPr>
          <p:cNvPr id="498" name="CustomShape 9"/>
          <p:cNvSpPr/>
          <p:nvPr/>
        </p:nvSpPr>
        <p:spPr>
          <a:xfrm>
            <a:off x="7102440" y="4816080"/>
            <a:ext cx="1618920" cy="1067400"/>
          </a:xfrm>
          <a:prstGeom prst="rect">
            <a:avLst/>
          </a:prstGeom>
          <a:noFill/>
          <a:ln w="9360">
            <a:solidFill>
              <a:srgbClr val="84329b"/>
            </a:solidFill>
            <a:miter/>
          </a:ln>
        </p:spPr>
        <p:style>
          <a:lnRef idx="0"/>
          <a:fillRef idx="0"/>
          <a:effectRef idx="0"/>
          <a:fontRef idx="minor"/>
        </p:style>
        <p:txBody>
          <a:bodyPr lIns="90000" rIns="90000" tIns="46800" bIns="46800"/>
          <a:p>
            <a:pPr algn="ctr">
              <a:lnSpc>
                <a:spcPct val="100000"/>
              </a:lnSpc>
            </a:pPr>
            <a:r>
              <a:rPr b="1" lang="fr-FR" sz="1600" spc="-1" strike="noStrike">
                <a:solidFill>
                  <a:srgbClr val="c00000"/>
                </a:solidFill>
                <a:uFill>
                  <a:solidFill>
                    <a:srgbClr val="ffffff"/>
                  </a:solidFill>
                </a:uFill>
                <a:latin typeface="Arial"/>
              </a:rPr>
              <a:t>Fichier d’entreprises  Données économiques </a:t>
            </a:r>
            <a:endParaRPr b="0" lang="fr-FR" sz="1600" spc="-1" strike="noStrike">
              <a:solidFill>
                <a:srgbClr val="000000"/>
              </a:solidFill>
              <a:uFill>
                <a:solidFill>
                  <a:srgbClr val="ffffff"/>
                </a:solidFill>
              </a:uFill>
              <a:latin typeface="Arial"/>
            </a:endParaRPr>
          </a:p>
        </p:txBody>
      </p:sp>
      <p:sp>
        <p:nvSpPr>
          <p:cNvPr id="499" name="Line 10"/>
          <p:cNvSpPr/>
          <p:nvPr/>
        </p:nvSpPr>
        <p:spPr>
          <a:xfrm flipH="1">
            <a:off x="4147560" y="5741280"/>
            <a:ext cx="37080" cy="154080"/>
          </a:xfrm>
          <a:prstGeom prst="line">
            <a:avLst/>
          </a:prstGeom>
          <a:ln w="9360">
            <a:solidFill>
              <a:srgbClr val="ce0f69"/>
            </a:solidFill>
            <a:miter/>
            <a:tailEnd len="med" type="triangle" w="med"/>
          </a:ln>
        </p:spPr>
        <p:style>
          <a:lnRef idx="0"/>
          <a:fillRef idx="0"/>
          <a:effectRef idx="0"/>
          <a:fontRef idx="minor"/>
        </p:style>
      </p:sp>
      <p:sp>
        <p:nvSpPr>
          <p:cNvPr id="500" name="CustomShape 11"/>
          <p:cNvSpPr/>
          <p:nvPr/>
        </p:nvSpPr>
        <p:spPr>
          <a:xfrm>
            <a:off x="2109600" y="1027800"/>
            <a:ext cx="4465440" cy="337320"/>
          </a:xfrm>
          <a:prstGeom prst="rect">
            <a:avLst/>
          </a:prstGeom>
          <a:noFill/>
          <a:ln w="9360">
            <a:solidFill>
              <a:srgbClr val="000000"/>
            </a:solidFill>
            <a:miter/>
          </a:ln>
        </p:spPr>
        <p:style>
          <a:lnRef idx="0"/>
          <a:fillRef idx="0"/>
          <a:effectRef idx="0"/>
          <a:fontRef idx="minor"/>
        </p:style>
        <p:txBody>
          <a:bodyPr lIns="90000" rIns="90000" tIns="46800" bIns="46800"/>
          <a:p>
            <a:pPr algn="ctr">
              <a:lnSpc>
                <a:spcPct val="100000"/>
              </a:lnSpc>
            </a:pPr>
            <a:r>
              <a:rPr b="1" lang="fr-FR" sz="1600" spc="-1" strike="noStrike">
                <a:solidFill>
                  <a:srgbClr val="c00000"/>
                </a:solidFill>
                <a:uFill>
                  <a:solidFill>
                    <a:srgbClr val="ffffff"/>
                  </a:solidFill>
                </a:uFill>
                <a:latin typeface="Arial"/>
              </a:rPr>
              <a:t>Premier accueil et orientation</a:t>
            </a:r>
            <a:endParaRPr b="0" lang="fr-FR" sz="1600" spc="-1" strike="noStrike">
              <a:solidFill>
                <a:srgbClr val="000000"/>
              </a:solidFill>
              <a:uFill>
                <a:solidFill>
                  <a:srgbClr val="ffffff"/>
                </a:solidFill>
              </a:uFill>
              <a:latin typeface="Arial"/>
            </a:endParaRPr>
          </a:p>
        </p:txBody>
      </p:sp>
      <p:sp>
        <p:nvSpPr>
          <p:cNvPr id="501" name="Line 12"/>
          <p:cNvSpPr/>
          <p:nvPr/>
        </p:nvSpPr>
        <p:spPr>
          <a:xfrm flipH="1">
            <a:off x="4163040" y="1368360"/>
            <a:ext cx="8280" cy="281880"/>
          </a:xfrm>
          <a:prstGeom prst="line">
            <a:avLst/>
          </a:prstGeom>
          <a:ln w="9360">
            <a:solidFill>
              <a:srgbClr val="c42321"/>
            </a:solidFill>
            <a:miter/>
            <a:tailEnd len="med" type="triangle" w="med"/>
          </a:ln>
        </p:spPr>
        <p:style>
          <a:lnRef idx="0"/>
          <a:fillRef idx="0"/>
          <a:effectRef idx="0"/>
          <a:fontRef idx="minor"/>
        </p:style>
      </p:sp>
      <p:sp>
        <p:nvSpPr>
          <p:cNvPr id="502" name="CustomShape 13"/>
          <p:cNvSpPr/>
          <p:nvPr/>
        </p:nvSpPr>
        <p:spPr>
          <a:xfrm>
            <a:off x="2174400" y="1650240"/>
            <a:ext cx="4465440" cy="337320"/>
          </a:xfrm>
          <a:prstGeom prst="rect">
            <a:avLst/>
          </a:prstGeom>
          <a:noFill/>
          <a:ln w="9360">
            <a:solidFill>
              <a:srgbClr val="000000"/>
            </a:solidFill>
            <a:miter/>
          </a:ln>
        </p:spPr>
        <p:style>
          <a:lnRef idx="0"/>
          <a:fillRef idx="0"/>
          <a:effectRef idx="0"/>
          <a:fontRef idx="minor"/>
        </p:style>
        <p:txBody>
          <a:bodyPr lIns="90000" rIns="90000" tIns="46800" bIns="46800"/>
          <a:p>
            <a:pPr>
              <a:lnSpc>
                <a:spcPct val="100000"/>
              </a:lnSpc>
            </a:pPr>
            <a:r>
              <a:rPr b="1" lang="fr-FR" sz="1400" spc="-1" strike="noStrike">
                <a:solidFill>
                  <a:srgbClr val="84329b"/>
                </a:solidFill>
                <a:uFill>
                  <a:solidFill>
                    <a:srgbClr val="ffffff"/>
                  </a:solidFill>
                </a:uFill>
                <a:latin typeface="Arial"/>
              </a:rPr>
              <a:t>              </a:t>
            </a:r>
            <a:r>
              <a:rPr b="1" lang="fr-FR" sz="1600" spc="-1" strike="noStrike">
                <a:solidFill>
                  <a:srgbClr val="c00000"/>
                </a:solidFill>
                <a:uFill>
                  <a:solidFill>
                    <a:srgbClr val="ffffff"/>
                  </a:solidFill>
                </a:uFill>
                <a:latin typeface="Arial"/>
              </a:rPr>
              <a:t>Réunions d’information collective</a:t>
            </a:r>
            <a:endParaRPr b="0" lang="fr-FR" sz="1600" spc="-1" strike="noStrike">
              <a:solidFill>
                <a:srgbClr val="000000"/>
              </a:solidFill>
              <a:uFill>
                <a:solidFill>
                  <a:srgbClr val="ffffff"/>
                </a:solidFill>
              </a:uFill>
              <a:latin typeface="Arial"/>
            </a:endParaRPr>
          </a:p>
        </p:txBody>
      </p:sp>
      <p:sp>
        <p:nvSpPr>
          <p:cNvPr id="503" name="Line 14"/>
          <p:cNvSpPr/>
          <p:nvPr/>
        </p:nvSpPr>
        <p:spPr>
          <a:xfrm>
            <a:off x="4147560" y="1960200"/>
            <a:ext cx="360" cy="178920"/>
          </a:xfrm>
          <a:prstGeom prst="line">
            <a:avLst/>
          </a:prstGeom>
          <a:ln w="9360">
            <a:solidFill>
              <a:srgbClr val="c42321"/>
            </a:solidFill>
            <a:miter/>
            <a:tailEnd len="med" type="triangle" w="med"/>
          </a:ln>
        </p:spPr>
        <p:style>
          <a:lnRef idx="0"/>
          <a:fillRef idx="0"/>
          <a:effectRef idx="0"/>
          <a:fontRef idx="minor"/>
        </p:style>
      </p:sp>
      <p:sp>
        <p:nvSpPr>
          <p:cNvPr id="504" name="CustomShape 15"/>
          <p:cNvSpPr/>
          <p:nvPr/>
        </p:nvSpPr>
        <p:spPr>
          <a:xfrm>
            <a:off x="6986520" y="5895720"/>
            <a:ext cx="1945800" cy="395280"/>
          </a:xfrm>
          <a:prstGeom prst="rect">
            <a:avLst/>
          </a:prstGeom>
          <a:noFill/>
          <a:ln>
            <a:noFill/>
          </a:ln>
        </p:spPr>
        <p:style>
          <a:lnRef idx="0"/>
          <a:fillRef idx="0"/>
          <a:effectRef idx="0"/>
          <a:fontRef idx="minor"/>
        </p:style>
        <p:txBody>
          <a:bodyPr wrap="none" lIns="90000" rIns="90000" tIns="45000" bIns="45000"/>
          <a:p>
            <a:pPr>
              <a:lnSpc>
                <a:spcPct val="100000"/>
              </a:lnSpc>
            </a:pPr>
            <a:r>
              <a:rPr b="1" i="1" lang="fr-FR" sz="2000" spc="-1" strike="noStrike">
                <a:solidFill>
                  <a:srgbClr val="c00000"/>
                </a:solidFill>
                <a:uFill>
                  <a:solidFill>
                    <a:srgbClr val="ffffff"/>
                  </a:solidFill>
                </a:uFill>
                <a:latin typeface="Calibri"/>
              </a:rPr>
              <a:t>www.cma29.bzh</a:t>
            </a:r>
            <a:endParaRPr b="0" lang="fr-FR" sz="2000" spc="-1" strike="noStrike">
              <a:solidFill>
                <a:srgbClr val="000000"/>
              </a:solidFill>
              <a:uFill>
                <a:solidFill>
                  <a:srgbClr val="ffffff"/>
                </a:solidFill>
              </a:uFill>
              <a:latin typeface="Arial"/>
            </a:endParaRPr>
          </a:p>
        </p:txBody>
      </p:sp>
      <p:pic>
        <p:nvPicPr>
          <p:cNvPr id="505" name="table" descr=""/>
          <p:cNvPicPr/>
          <p:nvPr/>
        </p:nvPicPr>
        <p:blipFill>
          <a:blip r:embed="rId1"/>
          <a:stretch/>
        </p:blipFill>
        <p:spPr>
          <a:xfrm>
            <a:off x="-123480" y="6547680"/>
            <a:ext cx="9519840" cy="620280"/>
          </a:xfrm>
          <a:prstGeom prst="rect">
            <a:avLst/>
          </a:prstGeom>
          <a:ln>
            <a:noFill/>
          </a:ln>
        </p:spPr>
      </p:pic>
      <p:pic>
        <p:nvPicPr>
          <p:cNvPr id="506" name="Image 23" descr=""/>
          <p:cNvPicPr/>
          <p:nvPr/>
        </p:nvPicPr>
        <p:blipFill>
          <a:blip r:embed="rId2"/>
          <a:stretch/>
        </p:blipFill>
        <p:spPr>
          <a:xfrm>
            <a:off x="2339640" y="58680"/>
            <a:ext cx="968760" cy="968760"/>
          </a:xfrm>
          <a:prstGeom prst="rect">
            <a:avLst/>
          </a:prstGeom>
          <a:ln>
            <a:noFill/>
          </a:ln>
        </p:spPr>
      </p:pic>
      <p:pic>
        <p:nvPicPr>
          <p:cNvPr id="507" name="Image 1" descr=""/>
          <p:cNvPicPr/>
          <p:nvPr/>
        </p:nvPicPr>
        <p:blipFill>
          <a:blip r:embed="rId3"/>
          <a:stretch/>
        </p:blipFill>
        <p:spPr>
          <a:xfrm>
            <a:off x="308520" y="2284200"/>
            <a:ext cx="1439640" cy="880560"/>
          </a:xfrm>
          <a:prstGeom prst="rect">
            <a:avLst/>
          </a:prstGeom>
          <a:ln>
            <a:noFill/>
          </a:ln>
        </p:spPr>
      </p:pic>
      <p:pic>
        <p:nvPicPr>
          <p:cNvPr id="508" name="Image 28" descr=""/>
          <p:cNvPicPr/>
          <p:nvPr/>
        </p:nvPicPr>
        <p:blipFill>
          <a:blip r:embed="rId4"/>
          <a:stretch/>
        </p:blipFill>
        <p:spPr>
          <a:xfrm>
            <a:off x="308520" y="293040"/>
            <a:ext cx="1439640" cy="1666800"/>
          </a:xfrm>
          <a:prstGeom prst="rect">
            <a:avLst/>
          </a:prstGeom>
          <a:ln>
            <a:noFill/>
          </a:ln>
        </p:spPr>
      </p:pic>
      <p:sp>
        <p:nvSpPr>
          <p:cNvPr id="509" name="CustomShape 16"/>
          <p:cNvSpPr/>
          <p:nvPr/>
        </p:nvSpPr>
        <p:spPr>
          <a:xfrm>
            <a:off x="3636000" y="354600"/>
            <a:ext cx="4891320" cy="642600"/>
          </a:xfrm>
          <a:prstGeom prst="rect">
            <a:avLst/>
          </a:prstGeom>
          <a:noFill/>
          <a:ln>
            <a:noFill/>
          </a:ln>
        </p:spPr>
        <p:style>
          <a:lnRef idx="0"/>
          <a:fillRef idx="0"/>
          <a:effectRef idx="0"/>
          <a:fontRef idx="minor"/>
        </p:style>
        <p:txBody>
          <a:bodyPr lIns="90000" rIns="90000" tIns="46800" bIns="46800"/>
          <a:p>
            <a:pPr>
              <a:lnSpc>
                <a:spcPct val="100000"/>
              </a:lnSpc>
            </a:pPr>
            <a:r>
              <a:rPr b="1" lang="fr-FR" sz="1800" spc="-1" strike="noStrike">
                <a:solidFill>
                  <a:srgbClr val="0070c0"/>
                </a:solidFill>
                <a:uFill>
                  <a:solidFill>
                    <a:srgbClr val="ffffff"/>
                  </a:solidFill>
                </a:uFill>
                <a:latin typeface="DejaVu Sans Condensed"/>
              </a:rPr>
              <a:t>Un parcours à la carte : demandeurs d’emploi, salariés, étudiants…</a:t>
            </a:r>
            <a:endParaRPr b="0" lang="fr-FR" sz="1800" spc="-1" strike="noStrike">
              <a:solidFill>
                <a:srgbClr val="000000"/>
              </a:solidFill>
              <a:uFill>
                <a:solidFill>
                  <a:srgbClr val="ffffff"/>
                </a:solidFill>
              </a:uFill>
              <a:latin typeface="Arial"/>
            </a:endParaRPr>
          </a:p>
        </p:txBody>
      </p:sp>
      <p:pic>
        <p:nvPicPr>
          <p:cNvPr id="510" name="Image 31" descr=""/>
          <p:cNvPicPr/>
          <p:nvPr/>
        </p:nvPicPr>
        <p:blipFill>
          <a:blip r:embed="rId5"/>
          <a:stretch/>
        </p:blipFill>
        <p:spPr>
          <a:xfrm>
            <a:off x="7471080" y="1027800"/>
            <a:ext cx="1056240" cy="1404360"/>
          </a:xfrm>
          <a:prstGeom prst="rect">
            <a:avLst/>
          </a:prstGeom>
          <a:ln>
            <a:solidFill>
              <a:srgbClr val="000000"/>
            </a:solidFill>
          </a:ln>
        </p:spPr>
      </p:pic>
      <p:pic>
        <p:nvPicPr>
          <p:cNvPr id="511" name="Picture 4" descr=""/>
          <p:cNvPicPr/>
          <p:nvPr/>
        </p:nvPicPr>
        <p:blipFill>
          <a:blip r:embed="rId6"/>
          <a:stretch/>
        </p:blipFill>
        <p:spPr>
          <a:xfrm>
            <a:off x="171000" y="5414400"/>
            <a:ext cx="1714320" cy="961560"/>
          </a:xfrm>
          <a:prstGeom prst="rect">
            <a:avLst/>
          </a:prstGeom>
          <a:ln>
            <a:noFill/>
          </a:ln>
        </p:spPr>
      </p:pic>
      <p:pic>
        <p:nvPicPr>
          <p:cNvPr id="512" name="Image 26" descr=""/>
          <p:cNvPicPr/>
          <p:nvPr/>
        </p:nvPicPr>
        <p:blipFill>
          <a:blip r:embed="rId7"/>
          <a:stretch/>
        </p:blipFill>
        <p:spPr>
          <a:xfrm>
            <a:off x="5033880" y="2724840"/>
            <a:ext cx="1605600" cy="342360"/>
          </a:xfrm>
          <a:prstGeom prst="rect">
            <a:avLst/>
          </a:prstGeom>
          <a:ln>
            <a:noFill/>
          </a:ln>
        </p:spPr>
      </p:pic>
      <p:pic>
        <p:nvPicPr>
          <p:cNvPr id="513" name="Picture 7" descr=""/>
          <p:cNvPicPr/>
          <p:nvPr/>
        </p:nvPicPr>
        <p:blipFill>
          <a:blip r:embed="rId8"/>
          <a:stretch/>
        </p:blipFill>
        <p:spPr>
          <a:xfrm>
            <a:off x="471240" y="3504600"/>
            <a:ext cx="1114200" cy="1580400"/>
          </a:xfrm>
          <a:prstGeom prst="rect">
            <a:avLst/>
          </a:prstGeom>
          <a:ln>
            <a:noFill/>
          </a:ln>
        </p:spPr>
      </p:pic>
      <p:pic>
        <p:nvPicPr>
          <p:cNvPr id="514" name="Picture 2" descr=""/>
          <p:cNvPicPr/>
          <p:nvPr/>
        </p:nvPicPr>
        <p:blipFill>
          <a:blip r:embed="rId9"/>
          <a:stretch/>
        </p:blipFill>
        <p:spPr>
          <a:xfrm>
            <a:off x="7471080" y="3767400"/>
            <a:ext cx="1133280" cy="947520"/>
          </a:xfrm>
          <a:prstGeom prst="rect">
            <a:avLst/>
          </a:prstGeom>
          <a:ln>
            <a:noFill/>
          </a:ln>
        </p:spPr>
      </p:pic>
    </p:spTree>
  </p:cSld>
  <p:transition spd="med">
    <p:split dir="out" orient="horz"/>
  </p:transition>
  <p:timing>
    <p:tnLst>
      <p:par>
        <p:cTn id="200" dur="indefinite" restart="never" nodeType="tmRoot">
          <p:childTnLst>
            <p:seq>
              <p:cTn id="201" nodeType="mainSeq"/>
              <p:prevCondLst>
                <p:cond delay="0" evt="onPrev">
                  <p:tgtEl>
                    <p:sldTgt/>
                  </p:tgtEl>
                </p:cond>
              </p:prevCondLst>
              <p:nextCondLst>
                <p:cond delay="0" evt="onNext">
                  <p:tgtEl>
                    <p:sldTgt/>
                  </p:tgtEl>
                </p:cond>
              </p:nextCondLst>
            </p:seq>
          </p:childTnLst>
        </p:cTn>
      </p:par>
    </p:tnLst>
  </p:timing>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15" name="table" descr=""/>
          <p:cNvPicPr/>
          <p:nvPr/>
        </p:nvPicPr>
        <p:blipFill>
          <a:blip r:embed="rId1"/>
          <a:stretch/>
        </p:blipFill>
        <p:spPr>
          <a:xfrm>
            <a:off x="1080" y="6240960"/>
            <a:ext cx="9142560" cy="620280"/>
          </a:xfrm>
          <a:prstGeom prst="rect">
            <a:avLst/>
          </a:prstGeom>
          <a:ln>
            <a:noFill/>
          </a:ln>
        </p:spPr>
      </p:pic>
      <p:pic>
        <p:nvPicPr>
          <p:cNvPr id="516" name="Image 3" descr=""/>
          <p:cNvPicPr/>
          <p:nvPr/>
        </p:nvPicPr>
        <p:blipFill>
          <a:blip r:embed="rId2"/>
          <a:stretch/>
        </p:blipFill>
        <p:spPr>
          <a:xfrm>
            <a:off x="7524360" y="188640"/>
            <a:ext cx="1104120" cy="1583640"/>
          </a:xfrm>
          <a:prstGeom prst="rect">
            <a:avLst/>
          </a:prstGeom>
          <a:ln>
            <a:noFill/>
          </a:ln>
        </p:spPr>
      </p:pic>
      <p:pic>
        <p:nvPicPr>
          <p:cNvPr id="517" name="Image 4" descr=""/>
          <p:cNvPicPr/>
          <p:nvPr/>
        </p:nvPicPr>
        <p:blipFill>
          <a:blip r:embed="rId3"/>
          <a:stretch/>
        </p:blipFill>
        <p:spPr>
          <a:xfrm>
            <a:off x="7136280" y="1917000"/>
            <a:ext cx="1608480" cy="676440"/>
          </a:xfrm>
          <a:prstGeom prst="rect">
            <a:avLst/>
          </a:prstGeom>
          <a:ln>
            <a:noFill/>
          </a:ln>
        </p:spPr>
      </p:pic>
      <p:sp>
        <p:nvSpPr>
          <p:cNvPr id="518" name="CustomShape 1"/>
          <p:cNvSpPr/>
          <p:nvPr/>
        </p:nvSpPr>
        <p:spPr>
          <a:xfrm>
            <a:off x="487440" y="188640"/>
            <a:ext cx="6765120" cy="7402320"/>
          </a:xfrm>
          <a:prstGeom prst="rect">
            <a:avLst/>
          </a:prstGeom>
          <a:noFill/>
          <a:ln>
            <a:noFill/>
          </a:ln>
        </p:spPr>
        <p:style>
          <a:lnRef idx="0"/>
          <a:fillRef idx="0"/>
          <a:effectRef idx="0"/>
          <a:fontRef idx="minor"/>
        </p:style>
        <p:txBody>
          <a:bodyPr lIns="90000" rIns="90000" tIns="45000" bIns="45000"/>
          <a:p>
            <a:pPr>
              <a:lnSpc>
                <a:spcPct val="100000"/>
              </a:lnSpc>
            </a:pPr>
            <a:r>
              <a:rPr b="1" lang="fr-FR" sz="4000" spc="-1" strike="noStrike">
                <a:solidFill>
                  <a:srgbClr val="ce0f69"/>
                </a:solidFill>
                <a:uFill>
                  <a:solidFill>
                    <a:srgbClr val="ffffff"/>
                  </a:solidFill>
                </a:uFill>
                <a:latin typeface="Arial"/>
              </a:rPr>
              <a:t>Adess du Pays de Morlaix / TAg29</a:t>
            </a:r>
            <a:endParaRPr b="0" lang="fr-FR" sz="4000" spc="-1" strike="noStrike">
              <a:solidFill>
                <a:srgbClr val="000000"/>
              </a:solidFill>
              <a:uFill>
                <a:solidFill>
                  <a:srgbClr val="ffffff"/>
                </a:solidFill>
              </a:uFill>
              <a:latin typeface="Arial"/>
            </a:endParaRPr>
          </a:p>
          <a:p>
            <a:pPr>
              <a:lnSpc>
                <a:spcPct val="100000"/>
              </a:lnSpc>
            </a:pPr>
            <a:endParaRPr b="0" lang="fr-FR" sz="4000" spc="-1" strike="noStrike">
              <a:solidFill>
                <a:srgbClr val="000000"/>
              </a:solidFill>
              <a:uFill>
                <a:solidFill>
                  <a:srgbClr val="ffffff"/>
                </a:solidFill>
              </a:uFill>
              <a:latin typeface="Arial"/>
            </a:endParaRPr>
          </a:p>
          <a:p>
            <a:pPr algn="ctr">
              <a:lnSpc>
                <a:spcPct val="100000"/>
              </a:lnSpc>
            </a:pPr>
            <a:r>
              <a:rPr b="1" lang="fr-FR" sz="2600" spc="-1" strike="noStrike">
                <a:solidFill>
                  <a:srgbClr val="ce0f69"/>
                </a:solidFill>
                <a:uFill>
                  <a:solidFill>
                    <a:srgbClr val="ffffff"/>
                  </a:solidFill>
                </a:uFill>
                <a:latin typeface="Arial"/>
              </a:rPr>
              <a:t>Rendez-vous primo-accueil</a:t>
            </a:r>
            <a:endParaRPr b="0" lang="fr-FR" sz="2600" spc="-1" strike="noStrike">
              <a:solidFill>
                <a:srgbClr val="000000"/>
              </a:solidFill>
              <a:uFill>
                <a:solidFill>
                  <a:srgbClr val="ffffff"/>
                </a:solidFill>
              </a:uFill>
              <a:latin typeface="Arial"/>
            </a:endParaRPr>
          </a:p>
          <a:p>
            <a:pPr algn="ctr">
              <a:lnSpc>
                <a:spcPct val="100000"/>
              </a:lnSpc>
            </a:pPr>
            <a:endParaRPr b="0" lang="fr-FR" sz="2600" spc="-1" strike="noStrike">
              <a:solidFill>
                <a:srgbClr val="000000"/>
              </a:solidFill>
              <a:uFill>
                <a:solidFill>
                  <a:srgbClr val="ffffff"/>
                </a:solidFill>
              </a:uFill>
              <a:latin typeface="Arial"/>
            </a:endParaRPr>
          </a:p>
          <a:p>
            <a:pPr algn="ctr">
              <a:lnSpc>
                <a:spcPct val="100000"/>
              </a:lnSpc>
            </a:pPr>
            <a:endParaRPr b="0" lang="fr-FR" sz="2600" spc="-1" strike="noStrike">
              <a:solidFill>
                <a:srgbClr val="000000"/>
              </a:solidFill>
              <a:uFill>
                <a:solidFill>
                  <a:srgbClr val="ffffff"/>
                </a:solidFill>
              </a:uFill>
              <a:latin typeface="Arial"/>
            </a:endParaRPr>
          </a:p>
          <a:p>
            <a:pPr algn="ctr">
              <a:lnSpc>
                <a:spcPct val="100000"/>
              </a:lnSpc>
            </a:pPr>
            <a:r>
              <a:rPr b="1" lang="fr-FR" sz="2600" spc="-1" strike="noStrike">
                <a:solidFill>
                  <a:srgbClr val="ce0f69"/>
                </a:solidFill>
                <a:uFill>
                  <a:solidFill>
                    <a:srgbClr val="ffffff"/>
                  </a:solidFill>
                </a:uFill>
                <a:latin typeface="Arial"/>
              </a:rPr>
              <a:t>Orientation vers les structures du PLA</a:t>
            </a:r>
            <a:endParaRPr b="0" lang="fr-FR" sz="2600" spc="-1" strike="noStrike">
              <a:solidFill>
                <a:srgbClr val="000000"/>
              </a:solidFill>
              <a:uFill>
                <a:solidFill>
                  <a:srgbClr val="ffffff"/>
                </a:solidFill>
              </a:uFill>
              <a:latin typeface="Arial"/>
            </a:endParaRPr>
          </a:p>
          <a:p>
            <a:pPr algn="ctr">
              <a:lnSpc>
                <a:spcPct val="100000"/>
              </a:lnSpc>
            </a:pPr>
            <a:endParaRPr b="0" lang="fr-FR" sz="2600" spc="-1" strike="noStrike">
              <a:solidFill>
                <a:srgbClr val="000000"/>
              </a:solidFill>
              <a:uFill>
                <a:solidFill>
                  <a:srgbClr val="ffffff"/>
                </a:solidFill>
              </a:uFill>
              <a:latin typeface="Arial"/>
            </a:endParaRPr>
          </a:p>
          <a:p>
            <a:pPr algn="ctr">
              <a:lnSpc>
                <a:spcPct val="100000"/>
              </a:lnSpc>
            </a:pPr>
            <a:r>
              <a:rPr b="1" lang="fr-FR" sz="2600" spc="-1" strike="noStrike">
                <a:solidFill>
                  <a:srgbClr val="ce0f69"/>
                </a:solidFill>
                <a:uFill>
                  <a:solidFill>
                    <a:srgbClr val="ffffff"/>
                  </a:solidFill>
                </a:uFill>
                <a:latin typeface="Arial"/>
              </a:rPr>
              <a:t>Et/ou :</a:t>
            </a:r>
            <a:endParaRPr b="0" lang="fr-FR" sz="2600" spc="-1" strike="noStrike">
              <a:solidFill>
                <a:srgbClr val="000000"/>
              </a:solidFill>
              <a:uFill>
                <a:solidFill>
                  <a:srgbClr val="ffffff"/>
                </a:solidFill>
              </a:uFill>
              <a:latin typeface="Arial"/>
            </a:endParaRPr>
          </a:p>
          <a:p>
            <a:pPr algn="ctr">
              <a:lnSpc>
                <a:spcPct val="100000"/>
              </a:lnSpc>
            </a:pPr>
            <a:r>
              <a:rPr b="1" lang="fr-FR" sz="2600" spc="-1" strike="noStrike">
                <a:solidFill>
                  <a:srgbClr val="ce0f69"/>
                </a:solidFill>
                <a:uFill>
                  <a:solidFill>
                    <a:srgbClr val="ffffff"/>
                  </a:solidFill>
                </a:uFill>
                <a:latin typeface="Arial"/>
              </a:rPr>
              <a:t>Idéateur</a:t>
            </a:r>
            <a:endParaRPr b="0" lang="fr-FR" sz="2600" spc="-1" strike="noStrike">
              <a:solidFill>
                <a:srgbClr val="000000"/>
              </a:solidFill>
              <a:uFill>
                <a:solidFill>
                  <a:srgbClr val="ffffff"/>
                </a:solidFill>
              </a:uFill>
              <a:latin typeface="Arial"/>
            </a:endParaRPr>
          </a:p>
          <a:p>
            <a:pPr algn="ctr">
              <a:lnSpc>
                <a:spcPct val="100000"/>
              </a:lnSpc>
            </a:pPr>
            <a:endParaRPr b="0" lang="fr-FR" sz="2600" spc="-1" strike="noStrike">
              <a:solidFill>
                <a:srgbClr val="000000"/>
              </a:solidFill>
              <a:uFill>
                <a:solidFill>
                  <a:srgbClr val="ffffff"/>
                </a:solidFill>
              </a:uFill>
              <a:latin typeface="Arial"/>
            </a:endParaRPr>
          </a:p>
          <a:p>
            <a:pPr algn="ctr">
              <a:lnSpc>
                <a:spcPct val="100000"/>
              </a:lnSpc>
            </a:pPr>
            <a:r>
              <a:rPr b="1" lang="fr-FR" sz="2600" spc="-1" strike="noStrike">
                <a:solidFill>
                  <a:srgbClr val="ce0f69"/>
                </a:solidFill>
                <a:uFill>
                  <a:solidFill>
                    <a:srgbClr val="ffffff"/>
                  </a:solidFill>
                </a:uFill>
                <a:latin typeface="Arial"/>
              </a:rPr>
              <a:t>Incubateur</a:t>
            </a:r>
            <a:endParaRPr b="0" lang="fr-FR" sz="2600" spc="-1" strike="noStrike">
              <a:solidFill>
                <a:srgbClr val="000000"/>
              </a:solidFill>
              <a:uFill>
                <a:solidFill>
                  <a:srgbClr val="ffffff"/>
                </a:solidFill>
              </a:uFill>
              <a:latin typeface="Arial"/>
            </a:endParaRPr>
          </a:p>
          <a:p>
            <a:pPr>
              <a:lnSpc>
                <a:spcPct val="100000"/>
              </a:lnSpc>
            </a:pPr>
            <a:endParaRPr b="0" lang="fr-FR" sz="2600" spc="-1" strike="noStrike">
              <a:solidFill>
                <a:srgbClr val="000000"/>
              </a:solidFill>
              <a:uFill>
                <a:solidFill>
                  <a:srgbClr val="ffffff"/>
                </a:solidFill>
              </a:uFill>
              <a:latin typeface="Arial"/>
            </a:endParaRPr>
          </a:p>
          <a:p>
            <a:pPr>
              <a:lnSpc>
                <a:spcPct val="100000"/>
              </a:lnSpc>
            </a:pPr>
            <a:endParaRPr b="0" lang="fr-FR" sz="2600" spc="-1" strike="noStrike">
              <a:solidFill>
                <a:srgbClr val="000000"/>
              </a:solidFill>
              <a:uFill>
                <a:solidFill>
                  <a:srgbClr val="ffffff"/>
                </a:solidFill>
              </a:uFill>
              <a:latin typeface="Arial"/>
            </a:endParaRPr>
          </a:p>
          <a:p>
            <a:pPr>
              <a:lnSpc>
                <a:spcPct val="100000"/>
              </a:lnSpc>
            </a:pPr>
            <a:endParaRPr b="0" lang="fr-FR" sz="2600" spc="-1" strike="noStrike">
              <a:solidFill>
                <a:srgbClr val="000000"/>
              </a:solidFill>
              <a:uFill>
                <a:solidFill>
                  <a:srgbClr val="ffffff"/>
                </a:solidFill>
              </a:uFill>
              <a:latin typeface="Arial"/>
            </a:endParaRPr>
          </a:p>
          <a:p>
            <a:pPr>
              <a:lnSpc>
                <a:spcPct val="100000"/>
              </a:lnSpc>
            </a:pPr>
            <a:endParaRPr b="0" lang="fr-FR" sz="2600" spc="-1" strike="noStrike">
              <a:solidFill>
                <a:srgbClr val="000000"/>
              </a:solidFill>
              <a:uFill>
                <a:solidFill>
                  <a:srgbClr val="ffffff"/>
                </a:solidFill>
              </a:uFill>
              <a:latin typeface="Arial"/>
            </a:endParaRPr>
          </a:p>
          <a:p>
            <a:pPr>
              <a:lnSpc>
                <a:spcPct val="100000"/>
              </a:lnSpc>
            </a:pPr>
            <a:endParaRPr b="0" lang="fr-FR" sz="2600" spc="-1" strike="noStrike">
              <a:solidFill>
                <a:srgbClr val="000000"/>
              </a:solidFill>
              <a:uFill>
                <a:solidFill>
                  <a:srgbClr val="ffffff"/>
                </a:solidFill>
              </a:uFill>
              <a:latin typeface="Arial"/>
            </a:endParaRPr>
          </a:p>
        </p:txBody>
      </p:sp>
      <p:sp>
        <p:nvSpPr>
          <p:cNvPr id="519" name="Line 2"/>
          <p:cNvSpPr/>
          <p:nvPr/>
        </p:nvSpPr>
        <p:spPr>
          <a:xfrm>
            <a:off x="3960000" y="2520000"/>
            <a:ext cx="0" cy="720000"/>
          </a:xfrm>
          <a:prstGeom prst="line">
            <a:avLst/>
          </a:prstGeom>
          <a:ln w="9360">
            <a:solidFill>
              <a:srgbClr val="c42321"/>
            </a:solidFill>
            <a:miter/>
            <a:tailEnd len="med" type="triangle" w="med"/>
          </a:ln>
        </p:spPr>
        <p:style>
          <a:lnRef idx="0"/>
          <a:fillRef idx="0"/>
          <a:effectRef idx="0"/>
          <a:fontRef idx="minor"/>
        </p:style>
      </p:sp>
    </p:spTree>
  </p:cSld>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0" name="CustomShape 1"/>
          <p:cNvSpPr/>
          <p:nvPr/>
        </p:nvSpPr>
        <p:spPr>
          <a:xfrm>
            <a:off x="3862800" y="848520"/>
            <a:ext cx="5054400" cy="699840"/>
          </a:xfrm>
          <a:prstGeom prst="rect">
            <a:avLst/>
          </a:prstGeom>
          <a:noFill/>
          <a:ln>
            <a:noFill/>
          </a:ln>
        </p:spPr>
        <p:style>
          <a:lnRef idx="0"/>
          <a:fillRef idx="0"/>
          <a:effectRef idx="0"/>
          <a:fontRef idx="minor"/>
        </p:style>
        <p:txBody>
          <a:bodyPr lIns="90000" rIns="90000" tIns="45000" bIns="45000"/>
          <a:p>
            <a:r>
              <a:rPr b="0" lang="fr-FR" sz="4000" spc="-1" strike="noStrike">
                <a:solidFill>
                  <a:srgbClr val="000000"/>
                </a:solidFill>
                <a:uFill>
                  <a:solidFill>
                    <a:srgbClr val="ffffff"/>
                  </a:solidFill>
                </a:uFill>
                <a:latin typeface="Quicksand Book"/>
              </a:rPr>
              <a:t>3 fonctions</a:t>
            </a:r>
            <a:endParaRPr b="0" lang="fr-FR" sz="4000" spc="-1" strike="noStrike">
              <a:solidFill>
                <a:srgbClr val="000000"/>
              </a:solidFill>
              <a:uFill>
                <a:solidFill>
                  <a:srgbClr val="ffffff"/>
                </a:solidFill>
              </a:uFill>
              <a:latin typeface="Arial"/>
            </a:endParaRPr>
          </a:p>
        </p:txBody>
      </p:sp>
      <p:pic>
        <p:nvPicPr>
          <p:cNvPr id="521" name="Image 4" descr=""/>
          <p:cNvPicPr/>
          <p:nvPr/>
        </p:nvPicPr>
        <p:blipFill>
          <a:blip r:embed="rId1"/>
          <a:stretch/>
        </p:blipFill>
        <p:spPr>
          <a:xfrm>
            <a:off x="68400" y="1714320"/>
            <a:ext cx="2397960" cy="3705120"/>
          </a:xfrm>
          <a:prstGeom prst="rect">
            <a:avLst/>
          </a:prstGeom>
          <a:ln>
            <a:noFill/>
          </a:ln>
        </p:spPr>
      </p:pic>
      <p:pic>
        <p:nvPicPr>
          <p:cNvPr id="522" name="" descr=""/>
          <p:cNvPicPr/>
          <p:nvPr/>
        </p:nvPicPr>
        <p:blipFill>
          <a:blip r:embed="rId2"/>
          <a:srcRect l="6499" t="0" r="6499" b="0"/>
          <a:stretch/>
        </p:blipFill>
        <p:spPr>
          <a:xfrm>
            <a:off x="2538360" y="45360"/>
            <a:ext cx="6601680" cy="6814440"/>
          </a:xfrm>
          <a:prstGeom prst="rect">
            <a:avLst/>
          </a:prstGeom>
          <a:ln>
            <a:noFill/>
          </a:ln>
        </p:spPr>
      </p:pic>
    </p:spTree>
  </p:cSld>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3" name="CustomShape 1"/>
          <p:cNvSpPr/>
          <p:nvPr/>
        </p:nvSpPr>
        <p:spPr>
          <a:xfrm>
            <a:off x="395640" y="-79920"/>
            <a:ext cx="4571640" cy="943920"/>
          </a:xfrm>
          <a:prstGeom prst="rect">
            <a:avLst/>
          </a:prstGeom>
          <a:noFill/>
          <a:ln>
            <a:noFill/>
          </a:ln>
        </p:spPr>
        <p:style>
          <a:lnRef idx="0"/>
          <a:fillRef idx="0"/>
          <a:effectRef idx="0"/>
          <a:fontRef idx="minor"/>
        </p:style>
        <p:txBody>
          <a:bodyPr lIns="90000" rIns="90000" tIns="45000" bIns="45000"/>
          <a:p>
            <a:pPr>
              <a:lnSpc>
                <a:spcPct val="100000"/>
              </a:lnSpc>
            </a:pPr>
            <a:endParaRPr b="0" lang="fr-FR" sz="1800" spc="-1" strike="noStrike">
              <a:solidFill>
                <a:srgbClr val="000000"/>
              </a:solidFill>
              <a:uFill>
                <a:solidFill>
                  <a:srgbClr val="ffffff"/>
                </a:solidFill>
              </a:uFill>
              <a:latin typeface="Arial"/>
            </a:endParaRPr>
          </a:p>
          <a:p>
            <a:pPr>
              <a:lnSpc>
                <a:spcPct val="100000"/>
              </a:lnSpc>
            </a:pPr>
            <a:r>
              <a:rPr b="1" lang="fr-FR" sz="3600" spc="-1" strike="noStrike">
                <a:solidFill>
                  <a:srgbClr val="ce0f69"/>
                </a:solidFill>
                <a:uFill>
                  <a:solidFill>
                    <a:srgbClr val="ffffff"/>
                  </a:solidFill>
                </a:uFill>
                <a:latin typeface="Arial"/>
              </a:rPr>
              <a:t>CONTACTS : </a:t>
            </a:r>
            <a:endParaRPr b="0" lang="fr-FR" sz="3600" spc="-1" strike="noStrike">
              <a:solidFill>
                <a:srgbClr val="000000"/>
              </a:solidFill>
              <a:uFill>
                <a:solidFill>
                  <a:srgbClr val="ffffff"/>
                </a:solidFill>
              </a:uFill>
              <a:latin typeface="Arial"/>
            </a:endParaRPr>
          </a:p>
        </p:txBody>
      </p:sp>
      <p:sp>
        <p:nvSpPr>
          <p:cNvPr id="524" name="CustomShape 2"/>
          <p:cNvSpPr/>
          <p:nvPr/>
        </p:nvSpPr>
        <p:spPr>
          <a:xfrm>
            <a:off x="3564000" y="469080"/>
            <a:ext cx="5184360" cy="2771640"/>
          </a:xfrm>
          <a:prstGeom prst="rect">
            <a:avLst/>
          </a:prstGeom>
          <a:noFill/>
          <a:ln>
            <a:noFill/>
          </a:ln>
        </p:spPr>
        <p:style>
          <a:lnRef idx="0"/>
          <a:fillRef idx="0"/>
          <a:effectRef idx="0"/>
          <a:fontRef idx="minor"/>
        </p:style>
        <p:txBody>
          <a:bodyPr lIns="90000" rIns="90000" tIns="45000" bIns="45000"/>
          <a:p>
            <a:pPr>
              <a:lnSpc>
                <a:spcPct val="100000"/>
              </a:lnSpc>
            </a:pPr>
            <a:endParaRPr b="0" lang="fr-FR" sz="1800" spc="-1" strike="noStrike">
              <a:solidFill>
                <a:srgbClr val="000000"/>
              </a:solidFill>
              <a:uFill>
                <a:solidFill>
                  <a:srgbClr val="ffffff"/>
                </a:solidFill>
              </a:uFill>
              <a:latin typeface="Arial"/>
            </a:endParaRPr>
          </a:p>
          <a:p>
            <a:pPr>
              <a:lnSpc>
                <a:spcPct val="100000"/>
              </a:lnSpc>
            </a:pPr>
            <a:r>
              <a:rPr b="1" lang="fr-FR" sz="1800" spc="-1" strike="noStrike">
                <a:solidFill>
                  <a:srgbClr val="ce0f69"/>
                </a:solidFill>
                <a:uFill>
                  <a:solidFill>
                    <a:srgbClr val="ffffff"/>
                  </a:solidFill>
                </a:uFill>
                <a:latin typeface="Arial"/>
              </a:rPr>
              <a:t>Béatrice Decroux, Responsable du Pôle Entrepreneuriat et Formalités, CCIMBO Morlaix</a:t>
            </a:r>
            <a:endParaRPr b="0" lang="fr-FR" sz="1800" spc="-1" strike="noStrike">
              <a:solidFill>
                <a:srgbClr val="000000"/>
              </a:solidFill>
              <a:uFill>
                <a:solidFill>
                  <a:srgbClr val="ffffff"/>
                </a:solidFill>
              </a:uFill>
              <a:latin typeface="Arial"/>
            </a:endParaRPr>
          </a:p>
          <a:p>
            <a:pPr>
              <a:lnSpc>
                <a:spcPct val="100000"/>
              </a:lnSpc>
            </a:pPr>
            <a:r>
              <a:rPr b="0" lang="fr-FR" sz="1800" spc="-1" strike="noStrike">
                <a:solidFill>
                  <a:srgbClr val="000000"/>
                </a:solidFill>
                <a:uFill>
                  <a:solidFill>
                    <a:srgbClr val="ffffff"/>
                  </a:solidFill>
                </a:uFill>
                <a:latin typeface="Arial"/>
              </a:rPr>
              <a:t>Aéroport CS 27934, 29679 Morlaix Cedex </a:t>
            </a:r>
            <a:endParaRPr b="0" lang="fr-FR" sz="1800" spc="-1" strike="noStrike">
              <a:solidFill>
                <a:srgbClr val="000000"/>
              </a:solidFill>
              <a:uFill>
                <a:solidFill>
                  <a:srgbClr val="ffffff"/>
                </a:solidFill>
              </a:uFill>
              <a:latin typeface="Arial"/>
            </a:endParaRPr>
          </a:p>
          <a:p>
            <a:pPr>
              <a:lnSpc>
                <a:spcPct val="100000"/>
              </a:lnSpc>
            </a:pPr>
            <a:r>
              <a:rPr b="0" lang="fr-FR" sz="1800" spc="-1" strike="noStrike">
                <a:solidFill>
                  <a:srgbClr val="000000"/>
                </a:solidFill>
                <a:uFill>
                  <a:solidFill>
                    <a:srgbClr val="ffffff"/>
                  </a:solidFill>
                </a:uFill>
                <a:latin typeface="Arial"/>
              </a:rPr>
              <a:t>T. 02 98 62 39 39 – F. 02 98 62 39 50 </a:t>
            </a:r>
            <a:endParaRPr b="0" lang="fr-FR" sz="1800" spc="-1" strike="noStrike">
              <a:solidFill>
                <a:srgbClr val="000000"/>
              </a:solidFill>
              <a:uFill>
                <a:solidFill>
                  <a:srgbClr val="ffffff"/>
                </a:solidFill>
              </a:uFill>
              <a:latin typeface="Arial"/>
            </a:endParaRPr>
          </a:p>
          <a:p>
            <a:pPr>
              <a:lnSpc>
                <a:spcPct val="100000"/>
              </a:lnSpc>
            </a:pPr>
            <a:r>
              <a:rPr b="0" lang="fr-FR" sz="1800" spc="-1" strike="noStrike" u="sng">
                <a:solidFill>
                  <a:srgbClr val="0000ff"/>
                </a:solidFill>
                <a:uFill>
                  <a:solidFill>
                    <a:srgbClr val="ffffff"/>
                  </a:solidFill>
                </a:uFill>
                <a:latin typeface="Arial"/>
                <a:hlinkClick r:id="rId1"/>
              </a:rPr>
              <a:t>www.bretagne-ouest.cci.bzh</a:t>
            </a:r>
            <a:endParaRPr b="0" lang="fr-FR" sz="1800" spc="-1" strike="noStrike">
              <a:solidFill>
                <a:srgbClr val="000000"/>
              </a:solidFill>
              <a:uFill>
                <a:solidFill>
                  <a:srgbClr val="ffffff"/>
                </a:solidFill>
              </a:uFill>
              <a:latin typeface="Arial"/>
            </a:endParaRPr>
          </a:p>
          <a:p>
            <a:pPr>
              <a:lnSpc>
                <a:spcPct val="100000"/>
              </a:lnSpc>
            </a:pPr>
            <a:r>
              <a:rPr b="0" lang="fr-FR" sz="1800" spc="-1" strike="noStrike" u="sng">
                <a:solidFill>
                  <a:srgbClr val="0000ff"/>
                </a:solidFill>
                <a:uFill>
                  <a:solidFill>
                    <a:srgbClr val="ffffff"/>
                  </a:solidFill>
                </a:uFill>
                <a:latin typeface="Arial"/>
                <a:hlinkClick r:id="rId2"/>
              </a:rPr>
              <a:t>entreprendre.morlaix@bretagne-ouest.cci.bzh</a:t>
            </a:r>
            <a:endParaRPr b="0" lang="fr-FR" sz="1800" spc="-1" strike="noStrike">
              <a:solidFill>
                <a:srgbClr val="000000"/>
              </a:solidFill>
              <a:uFill>
                <a:solidFill>
                  <a:srgbClr val="ffffff"/>
                </a:solidFill>
              </a:uFill>
              <a:latin typeface="Arial"/>
            </a:endParaRPr>
          </a:p>
          <a:p>
            <a:pPr>
              <a:lnSpc>
                <a:spcPct val="100000"/>
              </a:lnSpc>
            </a:pPr>
            <a:r>
              <a:rPr b="0" lang="fr-FR" sz="1800" spc="-1" strike="noStrike">
                <a:solidFill>
                  <a:srgbClr val="000000"/>
                </a:solidFill>
                <a:uFill>
                  <a:solidFill>
                    <a:srgbClr val="ffffff"/>
                  </a:solidFill>
                </a:uFill>
                <a:latin typeface="Arial"/>
              </a:rPr>
              <a:t> </a:t>
            </a:r>
            <a:endParaRPr b="0" lang="fr-FR" sz="1800" spc="-1" strike="noStrike">
              <a:solidFill>
                <a:srgbClr val="000000"/>
              </a:solidFill>
              <a:uFill>
                <a:solidFill>
                  <a:srgbClr val="ffffff"/>
                </a:solidFill>
              </a:uFill>
              <a:latin typeface="Arial"/>
            </a:endParaRPr>
          </a:p>
          <a:p>
            <a:pPr>
              <a:lnSpc>
                <a:spcPct val="100000"/>
              </a:lnSpc>
            </a:pPr>
            <a:endParaRPr b="0" lang="fr-FR" sz="1800" spc="-1" strike="noStrike">
              <a:solidFill>
                <a:srgbClr val="000000"/>
              </a:solidFill>
              <a:uFill>
                <a:solidFill>
                  <a:srgbClr val="ffffff"/>
                </a:solidFill>
              </a:uFill>
              <a:latin typeface="Arial"/>
            </a:endParaRPr>
          </a:p>
        </p:txBody>
      </p:sp>
      <p:pic>
        <p:nvPicPr>
          <p:cNvPr id="525" name="Picture 2" descr=""/>
          <p:cNvPicPr/>
          <p:nvPr/>
        </p:nvPicPr>
        <p:blipFill>
          <a:blip r:embed="rId3"/>
          <a:stretch/>
        </p:blipFill>
        <p:spPr>
          <a:xfrm>
            <a:off x="648000" y="2734200"/>
            <a:ext cx="1331280" cy="1389240"/>
          </a:xfrm>
          <a:prstGeom prst="rect">
            <a:avLst/>
          </a:prstGeom>
          <a:ln>
            <a:noFill/>
          </a:ln>
        </p:spPr>
      </p:pic>
      <p:sp>
        <p:nvSpPr>
          <p:cNvPr id="526" name="CustomShape 3"/>
          <p:cNvSpPr/>
          <p:nvPr/>
        </p:nvSpPr>
        <p:spPr>
          <a:xfrm>
            <a:off x="3564000" y="2755080"/>
            <a:ext cx="4571640" cy="1979640"/>
          </a:xfrm>
          <a:prstGeom prst="rect">
            <a:avLst/>
          </a:prstGeom>
          <a:noFill/>
          <a:ln>
            <a:noFill/>
          </a:ln>
        </p:spPr>
        <p:style>
          <a:lnRef idx="0"/>
          <a:fillRef idx="0"/>
          <a:effectRef idx="0"/>
          <a:fontRef idx="minor"/>
        </p:style>
        <p:txBody>
          <a:bodyPr lIns="90000" rIns="90000" tIns="45000" bIns="45000"/>
          <a:p>
            <a:pPr>
              <a:lnSpc>
                <a:spcPct val="100000"/>
              </a:lnSpc>
            </a:pPr>
            <a:r>
              <a:rPr b="1" lang="fr-FR" sz="1800" spc="-1" strike="noStrike">
                <a:solidFill>
                  <a:srgbClr val="ce0f69"/>
                </a:solidFill>
                <a:uFill>
                  <a:solidFill>
                    <a:srgbClr val="ffffff"/>
                  </a:solidFill>
                </a:uFill>
                <a:latin typeface="Arial"/>
              </a:rPr>
              <a:t>Sophie Ollivier, Responsable de l’antenne de Morlaix, CMA 29</a:t>
            </a:r>
            <a:endParaRPr b="0" lang="fr-FR" sz="1800" spc="-1" strike="noStrike">
              <a:solidFill>
                <a:srgbClr val="000000"/>
              </a:solidFill>
              <a:uFill>
                <a:solidFill>
                  <a:srgbClr val="ffffff"/>
                </a:solidFill>
              </a:uFill>
              <a:latin typeface="Arial"/>
            </a:endParaRPr>
          </a:p>
          <a:p>
            <a:pPr>
              <a:lnSpc>
                <a:spcPct val="100000"/>
              </a:lnSpc>
            </a:pPr>
            <a:r>
              <a:rPr b="0" lang="fr-FR" sz="1800" spc="-1" strike="noStrike">
                <a:solidFill>
                  <a:srgbClr val="000000"/>
                </a:solidFill>
                <a:uFill>
                  <a:solidFill>
                    <a:srgbClr val="ffffff"/>
                  </a:solidFill>
                </a:uFill>
                <a:latin typeface="Arial"/>
              </a:rPr>
              <a:t>Aéroport CS 50908, 29679 Morlaix Cedex </a:t>
            </a:r>
            <a:endParaRPr b="0" lang="fr-FR" sz="1800" spc="-1" strike="noStrike">
              <a:solidFill>
                <a:srgbClr val="000000"/>
              </a:solidFill>
              <a:uFill>
                <a:solidFill>
                  <a:srgbClr val="ffffff"/>
                </a:solidFill>
              </a:uFill>
              <a:latin typeface="Arial"/>
            </a:endParaRPr>
          </a:p>
          <a:p>
            <a:pPr>
              <a:lnSpc>
                <a:spcPct val="100000"/>
              </a:lnSpc>
            </a:pPr>
            <a:r>
              <a:rPr b="0" lang="fr-FR" sz="1800" spc="-1" strike="noStrike">
                <a:solidFill>
                  <a:srgbClr val="000000"/>
                </a:solidFill>
                <a:uFill>
                  <a:solidFill>
                    <a:srgbClr val="ffffff"/>
                  </a:solidFill>
                </a:uFill>
                <a:latin typeface="Arial"/>
              </a:rPr>
              <a:t>T. 02 98 88 13 60 – F. 02 98 63 45 32</a:t>
            </a:r>
            <a:endParaRPr b="0" lang="fr-FR" sz="1800" spc="-1" strike="noStrike">
              <a:solidFill>
                <a:srgbClr val="000000"/>
              </a:solidFill>
              <a:uFill>
                <a:solidFill>
                  <a:srgbClr val="ffffff"/>
                </a:solidFill>
              </a:uFill>
              <a:latin typeface="Arial"/>
            </a:endParaRPr>
          </a:p>
          <a:p>
            <a:pPr>
              <a:lnSpc>
                <a:spcPct val="100000"/>
              </a:lnSpc>
            </a:pPr>
            <a:r>
              <a:rPr b="0" lang="fr-FR" sz="1800" spc="-1" strike="noStrike" u="sng">
                <a:solidFill>
                  <a:srgbClr val="0000ff"/>
                </a:solidFill>
                <a:uFill>
                  <a:solidFill>
                    <a:srgbClr val="ffffff"/>
                  </a:solidFill>
                </a:uFill>
                <a:latin typeface="Arial"/>
                <a:hlinkClick r:id="rId4"/>
              </a:rPr>
              <a:t>www.cma29.bzh</a:t>
            </a:r>
            <a:endParaRPr b="0" lang="fr-FR" sz="1800" spc="-1" strike="noStrike">
              <a:solidFill>
                <a:srgbClr val="000000"/>
              </a:solidFill>
              <a:uFill>
                <a:solidFill>
                  <a:srgbClr val="ffffff"/>
                </a:solidFill>
              </a:uFill>
              <a:latin typeface="Arial"/>
            </a:endParaRPr>
          </a:p>
          <a:p>
            <a:pPr>
              <a:lnSpc>
                <a:spcPct val="100000"/>
              </a:lnSpc>
            </a:pPr>
            <a:r>
              <a:rPr b="0" lang="fr-FR" sz="1800" spc="-1" strike="noStrike" u="sng">
                <a:solidFill>
                  <a:srgbClr val="0000ff"/>
                </a:solidFill>
                <a:uFill>
                  <a:solidFill>
                    <a:srgbClr val="ffffff"/>
                  </a:solidFill>
                </a:uFill>
                <a:latin typeface="Arial"/>
                <a:hlinkClick r:id="rId5"/>
              </a:rPr>
              <a:t>sophie.ollivier@cma29.fr</a:t>
            </a:r>
            <a:endParaRPr b="0" lang="fr-FR" sz="1800" spc="-1" strike="noStrike">
              <a:solidFill>
                <a:srgbClr val="000000"/>
              </a:solidFill>
              <a:uFill>
                <a:solidFill>
                  <a:srgbClr val="ffffff"/>
                </a:solidFill>
              </a:uFill>
              <a:latin typeface="Arial"/>
            </a:endParaRPr>
          </a:p>
          <a:p>
            <a:pPr>
              <a:lnSpc>
                <a:spcPct val="100000"/>
              </a:lnSpc>
            </a:pPr>
            <a:endParaRPr b="0" lang="fr-FR" sz="1800" spc="-1" strike="noStrike">
              <a:solidFill>
                <a:srgbClr val="000000"/>
              </a:solidFill>
              <a:uFill>
                <a:solidFill>
                  <a:srgbClr val="ffffff"/>
                </a:solidFill>
              </a:uFill>
              <a:latin typeface="Arial"/>
            </a:endParaRPr>
          </a:p>
        </p:txBody>
      </p:sp>
      <p:pic>
        <p:nvPicPr>
          <p:cNvPr id="527" name="table" descr=""/>
          <p:cNvPicPr/>
          <p:nvPr/>
        </p:nvPicPr>
        <p:blipFill>
          <a:blip r:embed="rId6"/>
          <a:stretch/>
        </p:blipFill>
        <p:spPr>
          <a:xfrm>
            <a:off x="1080" y="6240960"/>
            <a:ext cx="9142560" cy="620280"/>
          </a:xfrm>
          <a:prstGeom prst="rect">
            <a:avLst/>
          </a:prstGeom>
          <a:ln>
            <a:noFill/>
          </a:ln>
        </p:spPr>
      </p:pic>
      <p:pic>
        <p:nvPicPr>
          <p:cNvPr id="528" name="Image 3" descr=""/>
          <p:cNvPicPr/>
          <p:nvPr/>
        </p:nvPicPr>
        <p:blipFill>
          <a:blip r:embed="rId7"/>
          <a:stretch/>
        </p:blipFill>
        <p:spPr>
          <a:xfrm>
            <a:off x="493200" y="1077480"/>
            <a:ext cx="2431800" cy="612360"/>
          </a:xfrm>
          <a:prstGeom prst="rect">
            <a:avLst/>
          </a:prstGeom>
          <a:ln>
            <a:noFill/>
          </a:ln>
        </p:spPr>
      </p:pic>
      <p:pic>
        <p:nvPicPr>
          <p:cNvPr id="529" name="Image 7" descr=""/>
          <p:cNvPicPr/>
          <p:nvPr/>
        </p:nvPicPr>
        <p:blipFill>
          <a:blip r:embed="rId8"/>
          <a:stretch/>
        </p:blipFill>
        <p:spPr>
          <a:xfrm>
            <a:off x="864000" y="5765760"/>
            <a:ext cx="1176480" cy="494640"/>
          </a:xfrm>
          <a:prstGeom prst="rect">
            <a:avLst/>
          </a:prstGeom>
          <a:ln>
            <a:noFill/>
          </a:ln>
        </p:spPr>
      </p:pic>
      <p:sp>
        <p:nvSpPr>
          <p:cNvPr id="530" name="CustomShape 4"/>
          <p:cNvSpPr/>
          <p:nvPr/>
        </p:nvSpPr>
        <p:spPr>
          <a:xfrm>
            <a:off x="3564000" y="4704120"/>
            <a:ext cx="4571640" cy="2253240"/>
          </a:xfrm>
          <a:prstGeom prst="rect">
            <a:avLst/>
          </a:prstGeom>
          <a:noFill/>
          <a:ln>
            <a:noFill/>
          </a:ln>
        </p:spPr>
        <p:style>
          <a:lnRef idx="0"/>
          <a:fillRef idx="0"/>
          <a:effectRef idx="0"/>
          <a:fontRef idx="minor"/>
        </p:style>
        <p:txBody>
          <a:bodyPr lIns="90000" rIns="90000" tIns="45000" bIns="45000"/>
          <a:p>
            <a:pPr>
              <a:lnSpc>
                <a:spcPct val="100000"/>
              </a:lnSpc>
            </a:pPr>
            <a:r>
              <a:rPr b="1" lang="fr-FR" sz="1800" spc="-1" strike="noStrike">
                <a:solidFill>
                  <a:srgbClr val="ce0f69"/>
                </a:solidFill>
                <a:uFill>
                  <a:solidFill>
                    <a:srgbClr val="ffffff"/>
                  </a:solidFill>
                </a:uFill>
                <a:latin typeface="Arial"/>
              </a:rPr>
              <a:t>Gwendal Evenou, Responsable émergence</a:t>
            </a:r>
            <a:endParaRPr b="0" lang="fr-FR" sz="1800" spc="-1" strike="noStrike">
              <a:solidFill>
                <a:srgbClr val="000000"/>
              </a:solidFill>
              <a:uFill>
                <a:solidFill>
                  <a:srgbClr val="ffffff"/>
                </a:solidFill>
              </a:uFill>
              <a:latin typeface="Arial"/>
            </a:endParaRPr>
          </a:p>
          <a:p>
            <a:pPr>
              <a:lnSpc>
                <a:spcPct val="100000"/>
              </a:lnSpc>
            </a:pPr>
            <a:r>
              <a:rPr b="0" lang="fr-FR" sz="1800" spc="-1" strike="noStrike">
                <a:solidFill>
                  <a:srgbClr val="1c1c1c"/>
                </a:solidFill>
                <a:uFill>
                  <a:solidFill>
                    <a:srgbClr val="ffffff"/>
                  </a:solidFill>
                </a:uFill>
                <a:latin typeface="Arial"/>
              </a:rPr>
              <a:t>52, route de Garlan, 29600 Morlaix</a:t>
            </a:r>
            <a:endParaRPr b="0" lang="fr-FR" sz="1800" spc="-1" strike="noStrike">
              <a:solidFill>
                <a:srgbClr val="000000"/>
              </a:solidFill>
              <a:uFill>
                <a:solidFill>
                  <a:srgbClr val="ffffff"/>
                </a:solidFill>
              </a:uFill>
              <a:latin typeface="Arial"/>
            </a:endParaRPr>
          </a:p>
          <a:p>
            <a:pPr>
              <a:lnSpc>
                <a:spcPct val="100000"/>
              </a:lnSpc>
            </a:pPr>
            <a:r>
              <a:rPr b="0" lang="fr-FR" sz="1800" spc="-1" strike="noStrike">
                <a:solidFill>
                  <a:srgbClr val="1c1c1c"/>
                </a:solidFill>
                <a:uFill>
                  <a:solidFill>
                    <a:srgbClr val="ffffff"/>
                  </a:solidFill>
                </a:uFill>
                <a:latin typeface="Arial"/>
              </a:rPr>
              <a:t>T. 09 87 33 85 50</a:t>
            </a:r>
            <a:endParaRPr b="0" lang="fr-FR" sz="1800" spc="-1" strike="noStrike">
              <a:solidFill>
                <a:srgbClr val="000000"/>
              </a:solidFill>
              <a:uFill>
                <a:solidFill>
                  <a:srgbClr val="ffffff"/>
                </a:solidFill>
              </a:uFill>
              <a:latin typeface="Arial"/>
            </a:endParaRPr>
          </a:p>
          <a:p>
            <a:pPr>
              <a:lnSpc>
                <a:spcPct val="100000"/>
              </a:lnSpc>
            </a:pPr>
            <a:r>
              <a:rPr b="0" lang="fr-FR" sz="1800" spc="-1" strike="noStrike">
                <a:solidFill>
                  <a:srgbClr val="1c1c1c"/>
                </a:solidFill>
                <a:uFill>
                  <a:solidFill>
                    <a:srgbClr val="ffffff"/>
                  </a:solidFill>
                </a:uFill>
                <a:latin typeface="Arial"/>
                <a:hlinkClick r:id="rId9"/>
              </a:rPr>
              <a:t>emergence@TAg29.bzh</a:t>
            </a:r>
            <a:endParaRPr b="0" lang="fr-FR" sz="1800" spc="-1" strike="noStrike">
              <a:solidFill>
                <a:srgbClr val="000000"/>
              </a:solidFill>
              <a:uFill>
                <a:solidFill>
                  <a:srgbClr val="ffffff"/>
                </a:solidFill>
              </a:uFill>
              <a:latin typeface="Arial"/>
            </a:endParaRPr>
          </a:p>
          <a:p>
            <a:pPr>
              <a:lnSpc>
                <a:spcPct val="100000"/>
              </a:lnSpc>
            </a:pPr>
            <a:r>
              <a:rPr b="1" lang="fr-FR" sz="1800" spc="-1" strike="noStrike">
                <a:solidFill>
                  <a:srgbClr val="ce0f69"/>
                </a:solidFill>
                <a:uFill>
                  <a:solidFill>
                    <a:srgbClr val="ffffff"/>
                  </a:solidFill>
                </a:uFill>
                <a:latin typeface="Arial"/>
              </a:rPr>
              <a:t> </a:t>
            </a:r>
            <a:endParaRPr b="0" lang="fr-FR" sz="1800" spc="-1" strike="noStrike">
              <a:solidFill>
                <a:srgbClr val="000000"/>
              </a:solidFill>
              <a:uFill>
                <a:solidFill>
                  <a:srgbClr val="ffffff"/>
                </a:solidFill>
              </a:uFill>
              <a:latin typeface="Arial"/>
            </a:endParaRPr>
          </a:p>
          <a:p>
            <a:pPr>
              <a:lnSpc>
                <a:spcPct val="100000"/>
              </a:lnSpc>
            </a:pPr>
            <a:endParaRPr b="0" lang="fr-FR" sz="1800" spc="-1" strike="noStrike">
              <a:solidFill>
                <a:srgbClr val="000000"/>
              </a:solidFill>
              <a:uFill>
                <a:solidFill>
                  <a:srgbClr val="ffffff"/>
                </a:solidFill>
              </a:uFill>
              <a:latin typeface="Arial"/>
            </a:endParaRPr>
          </a:p>
          <a:p>
            <a:pPr>
              <a:lnSpc>
                <a:spcPct val="100000"/>
              </a:lnSpc>
            </a:pPr>
            <a:endParaRPr b="0" lang="fr-FR" sz="1800" spc="-1" strike="noStrike">
              <a:solidFill>
                <a:srgbClr val="000000"/>
              </a:solidFill>
              <a:uFill>
                <a:solidFill>
                  <a:srgbClr val="ffffff"/>
                </a:solidFill>
              </a:uFill>
              <a:latin typeface="Arial"/>
            </a:endParaRPr>
          </a:p>
        </p:txBody>
      </p:sp>
      <p:pic>
        <p:nvPicPr>
          <p:cNvPr id="531" name="Image 3" descr=""/>
          <p:cNvPicPr/>
          <p:nvPr/>
        </p:nvPicPr>
        <p:blipFill>
          <a:blip r:embed="rId10"/>
          <a:stretch/>
        </p:blipFill>
        <p:spPr>
          <a:xfrm>
            <a:off x="1008000" y="4320000"/>
            <a:ext cx="1008000" cy="1445760"/>
          </a:xfrm>
          <a:prstGeom prst="rect">
            <a:avLst/>
          </a:prstGeom>
          <a:ln>
            <a:noFill/>
          </a:ln>
        </p:spPr>
      </p:pic>
    </p:spTree>
  </p:cSld>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2" name="TextShape 1"/>
          <p:cNvSpPr txBox="1"/>
          <p:nvPr/>
        </p:nvSpPr>
        <p:spPr>
          <a:xfrm>
            <a:off x="611640" y="3213000"/>
            <a:ext cx="7184520" cy="1439640"/>
          </a:xfrm>
          <a:prstGeom prst="rect">
            <a:avLst/>
          </a:prstGeom>
          <a:noFill/>
          <a:ln>
            <a:noFill/>
          </a:ln>
        </p:spPr>
        <p:txBody>
          <a:bodyPr anchor="ctr">
            <a:normAutofit/>
          </a:bodyPr>
          <a:p>
            <a:pPr marL="343080" indent="-342720">
              <a:lnSpc>
                <a:spcPct val="100000"/>
              </a:lnSpc>
              <a:spcBef>
                <a:spcPts val="479"/>
              </a:spcBef>
              <a:buClr>
                <a:srgbClr val="1f497d"/>
              </a:buClr>
              <a:buFont typeface="Arial"/>
              <a:buChar char="•"/>
            </a:pPr>
            <a:r>
              <a:rPr b="0" lang="fr-FR" sz="2400" spc="-1" strike="noStrike">
                <a:solidFill>
                  <a:srgbClr val="1f497d"/>
                </a:solidFill>
                <a:uFill>
                  <a:solidFill>
                    <a:srgbClr val="ffffff"/>
                  </a:solidFill>
                </a:uFill>
                <a:latin typeface="Calibri"/>
              </a:rPr>
              <a:t>Le contenu de ce document est la propriété exclusive et inaliénable de la CCIMBO Morlaix , de la CMA du Finistère et de l’Adess du Pays de Morlaix.</a:t>
            </a:r>
            <a:br/>
            <a:br/>
            <a:r>
              <a:rPr b="0" lang="fr-FR" sz="2400" spc="-1" strike="noStrike">
                <a:solidFill>
                  <a:srgbClr val="1f497d"/>
                </a:solidFill>
                <a:uFill>
                  <a:solidFill>
                    <a:srgbClr val="ffffff"/>
                  </a:solidFill>
                </a:uFill>
                <a:latin typeface="Calibri"/>
              </a:rPr>
              <a:t>Il ne peut être reproduit ou diffusé sans son accord préalable. </a:t>
            </a:r>
            <a:br/>
            <a:br/>
            <a:r>
              <a:rPr b="0" lang="fr-FR" sz="2400" spc="-1" strike="noStrike">
                <a:solidFill>
                  <a:srgbClr val="1f497d"/>
                </a:solidFill>
                <a:uFill>
                  <a:solidFill>
                    <a:srgbClr val="ffffff"/>
                  </a:solidFill>
                </a:uFill>
                <a:latin typeface="Calibri"/>
              </a:rPr>
              <a:t>Les destinataires de ce document s’engagent à respecter cette propriété ou s’exposent à une atteinte à la propriété intellectuelle passible de poursuites</a:t>
            </a:r>
            <a:endParaRPr b="0" lang="fr-FR" sz="2400" spc="-1" strike="noStrike">
              <a:solidFill>
                <a:srgbClr val="000000"/>
              </a:solidFill>
              <a:uFill>
                <a:solidFill>
                  <a:srgbClr val="ffffff"/>
                </a:solidFill>
              </a:uFill>
              <a:latin typeface="Calibri"/>
            </a:endParaRPr>
          </a:p>
        </p:txBody>
      </p:sp>
      <p:pic>
        <p:nvPicPr>
          <p:cNvPr id="533" name="table" descr=""/>
          <p:cNvPicPr/>
          <p:nvPr/>
        </p:nvPicPr>
        <p:blipFill>
          <a:blip r:embed="rId1"/>
          <a:stretch/>
        </p:blipFill>
        <p:spPr>
          <a:xfrm>
            <a:off x="1080" y="6240960"/>
            <a:ext cx="9142560" cy="620280"/>
          </a:xfrm>
          <a:prstGeom prst="rect">
            <a:avLst/>
          </a:prstGeom>
          <a:ln>
            <a:noFill/>
          </a:ln>
        </p:spPr>
      </p:pic>
      <p:pic>
        <p:nvPicPr>
          <p:cNvPr id="534" name="Picture 2" descr=""/>
          <p:cNvPicPr/>
          <p:nvPr/>
        </p:nvPicPr>
        <p:blipFill>
          <a:blip r:embed="rId2"/>
          <a:stretch/>
        </p:blipFill>
        <p:spPr>
          <a:xfrm>
            <a:off x="7087320" y="293040"/>
            <a:ext cx="1329120" cy="1263240"/>
          </a:xfrm>
          <a:prstGeom prst="rect">
            <a:avLst/>
          </a:prstGeom>
          <a:ln>
            <a:noFill/>
          </a:ln>
        </p:spPr>
      </p:pic>
      <p:pic>
        <p:nvPicPr>
          <p:cNvPr id="535" name="Image 7" descr=""/>
          <p:cNvPicPr/>
          <p:nvPr/>
        </p:nvPicPr>
        <p:blipFill>
          <a:blip r:embed="rId3"/>
          <a:stretch/>
        </p:blipFill>
        <p:spPr>
          <a:xfrm>
            <a:off x="611640" y="441000"/>
            <a:ext cx="3286080" cy="827280"/>
          </a:xfrm>
          <a:prstGeom prst="rect">
            <a:avLst/>
          </a:prstGeom>
          <a:ln>
            <a:noFill/>
          </a:ln>
        </p:spPr>
      </p:pic>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1999</TotalTime>
  <Application>LibreOffice/5.3.7.2$Windows_x86 LibreOffice_project/6b8ed514a9f8b44d37a1b96673cbbdd077e24059</Application>
  <Company>Hewlett-Packard Company</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2013-10-01T09:10:37Z</dcterms:created>
  <dc:creator>Decroux, Beatrice</dc:creator>
  <dc:description/>
  <dc:language>fr-FR</dc:language>
  <cp:lastModifiedBy/>
  <cp:lastPrinted>2018-09-24T11:57:39Z</cp:lastPrinted>
  <dcterms:modified xsi:type="dcterms:W3CDTF">2018-09-27T18:36:35Z</dcterms:modified>
  <cp:revision>263</cp:revision>
  <dc:subject/>
  <dc:title>Présentation PowerPoint</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16.0000</vt:lpwstr>
  </property>
  <property fmtid="{D5CDD505-2E9C-101B-9397-08002B2CF9AE}" pid="3" name="Company">
    <vt:lpwstr>Hewlett-Packard Company</vt:lpwstr>
  </property>
  <property fmtid="{D5CDD505-2E9C-101B-9397-08002B2CF9AE}" pid="4" name="HiddenSlides">
    <vt:i4>0</vt:i4>
  </property>
  <property fmtid="{D5CDD505-2E9C-101B-9397-08002B2CF9AE}" pid="5" name="HyperlinksChanged">
    <vt:bool>0</vt:bool>
  </property>
  <property fmtid="{D5CDD505-2E9C-101B-9397-08002B2CF9AE}" pid="6" name="LinksUpToDate">
    <vt:bool>0</vt:bool>
  </property>
  <property fmtid="{D5CDD505-2E9C-101B-9397-08002B2CF9AE}" pid="7" name="MMClips">
    <vt:i4>0</vt:i4>
  </property>
  <property fmtid="{D5CDD505-2E9C-101B-9397-08002B2CF9AE}" pid="8" name="Notes">
    <vt:i4>9</vt:i4>
  </property>
  <property fmtid="{D5CDD505-2E9C-101B-9397-08002B2CF9AE}" pid="9" name="PresentationFormat">
    <vt:lpwstr>Affichage à l'écran (4:3)</vt:lpwstr>
  </property>
  <property fmtid="{D5CDD505-2E9C-101B-9397-08002B2CF9AE}" pid="10" name="ScaleCrop">
    <vt:bool>0</vt:bool>
  </property>
  <property fmtid="{D5CDD505-2E9C-101B-9397-08002B2CF9AE}" pid="11" name="ShareDoc">
    <vt:bool>0</vt:bool>
  </property>
  <property fmtid="{D5CDD505-2E9C-101B-9397-08002B2CF9AE}" pid="12" name="Slides">
    <vt:i4>29</vt:i4>
  </property>
</Properties>
</file>