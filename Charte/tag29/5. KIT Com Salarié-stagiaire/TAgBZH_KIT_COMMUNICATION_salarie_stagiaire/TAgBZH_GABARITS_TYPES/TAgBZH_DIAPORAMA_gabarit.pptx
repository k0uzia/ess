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7" r:id="rId3"/>
    <p:sldId id="257" r:id="rId4"/>
    <p:sldId id="259" r:id="rId5"/>
    <p:sldId id="334" r:id="rId6"/>
    <p:sldId id="301" r:id="rId7"/>
    <p:sldId id="260" r:id="rId8"/>
    <p:sldId id="261" r:id="rId9"/>
    <p:sldId id="274" r:id="rId10"/>
    <p:sldId id="303" r:id="rId11"/>
    <p:sldId id="313" r:id="rId12"/>
    <p:sldId id="314" r:id="rId13"/>
    <p:sldId id="315" r:id="rId14"/>
    <p:sldId id="263" r:id="rId15"/>
    <p:sldId id="316" r:id="rId16"/>
    <p:sldId id="337" r:id="rId17"/>
    <p:sldId id="265" r:id="rId18"/>
    <p:sldId id="281" r:id="rId19"/>
    <p:sldId id="305" r:id="rId20"/>
    <p:sldId id="320" r:id="rId21"/>
    <p:sldId id="286" r:id="rId22"/>
    <p:sldId id="321" r:id="rId23"/>
    <p:sldId id="322" r:id="rId24"/>
    <p:sldId id="323" r:id="rId25"/>
    <p:sldId id="336" r:id="rId26"/>
    <p:sldId id="282" r:id="rId27"/>
    <p:sldId id="287" r:id="rId28"/>
    <p:sldId id="324" r:id="rId29"/>
    <p:sldId id="325" r:id="rId30"/>
    <p:sldId id="326" r:id="rId31"/>
    <p:sldId id="327" r:id="rId32"/>
    <p:sldId id="328" r:id="rId33"/>
    <p:sldId id="329" r:id="rId34"/>
    <p:sldId id="283" r:id="rId35"/>
    <p:sldId id="288" r:id="rId36"/>
    <p:sldId id="285" r:id="rId37"/>
    <p:sldId id="290" r:id="rId38"/>
    <p:sldId id="312" r:id="rId39"/>
    <p:sldId id="308" r:id="rId40"/>
    <p:sldId id="330" r:id="rId41"/>
    <p:sldId id="331" r:id="rId42"/>
    <p:sldId id="332" r:id="rId43"/>
    <p:sldId id="338" r:id="rId44"/>
    <p:sldId id="335" r:id="rId4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F3C"/>
    <a:srgbClr val="5FB9C8"/>
    <a:srgbClr val="0071B9"/>
    <a:srgbClr val="EB5B25"/>
    <a:srgbClr val="222938"/>
    <a:srgbClr val="000000"/>
    <a:srgbClr val="A42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4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2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9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4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9" Type="http://schemas.openxmlformats.org/officeDocument/2006/relationships/image" Target="../media/image54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34" Type="http://schemas.openxmlformats.org/officeDocument/2006/relationships/image" Target="../media/image49.png"/><Relationship Id="rId42" Type="http://schemas.openxmlformats.org/officeDocument/2006/relationships/image" Target="../media/image57.png"/><Relationship Id="rId47" Type="http://schemas.openxmlformats.org/officeDocument/2006/relationships/image" Target="../media/image62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image" Target="../media/image53.png"/><Relationship Id="rId46" Type="http://schemas.openxmlformats.org/officeDocument/2006/relationships/image" Target="../media/image61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41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32" Type="http://schemas.openxmlformats.org/officeDocument/2006/relationships/image" Target="../media/image47.png"/><Relationship Id="rId37" Type="http://schemas.openxmlformats.org/officeDocument/2006/relationships/image" Target="../media/image52.png"/><Relationship Id="rId40" Type="http://schemas.openxmlformats.org/officeDocument/2006/relationships/image" Target="../media/image55.png"/><Relationship Id="rId45" Type="http://schemas.openxmlformats.org/officeDocument/2006/relationships/image" Target="../media/image60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36" Type="http://schemas.openxmlformats.org/officeDocument/2006/relationships/image" Target="../media/image51.png"/><Relationship Id="rId49" Type="http://schemas.openxmlformats.org/officeDocument/2006/relationships/image" Target="../media/image64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46.png"/><Relationship Id="rId44" Type="http://schemas.openxmlformats.org/officeDocument/2006/relationships/image" Target="../media/image59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Relationship Id="rId35" Type="http://schemas.openxmlformats.org/officeDocument/2006/relationships/image" Target="../media/image50.png"/><Relationship Id="rId43" Type="http://schemas.openxmlformats.org/officeDocument/2006/relationships/image" Target="../media/image58.png"/><Relationship Id="rId48" Type="http://schemas.openxmlformats.org/officeDocument/2006/relationships/image" Target="../media/image63.png"/><Relationship Id="rId8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3" y="0"/>
            <a:ext cx="4638398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1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31" y="2047775"/>
            <a:ext cx="1913857" cy="2599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2910625" y="1885437"/>
            <a:ext cx="64136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Les propulseurs d’entrepreneuriat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collectif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Bretagne</a:t>
            </a:r>
            <a:endParaRPr lang="fr-FR" sz="46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23407" y="2334432"/>
            <a:ext cx="80205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DIAPORAMA TYPE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19.01.2017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TAgBZH</a:t>
            </a:r>
            <a:endParaRPr lang="fr-FR" sz="3600" dirty="0">
              <a:solidFill>
                <a:srgbClr val="222938"/>
              </a:solidFill>
              <a:latin typeface="Quicksand Dash" panose="02070303000000060000" pitchFamily="18" charset="0"/>
            </a:endParaRPr>
          </a:p>
          <a:p>
            <a:endParaRPr lang="fr-FR" sz="36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10" b="43818"/>
          <a:stretch/>
        </p:blipFill>
        <p:spPr>
          <a:xfrm>
            <a:off x="442288" y="400326"/>
            <a:ext cx="5558556" cy="5815908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13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6170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Peu de texte par diapo. 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 lecture ne doit pas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empêcher votre auditoire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vous écouter.»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083"/>
            <a:ext cx="1015228" cy="147181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148469" y="1659844"/>
            <a:ext cx="70962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TITRE DIAPORAMA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 smtClean="0">
                <a:solidFill>
                  <a:srgbClr val="EB5B25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0071B9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0071B9"/>
                </a:solidFill>
                <a:latin typeface="Quicksand Book" panose="02070303000000060000" pitchFamily="18" charset="0"/>
              </a:rPr>
              <a:t>2</a:t>
            </a:r>
            <a:endParaRPr lang="fr-FR" sz="4000" dirty="0">
              <a:solidFill>
                <a:srgbClr val="0071B9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5FB9C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3</a:t>
            </a:r>
            <a:endParaRPr lang="fr-FR" sz="4000" dirty="0">
              <a:solidFill>
                <a:srgbClr val="5FB9C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FFC000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FFC000"/>
                </a:solidFill>
                <a:latin typeface="Quicksand Book" panose="02070303000000060000" pitchFamily="18" charset="0"/>
              </a:rPr>
              <a:t>4</a:t>
            </a:r>
            <a:endParaRPr lang="fr-FR" sz="4000" dirty="0">
              <a:solidFill>
                <a:srgbClr val="FFC000"/>
              </a:solidFill>
              <a:latin typeface="Quicksand Book" panose="02070303000000060000" pitchFamily="18" charset="0"/>
            </a:endParaRPr>
          </a:p>
          <a:p>
            <a:endParaRPr lang="fr-FR" sz="28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6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083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803838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EB5B25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20" y="724621"/>
            <a:ext cx="3157992" cy="1219355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4217826" y="881344"/>
            <a:ext cx="2779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priorité 2017</a:t>
            </a:r>
            <a:endParaRPr lang="fr-FR" sz="3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3" r="10900"/>
          <a:stretch/>
        </p:blipFill>
        <p:spPr>
          <a:xfrm>
            <a:off x="-29028" y="0"/>
            <a:ext cx="9173028" cy="6858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>
            <a:off x="-38637" y="0"/>
            <a:ext cx="3365288" cy="6890195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80573" y="1887633"/>
            <a:ext cx="24674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Matinale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09.01.2017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BREST</a:t>
            </a:r>
          </a:p>
          <a:p>
            <a:r>
              <a:rPr lang="fr-FR" sz="6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26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participants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083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0071B9"/>
                </a:solidFill>
                <a:latin typeface="Quicksand Book" panose="02070303000000060000" pitchFamily="18" charset="0"/>
              </a:rPr>
              <a:t>Thème numéro 2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258503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083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5FB9C8"/>
                </a:solidFill>
                <a:latin typeface="Quicksand Book" panose="02070303000000060000" pitchFamily="18" charset="0"/>
              </a:rPr>
              <a:t>Thème numéro 3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130082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083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Thème numéro 4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42300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226886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Lancement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l’appel à projets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le 11.04.2017.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8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Message clé à retenir.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125 projets soutenus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B9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Résultat :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30 porteurs de projets accompagnés.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5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10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68171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920" y="1049469"/>
            <a:ext cx="3389318" cy="5011200"/>
          </a:xfrm>
          <a:prstGeom prst="rect">
            <a:avLst/>
          </a:prstGeom>
        </p:spPr>
      </p:pic>
      <p:pic>
        <p:nvPicPr>
          <p:cNvPr id="8" name="Espace réservé du contenu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 flipH="1">
            <a:off x="5652263" y="0"/>
            <a:ext cx="3491737" cy="6890195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6343416" y="2542844"/>
            <a:ext cx="31086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ld" pitchFamily="50" charset="0"/>
              </a:rPr>
              <a:t>Propulsé par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Marion MICHELIN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Chargée de mission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CRESS Bretagne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adressemail@ext.fr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00 00 00 00 00</a:t>
            </a:r>
          </a:p>
        </p:txBody>
      </p:sp>
    </p:spTree>
    <p:extLst>
      <p:ext uri="{BB962C8B-B14F-4D97-AF65-F5344CB8AC3E}">
        <p14:creationId xmlns:p14="http://schemas.microsoft.com/office/powerpoint/2010/main" val="8152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78781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Fonds et objets à utiliser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pour la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mise en forme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d’un diaporama.</a:t>
            </a:r>
          </a:p>
          <a:p>
            <a:pPr algn="ctr"/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Diapos suivantes.</a:t>
            </a:r>
            <a:endParaRPr lang="fr-FR" sz="2800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892" y="1317051"/>
            <a:ext cx="752882" cy="75644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1317052"/>
            <a:ext cx="752436" cy="756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978" y="2167137"/>
            <a:ext cx="752436" cy="75600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97" y="1317051"/>
            <a:ext cx="752436" cy="75600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499" y="3860111"/>
            <a:ext cx="752436" cy="756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2167137"/>
            <a:ext cx="752436" cy="7560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38" y="2151386"/>
            <a:ext cx="752435" cy="7560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064" y="2158078"/>
            <a:ext cx="752436" cy="7560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58" y="3013624"/>
            <a:ext cx="752435" cy="75600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013624"/>
            <a:ext cx="752436" cy="75600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11" y="3013624"/>
            <a:ext cx="752436" cy="7560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860111"/>
            <a:ext cx="752436" cy="7560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03" y="4706598"/>
            <a:ext cx="752436" cy="7560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529" y="4706598"/>
            <a:ext cx="752436" cy="7560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600" y="4706598"/>
            <a:ext cx="752436" cy="7560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40" y="4706598"/>
            <a:ext cx="752436" cy="7560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58" y="4706598"/>
            <a:ext cx="752436" cy="75600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476" y="3850496"/>
            <a:ext cx="752436" cy="75600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743" y="3867308"/>
            <a:ext cx="752436" cy="756000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884" y="3867308"/>
            <a:ext cx="752436" cy="75600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166" y="3864436"/>
            <a:ext cx="752436" cy="756000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257" y="3017222"/>
            <a:ext cx="752436" cy="75600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884" y="3017222"/>
            <a:ext cx="752436" cy="756000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045" y="3017222"/>
            <a:ext cx="752436" cy="756000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251" y="3009906"/>
            <a:ext cx="752436" cy="756000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33" y="3013624"/>
            <a:ext cx="752436" cy="756000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411" y="2161274"/>
            <a:ext cx="752436" cy="756000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33" y="2163419"/>
            <a:ext cx="752436" cy="756000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425" y="2163419"/>
            <a:ext cx="752436" cy="756000"/>
          </a:xfrm>
          <a:prstGeom prst="rect">
            <a:avLst/>
          </a:prstGeom>
        </p:spPr>
      </p:pic>
      <p:pic>
        <p:nvPicPr>
          <p:cNvPr id="37" name="Image 36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673" y="1302985"/>
            <a:ext cx="752436" cy="756000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391" y="1302985"/>
            <a:ext cx="752436" cy="756000"/>
          </a:xfrm>
          <a:prstGeom prst="rect">
            <a:avLst/>
          </a:prstGeom>
        </p:spPr>
      </p:pic>
      <p:pic>
        <p:nvPicPr>
          <p:cNvPr id="39" name="Image 38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813" y="1315864"/>
            <a:ext cx="752436" cy="756000"/>
          </a:xfrm>
          <a:prstGeom prst="rect">
            <a:avLst/>
          </a:prstGeom>
        </p:spPr>
      </p:pic>
      <p:pic>
        <p:nvPicPr>
          <p:cNvPr id="40" name="Image 39"/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974" y="1315864"/>
            <a:ext cx="752436" cy="756000"/>
          </a:xfrm>
          <a:prstGeom prst="rect">
            <a:avLst/>
          </a:prstGeom>
        </p:spPr>
      </p:pic>
      <p:pic>
        <p:nvPicPr>
          <p:cNvPr id="41" name="Image 40"/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391" y="466846"/>
            <a:ext cx="752436" cy="756000"/>
          </a:xfrm>
          <a:prstGeom prst="rect">
            <a:avLst/>
          </a:prstGeom>
        </p:spPr>
      </p:pic>
      <p:pic>
        <p:nvPicPr>
          <p:cNvPr id="42" name="Image 41"/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251" y="466846"/>
            <a:ext cx="752436" cy="756000"/>
          </a:xfrm>
          <a:prstGeom prst="rect">
            <a:avLst/>
          </a:prstGeom>
        </p:spPr>
      </p:pic>
      <p:pic>
        <p:nvPicPr>
          <p:cNvPr id="43" name="Image 42"/>
          <p:cNvPicPr>
            <a:picLocks noChangeAspect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33" y="466846"/>
            <a:ext cx="752436" cy="756000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97" y="5568836"/>
            <a:ext cx="752436" cy="756000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671" y="5577895"/>
            <a:ext cx="752436" cy="756000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812" y="5577895"/>
            <a:ext cx="752436" cy="756000"/>
          </a:xfrm>
          <a:prstGeom prst="rect">
            <a:avLst/>
          </a:prstGeom>
        </p:spPr>
      </p:pic>
      <p:pic>
        <p:nvPicPr>
          <p:cNvPr id="47" name="Image 46"/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94" y="5577895"/>
            <a:ext cx="752436" cy="756000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882" y="4781573"/>
            <a:ext cx="752436" cy="756000"/>
          </a:xfrm>
          <a:prstGeom prst="rect">
            <a:avLst/>
          </a:prstGeom>
        </p:spPr>
      </p:pic>
      <p:pic>
        <p:nvPicPr>
          <p:cNvPr id="49" name="Image 48"/>
          <p:cNvPicPr>
            <a:picLocks noChangeAspect="1"/>
          </p:cNvPicPr>
          <p:nvPr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354" y="4781573"/>
            <a:ext cx="752436" cy="756000"/>
          </a:xfrm>
          <a:prstGeom prst="rect">
            <a:avLst/>
          </a:prstGeom>
        </p:spPr>
      </p:pic>
      <p:pic>
        <p:nvPicPr>
          <p:cNvPr id="50" name="Image 49"/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425" y="4777856"/>
            <a:ext cx="752436" cy="756000"/>
          </a:xfrm>
          <a:prstGeom prst="rect">
            <a:avLst/>
          </a:prstGeom>
        </p:spPr>
      </p:pic>
      <p:pic>
        <p:nvPicPr>
          <p:cNvPr id="51" name="Image 50"/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694" y="5618445"/>
            <a:ext cx="752436" cy="756000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780" y="5618445"/>
            <a:ext cx="752436" cy="756000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256" y="5618445"/>
            <a:ext cx="752436" cy="756000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961" y="5577895"/>
            <a:ext cx="752436" cy="756000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866" y="5584184"/>
            <a:ext cx="752436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98" y="991946"/>
            <a:ext cx="1344560" cy="10044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504" y="3172830"/>
            <a:ext cx="3075870" cy="24552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53" y="2498188"/>
            <a:ext cx="3042210" cy="243000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329" y="890781"/>
            <a:ext cx="1341952" cy="1002452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14" y="3864073"/>
            <a:ext cx="3075870" cy="245520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865" y="890781"/>
            <a:ext cx="1342616" cy="1004400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44" y="1079971"/>
            <a:ext cx="3077045" cy="245613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066" y="1330303"/>
            <a:ext cx="1342616" cy="1004400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377" y="1996346"/>
            <a:ext cx="1344560" cy="1004400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964" y="3847472"/>
            <a:ext cx="3075870" cy="24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6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2" y="386321"/>
            <a:ext cx="5620523" cy="217018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1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8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2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1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1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1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19805"/>
            <a:ext cx="6133333" cy="185396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145" y="2556501"/>
            <a:ext cx="5726984" cy="1866667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94" y="372374"/>
            <a:ext cx="5638095" cy="218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5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ce réservé du contenu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 flipH="1">
            <a:off x="5652263" y="0"/>
            <a:ext cx="3491737" cy="6890195"/>
          </a:xfrm>
          <a:prstGeom prst="rect">
            <a:avLst/>
          </a:prstGeom>
        </p:spPr>
      </p:pic>
      <p:pic>
        <p:nvPicPr>
          <p:cNvPr id="5" name="Espace réservé du contenu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7" t="2015"/>
          <a:stretch/>
        </p:blipFill>
        <p:spPr>
          <a:xfrm>
            <a:off x="-55418" y="-16098"/>
            <a:ext cx="3407827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0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>
            <a:off x="-13253" y="-2197"/>
            <a:ext cx="3374639" cy="687629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 flipH="1">
            <a:off x="5782614" y="13901"/>
            <a:ext cx="3361386" cy="687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0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 flipH="1">
            <a:off x="5652262" y="0"/>
            <a:ext cx="3491737" cy="689019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>
            <a:off x="-12879" y="0"/>
            <a:ext cx="3365288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0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6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 flipH="1">
            <a:off x="5652261" y="-16097"/>
            <a:ext cx="3491737" cy="6899856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1"/>
          <a:stretch/>
        </p:blipFill>
        <p:spPr>
          <a:xfrm>
            <a:off x="-51515" y="-16098"/>
            <a:ext cx="3403924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3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>
            <a:off x="-62345" y="4684"/>
            <a:ext cx="3414752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 flipH="1">
            <a:off x="5729248" y="4684"/>
            <a:ext cx="341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85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72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1"/>
          <a:stretch/>
        </p:blipFill>
        <p:spPr>
          <a:xfrm>
            <a:off x="0" y="-1"/>
            <a:ext cx="9151334" cy="687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5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5"/>
          <a:stretch/>
        </p:blipFill>
        <p:spPr>
          <a:xfrm>
            <a:off x="0" y="0"/>
            <a:ext cx="9144000" cy="686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7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9151334" cy="72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2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10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2494715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277" y="5320925"/>
            <a:ext cx="946325" cy="12852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10" b="43818"/>
          <a:stretch/>
        </p:blipFill>
        <p:spPr>
          <a:xfrm>
            <a:off x="442288" y="400326"/>
            <a:ext cx="5558556" cy="5815908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38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484</TotalTime>
  <Words>161</Words>
  <Application>Microsoft Office PowerPoint</Application>
  <PresentationFormat>Affichage à l'écran (4:3)</PresentationFormat>
  <Paragraphs>95</Paragraphs>
  <Slides>44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53" baseType="lpstr">
      <vt:lpstr>Arial</vt:lpstr>
      <vt:lpstr>Calibri</vt:lpstr>
      <vt:lpstr>Calibri Light</vt:lpstr>
      <vt:lpstr>Quicksand Bold</vt:lpstr>
      <vt:lpstr>Quicksand Book</vt:lpstr>
      <vt:lpstr>Quicksand Dash</vt:lpstr>
      <vt:lpstr>Quicksand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89</cp:revision>
  <dcterms:created xsi:type="dcterms:W3CDTF">2017-01-06T14:27:23Z</dcterms:created>
  <dcterms:modified xsi:type="dcterms:W3CDTF">2019-02-04T09:52:48Z</dcterms:modified>
</cp:coreProperties>
</file>