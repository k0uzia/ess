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12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06" r:id="rId25"/>
    <p:sldId id="307" r:id="rId26"/>
    <p:sldId id="308" r:id="rId27"/>
    <p:sldId id="313" r:id="rId28"/>
    <p:sldId id="298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938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638398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34152" cy="724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4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d’Ille-et-Vilaine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31" y="2073500"/>
            <a:ext cx="1749221" cy="259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10.01.2017</a:t>
            </a:r>
          </a:p>
          <a:p>
            <a:r>
              <a:rPr lang="fr-FR" sz="3600" dirty="0">
                <a:solidFill>
                  <a:srgbClr val="222938"/>
                </a:solidFill>
                <a:latin typeface="Quicksand Dash" panose="02070303000000060000" pitchFamily="18" charset="0"/>
              </a:rPr>
              <a:t>TAg35</a:t>
            </a: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1" b="42995"/>
          <a:stretch/>
        </p:blipFill>
        <p:spPr>
          <a:xfrm>
            <a:off x="432692" y="400326"/>
            <a:ext cx="5900719" cy="59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20" y="724621"/>
            <a:ext cx="3157992" cy="1219355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7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>
            <a:off x="-55418" y="-16098"/>
            <a:ext cx="3407827" cy="689019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RENNES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37"/>
          <a:stretch/>
        </p:blipFill>
        <p:spPr>
          <a:xfrm>
            <a:off x="7987104" y="5253844"/>
            <a:ext cx="1156896" cy="137803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168455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343416" y="2542844"/>
            <a:ext cx="3108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Laurent PRIEUR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Directeur TAg35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contact@TAg35.fr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06 88 89 69 04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91" y="1051199"/>
            <a:ext cx="3388147" cy="500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2636"/>
            <a:ext cx="863745" cy="128348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470" y="2521734"/>
            <a:ext cx="3042210" cy="2430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92" y="1317051"/>
            <a:ext cx="752882" cy="75644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458" y="3559675"/>
            <a:ext cx="3077045" cy="245613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1317052"/>
            <a:ext cx="752436" cy="756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78" y="2167137"/>
            <a:ext cx="752436" cy="7560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02" y="993894"/>
            <a:ext cx="1341952" cy="100245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1317051"/>
            <a:ext cx="752436" cy="75600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99" y="3860111"/>
            <a:ext cx="752436" cy="756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2167137"/>
            <a:ext cx="752436" cy="7560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8" y="2151386"/>
            <a:ext cx="752435" cy="756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64" y="2158078"/>
            <a:ext cx="752436" cy="7560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58" y="3013624"/>
            <a:ext cx="752435" cy="7560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3013624"/>
            <a:ext cx="752436" cy="7560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0111"/>
            <a:ext cx="752436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ce réservé du contenu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>
            <a:off x="-55418" y="-16098"/>
            <a:ext cx="3407827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34152" cy="724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4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259428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31" b="42995"/>
          <a:stretch/>
        </p:blipFill>
        <p:spPr>
          <a:xfrm>
            <a:off x="432692" y="400326"/>
            <a:ext cx="5900719" cy="59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45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412</TotalTime>
  <Words>125</Words>
  <Application>Microsoft Office PowerPoint</Application>
  <PresentationFormat>Affichage à l'écran (4:3)</PresentationFormat>
  <Paragraphs>78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82</cp:revision>
  <dcterms:created xsi:type="dcterms:W3CDTF">2017-01-06T14:27:23Z</dcterms:created>
  <dcterms:modified xsi:type="dcterms:W3CDTF">2019-02-04T09:56:29Z</dcterms:modified>
</cp:coreProperties>
</file>