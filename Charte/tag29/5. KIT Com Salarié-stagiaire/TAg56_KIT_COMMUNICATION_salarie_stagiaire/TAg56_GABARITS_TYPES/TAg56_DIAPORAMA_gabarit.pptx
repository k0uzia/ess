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257" r:id="rId4"/>
    <p:sldId id="259" r:id="rId5"/>
    <p:sldId id="291" r:id="rId6"/>
    <p:sldId id="301" r:id="rId7"/>
    <p:sldId id="260" r:id="rId8"/>
    <p:sldId id="261" r:id="rId9"/>
    <p:sldId id="274" r:id="rId10"/>
    <p:sldId id="303" r:id="rId11"/>
    <p:sldId id="263" r:id="rId12"/>
    <p:sldId id="314" r:id="rId13"/>
    <p:sldId id="304" r:id="rId14"/>
    <p:sldId id="265" r:id="rId15"/>
    <p:sldId id="281" r:id="rId16"/>
    <p:sldId id="305" r:id="rId17"/>
    <p:sldId id="286" r:id="rId18"/>
    <p:sldId id="282" r:id="rId19"/>
    <p:sldId id="287" r:id="rId20"/>
    <p:sldId id="283" r:id="rId21"/>
    <p:sldId id="288" r:id="rId22"/>
    <p:sldId id="285" r:id="rId23"/>
    <p:sldId id="290" r:id="rId24"/>
    <p:sldId id="312" r:id="rId25"/>
    <p:sldId id="307" r:id="rId26"/>
    <p:sldId id="308" r:id="rId27"/>
    <p:sldId id="315" r:id="rId28"/>
    <p:sldId id="313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B9"/>
    <a:srgbClr val="222938"/>
    <a:srgbClr val="000000"/>
    <a:srgbClr val="A42423"/>
    <a:srgbClr val="EB5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4638398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" b="5151"/>
          <a:stretch/>
        </p:blipFill>
        <p:spPr>
          <a:xfrm>
            <a:off x="0" y="0"/>
            <a:ext cx="9156879" cy="68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4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40" y="2047775"/>
            <a:ext cx="1749812" cy="2599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>
                <a:solidFill>
                  <a:schemeClr val="bg1"/>
                </a:solidFill>
                <a:latin typeface="Quicksand Book" panose="02070303000000060000" pitchFamily="18" charset="0"/>
              </a:rPr>
              <a:t>L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 propulseur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</a:p>
          <a:p>
            <a:r>
              <a:rPr lang="fr-FR" sz="4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du Morbihan</a:t>
            </a:r>
            <a:endParaRPr lang="fr-FR" sz="4600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19.01.2017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TAg56</a:t>
            </a:r>
            <a:endParaRPr lang="fr-FR" sz="3600" dirty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0" b="43818"/>
          <a:stretch/>
        </p:blipFill>
        <p:spPr>
          <a:xfrm>
            <a:off x="442288" y="400326"/>
            <a:ext cx="5558556" cy="5815908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844"/>
            <a:ext cx="1015228" cy="147181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713" y="723576"/>
            <a:ext cx="3160699" cy="12204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844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-29028" y="0"/>
            <a:ext cx="9173028" cy="685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>
            <a:off x="-42539" y="0"/>
            <a:ext cx="3374639" cy="687629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LORIENT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844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353960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 flipH="1">
            <a:off x="5782614" y="13901"/>
            <a:ext cx="3361386" cy="687629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920" y="1049469"/>
            <a:ext cx="3389318" cy="5011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5898524" y="2491328"/>
            <a:ext cx="355355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François VILARS</a:t>
            </a:r>
          </a:p>
          <a:p>
            <a:r>
              <a:rPr lang="fr-FR" sz="1600" dirty="0">
                <a:solidFill>
                  <a:schemeClr val="bg1"/>
                </a:solidFill>
                <a:latin typeface="Quicksand Book" panose="02070303000000060000" pitchFamily="18" charset="0"/>
              </a:rPr>
              <a:t>Chargé de développement </a:t>
            </a:r>
            <a:endParaRPr lang="fr-FR" sz="16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sz="1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&amp;</a:t>
            </a:r>
            <a:endParaRPr lang="fr-FR" sz="1600" dirty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sz="1600" dirty="0">
                <a:solidFill>
                  <a:schemeClr val="bg1"/>
                </a:solidFill>
                <a:latin typeface="Quicksand Book" panose="02070303000000060000" pitchFamily="18" charset="0"/>
              </a:rPr>
              <a:t>Coordinateur de </a:t>
            </a:r>
            <a:r>
              <a:rPr lang="fr-FR" sz="1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l’Incubateur</a:t>
            </a:r>
          </a:p>
          <a:p>
            <a:r>
              <a:rPr lang="fr-FR" sz="1600" dirty="0">
                <a:solidFill>
                  <a:schemeClr val="bg1"/>
                </a:solidFill>
                <a:latin typeface="Quicksand Book" panose="02070303000000060000" pitchFamily="18" charset="0"/>
              </a:rPr>
              <a:t>Association C2Sol</a:t>
            </a:r>
            <a:endParaRPr lang="fr-FR" sz="16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francois.vilars@TAg56.bzh</a:t>
            </a:r>
          </a:p>
          <a:p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06 73 66 65 21</a:t>
            </a:r>
            <a:endParaRPr lang="fr-FR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634" y="3853822"/>
            <a:ext cx="752436" cy="7560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860111"/>
            <a:ext cx="752436" cy="756000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013624"/>
            <a:ext cx="752436" cy="756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625" y="3013624"/>
            <a:ext cx="752436" cy="756000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1" y="3013624"/>
            <a:ext cx="752436" cy="7560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42" y="2158078"/>
            <a:ext cx="752436" cy="756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116" y="2167137"/>
            <a:ext cx="752436" cy="7560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57" y="2167137"/>
            <a:ext cx="752436" cy="756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2167137"/>
            <a:ext cx="752436" cy="756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996" y="1317051"/>
            <a:ext cx="752436" cy="756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468" y="1317051"/>
            <a:ext cx="752436" cy="75600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1317051"/>
            <a:ext cx="752436" cy="7560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98" y="980983"/>
            <a:ext cx="1344560" cy="10044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370" y="3566367"/>
            <a:ext cx="3075870" cy="24552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470" y="2521734"/>
            <a:ext cx="304221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>
            <a:off x="-13253" y="-2197"/>
            <a:ext cx="3374639" cy="687629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 flipH="1">
            <a:off x="5782614" y="13901"/>
            <a:ext cx="3361386" cy="687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" b="5151"/>
          <a:stretch/>
        </p:blipFill>
        <p:spPr>
          <a:xfrm>
            <a:off x="0" y="0"/>
            <a:ext cx="9156879" cy="68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2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1"/>
          <a:stretch/>
        </p:blipFill>
        <p:spPr>
          <a:xfrm>
            <a:off x="0" y="-1"/>
            <a:ext cx="9151334" cy="687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228505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0" b="43818"/>
          <a:stretch/>
        </p:blipFill>
        <p:spPr>
          <a:xfrm>
            <a:off x="442288" y="400326"/>
            <a:ext cx="5558556" cy="5815908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85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438</TotalTime>
  <Words>133</Words>
  <Application>Microsoft Office PowerPoint</Application>
  <PresentationFormat>Affichage à l'écran (4:3)</PresentationFormat>
  <Paragraphs>81</Paragraphs>
  <Slides>28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86</cp:revision>
  <dcterms:created xsi:type="dcterms:W3CDTF">2017-01-06T14:27:23Z</dcterms:created>
  <dcterms:modified xsi:type="dcterms:W3CDTF">2019-02-04T09:55:19Z</dcterms:modified>
</cp:coreProperties>
</file>