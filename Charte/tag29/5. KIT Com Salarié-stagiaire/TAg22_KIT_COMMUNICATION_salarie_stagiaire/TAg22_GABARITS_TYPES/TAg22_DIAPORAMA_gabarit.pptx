
<file path=[Content_Types].xml><?xml version="1.0" encoding="utf-8"?>
<Types xmlns="http://schemas.openxmlformats.org/package/2006/content-types">
  <Default Extension="png" ContentType="image/png"/>
  <Default Extension="m4a" ContentType="audio/mp4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13" r:id="rId3"/>
    <p:sldId id="257" r:id="rId4"/>
    <p:sldId id="259" r:id="rId5"/>
    <p:sldId id="291" r:id="rId6"/>
    <p:sldId id="301" r:id="rId7"/>
    <p:sldId id="260" r:id="rId8"/>
    <p:sldId id="261" r:id="rId9"/>
    <p:sldId id="274" r:id="rId10"/>
    <p:sldId id="303" r:id="rId11"/>
    <p:sldId id="263" r:id="rId12"/>
    <p:sldId id="318" r:id="rId13"/>
    <p:sldId id="304" r:id="rId14"/>
    <p:sldId id="265" r:id="rId15"/>
    <p:sldId id="281" r:id="rId16"/>
    <p:sldId id="305" r:id="rId17"/>
    <p:sldId id="286" r:id="rId18"/>
    <p:sldId id="282" r:id="rId19"/>
    <p:sldId id="287" r:id="rId20"/>
    <p:sldId id="283" r:id="rId21"/>
    <p:sldId id="288" r:id="rId22"/>
    <p:sldId id="285" r:id="rId23"/>
    <p:sldId id="290" r:id="rId24"/>
    <p:sldId id="319" r:id="rId25"/>
    <p:sldId id="314" r:id="rId26"/>
    <p:sldId id="307" r:id="rId27"/>
    <p:sldId id="315" r:id="rId28"/>
    <p:sldId id="317" r:id="rId2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2938"/>
    <a:srgbClr val="5FB9C8"/>
    <a:srgbClr val="0071B9"/>
    <a:srgbClr val="000000"/>
    <a:srgbClr val="A42423"/>
    <a:srgbClr val="EB5B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 snapToGrid="0">
      <p:cViewPr varScale="1">
        <p:scale>
          <a:sx n="51" d="100"/>
          <a:sy n="51" d="100"/>
        </p:scale>
        <p:origin x="78" y="4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0916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6128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3448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1202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614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4126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7778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3959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4841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2946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8439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D0AD0E-39A3-4012-B1D3-C6ACEAD1D0EE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2429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8.pn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273" y="0"/>
            <a:ext cx="5043902" cy="6858000"/>
          </a:xfrm>
          <a:prstGeom prst="rect">
            <a:avLst/>
          </a:prstGeom>
        </p:spPr>
      </p:pic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116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593"/>
    </mc:Choice>
    <mc:Fallback xmlns="">
      <p:transition spd="slow" advTm="345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13" b="5907"/>
          <a:stretch/>
        </p:blipFill>
        <p:spPr>
          <a:xfrm>
            <a:off x="0" y="0"/>
            <a:ext cx="9164320" cy="6864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008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FB9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767" y="2047775"/>
            <a:ext cx="1748585" cy="2599200"/>
          </a:xfrm>
          <a:prstGeom prst="rect">
            <a:avLst/>
          </a:prstGeom>
        </p:spPr>
      </p:pic>
      <p:sp>
        <p:nvSpPr>
          <p:cNvPr id="2" name="ZoneTexte 1"/>
          <p:cNvSpPr txBox="1"/>
          <p:nvPr/>
        </p:nvSpPr>
        <p:spPr>
          <a:xfrm>
            <a:off x="2910625" y="1885437"/>
            <a:ext cx="6413679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600" dirty="0">
                <a:solidFill>
                  <a:schemeClr val="bg1"/>
                </a:solidFill>
                <a:latin typeface="Quicksand Book" panose="02070303000000060000" pitchFamily="18" charset="0"/>
              </a:rPr>
              <a:t>L</a:t>
            </a:r>
            <a:r>
              <a:rPr lang="fr-FR" sz="46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e propulseur d’entrepreneuriat </a:t>
            </a:r>
          </a:p>
          <a:p>
            <a:r>
              <a:rPr lang="fr-FR" sz="46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collectif </a:t>
            </a:r>
          </a:p>
          <a:p>
            <a:r>
              <a:rPr lang="fr-FR" sz="46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des Côtes-d’Armor</a:t>
            </a:r>
            <a:endParaRPr lang="fr-FR" sz="4600" dirty="0">
              <a:solidFill>
                <a:srgbClr val="222938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8767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FB9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101" y="5320925"/>
            <a:ext cx="864605" cy="1285200"/>
          </a:xfrm>
          <a:prstGeom prst="rect">
            <a:avLst/>
          </a:prstGeom>
        </p:spPr>
      </p:pic>
      <p:sp>
        <p:nvSpPr>
          <p:cNvPr id="2" name="ZoneTexte 1"/>
          <p:cNvSpPr txBox="1"/>
          <p:nvPr/>
        </p:nvSpPr>
        <p:spPr>
          <a:xfrm>
            <a:off x="1123407" y="2334432"/>
            <a:ext cx="8020593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DIAPORAMA TYPE</a:t>
            </a:r>
          </a:p>
          <a:p>
            <a:r>
              <a:rPr lang="fr-FR" sz="3600" dirty="0" smtClean="0">
                <a:solidFill>
                  <a:srgbClr val="222938"/>
                </a:solidFill>
                <a:latin typeface="Quicksand Dash" panose="02070303000000060000" pitchFamily="18" charset="0"/>
              </a:rPr>
              <a:t>19.01.2017</a:t>
            </a:r>
          </a:p>
          <a:p>
            <a:r>
              <a:rPr lang="fr-FR" sz="3600" dirty="0" smtClean="0">
                <a:solidFill>
                  <a:srgbClr val="222938"/>
                </a:solidFill>
                <a:latin typeface="Quicksand Dash" panose="02070303000000060000" pitchFamily="18" charset="0"/>
              </a:rPr>
              <a:t>TAg22</a:t>
            </a:r>
            <a:endParaRPr lang="fr-FR" sz="3600" dirty="0">
              <a:solidFill>
                <a:srgbClr val="222938"/>
              </a:solidFill>
              <a:latin typeface="Quicksand Dash" panose="02070303000000060000" pitchFamily="18" charset="0"/>
            </a:endParaRPr>
          </a:p>
          <a:p>
            <a:endParaRPr lang="fr-FR" sz="3600" dirty="0">
              <a:latin typeface="Quicksand Dash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4492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9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521"/>
          <a:stretch/>
        </p:blipFill>
        <p:spPr>
          <a:xfrm>
            <a:off x="419813" y="369152"/>
            <a:ext cx="6160170" cy="5936974"/>
          </a:xfrm>
          <a:prstGeom prst="rect">
            <a:avLst/>
          </a:prstGeom>
        </p:spPr>
      </p:pic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1136623" y="2315976"/>
            <a:ext cx="396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professionnalisme</a:t>
            </a:r>
            <a:endParaRPr lang="fr-FR" sz="22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1015583" y="3965323"/>
            <a:ext cx="396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ld" pitchFamily="50" charset="0"/>
              </a:rPr>
              <a:t>entrepreneuriat</a:t>
            </a:r>
            <a:endParaRPr lang="fr-FR" sz="2800" dirty="0">
              <a:solidFill>
                <a:schemeClr val="bg1"/>
              </a:solidFill>
              <a:latin typeface="Quicksand Bold" pitchFamily="50" charset="0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3292336" y="4316972"/>
            <a:ext cx="25369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laboratoire</a:t>
            </a:r>
            <a:endParaRPr lang="fr-FR" sz="28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3796488" y="2208704"/>
            <a:ext cx="25369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smtClean="0">
                <a:solidFill>
                  <a:schemeClr val="bg1"/>
                </a:solidFill>
                <a:latin typeface="Quicksand Bold" pitchFamily="50" charset="0"/>
              </a:rPr>
              <a:t>territoire</a:t>
            </a:r>
            <a:endParaRPr lang="fr-FR" sz="3200" dirty="0">
              <a:solidFill>
                <a:schemeClr val="bg1"/>
              </a:solidFill>
              <a:latin typeface="Quicksand Bold" pitchFamily="50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1031257" y="4509386"/>
            <a:ext cx="24245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accompagnateur</a:t>
            </a:r>
            <a:endParaRPr lang="fr-FR" sz="20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1238389" y="4321130"/>
            <a:ext cx="2047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Light" panose="02070303000000060000" pitchFamily="18" charset="0"/>
              </a:rPr>
              <a:t>autonomisation</a:t>
            </a:r>
            <a:endParaRPr lang="fr-FR" dirty="0">
              <a:solidFill>
                <a:schemeClr val="bg1"/>
              </a:solidFill>
              <a:latin typeface="Quicksand Light" panose="02070303000000060000" pitchFamily="18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1244692" y="2000730"/>
            <a:ext cx="27117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ld" pitchFamily="50" charset="0"/>
              </a:rPr>
              <a:t>collaboratif</a:t>
            </a:r>
            <a:endParaRPr lang="fr-FR" sz="2800" dirty="0">
              <a:solidFill>
                <a:schemeClr val="bg1"/>
              </a:solidFill>
              <a:latin typeface="Quicksand Bold" pitchFamily="50" charset="0"/>
            </a:endParaRPr>
          </a:p>
        </p:txBody>
      </p:sp>
      <p:sp>
        <p:nvSpPr>
          <p:cNvPr id="12" name="ZoneTexte 11"/>
          <p:cNvSpPr txBox="1"/>
          <p:nvPr/>
        </p:nvSpPr>
        <p:spPr>
          <a:xfrm rot="16200000">
            <a:off x="3100457" y="3146061"/>
            <a:ext cx="22107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proximité</a:t>
            </a:r>
            <a:endParaRPr lang="fr-FR" sz="28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3" name="ZoneTexte 12"/>
          <p:cNvSpPr txBox="1"/>
          <p:nvPr/>
        </p:nvSpPr>
        <p:spPr>
          <a:xfrm rot="16200000">
            <a:off x="1229749" y="3124705"/>
            <a:ext cx="16274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innovation</a:t>
            </a:r>
            <a:endParaRPr lang="fr-FR" sz="20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 rot="16200000">
            <a:off x="3134764" y="1293684"/>
            <a:ext cx="197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déclencheur</a:t>
            </a:r>
            <a:endParaRPr lang="fr-FR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 rot="16200000">
            <a:off x="1610835" y="3230875"/>
            <a:ext cx="1519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dynamisme</a:t>
            </a:r>
            <a:endParaRPr lang="fr-FR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7" name="ZoneTexte 16"/>
          <p:cNvSpPr txBox="1"/>
          <p:nvPr/>
        </p:nvSpPr>
        <p:spPr>
          <a:xfrm rot="16200000">
            <a:off x="2955103" y="3021218"/>
            <a:ext cx="197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Light" panose="02070303000000060000" pitchFamily="18" charset="0"/>
              </a:rPr>
              <a:t>continuum</a:t>
            </a:r>
            <a:endParaRPr lang="fr-FR" dirty="0">
              <a:solidFill>
                <a:schemeClr val="bg1"/>
              </a:solidFill>
              <a:latin typeface="Quicksand Light" panose="02070303000000060000" pitchFamily="18" charset="0"/>
            </a:endParaRPr>
          </a:p>
        </p:txBody>
      </p:sp>
      <p:sp>
        <p:nvSpPr>
          <p:cNvPr id="18" name="ZoneTexte 17"/>
          <p:cNvSpPr txBox="1"/>
          <p:nvPr/>
        </p:nvSpPr>
        <p:spPr>
          <a:xfrm rot="16200000">
            <a:off x="3129561" y="2927546"/>
            <a:ext cx="2711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communauté</a:t>
            </a:r>
            <a:endParaRPr lang="fr-FR" sz="20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pic>
        <p:nvPicPr>
          <p:cNvPr id="20" name="Image 1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7103" y="5253844"/>
            <a:ext cx="1013239" cy="1468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254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593"/>
    </mc:Choice>
    <mc:Fallback xmlns="">
      <p:transition spd="slow" advTm="345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FB9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101" y="5320925"/>
            <a:ext cx="864605" cy="1285200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0" y="2061702"/>
            <a:ext cx="9144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« Peu de texte par diapo. 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La lecture ne doit pas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empêcher votre auditoire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de vous écouter.»</a:t>
            </a:r>
            <a:endParaRPr lang="fr-FR" sz="2800" dirty="0" smtClean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5643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7103" y="5253844"/>
            <a:ext cx="1013239" cy="1468928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1148469" y="1659844"/>
            <a:ext cx="7096259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 smtClean="0">
                <a:solidFill>
                  <a:srgbClr val="5FB9C8"/>
                </a:solidFill>
                <a:latin typeface="Quicksand Book" panose="02070303000000060000" pitchFamily="18" charset="0"/>
              </a:rPr>
              <a:t>TITRE DIAPORAMA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40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Thème numéro 1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4000" dirty="0">
                <a:solidFill>
                  <a:srgbClr val="222938"/>
                </a:solidFill>
                <a:latin typeface="Quicksand Book" panose="02070303000000060000" pitchFamily="18" charset="0"/>
              </a:rPr>
              <a:t>Thème numéro </a:t>
            </a:r>
            <a:r>
              <a:rPr lang="fr-FR" sz="40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2</a:t>
            </a:r>
            <a:endParaRPr lang="fr-FR" sz="4000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4000" dirty="0">
                <a:solidFill>
                  <a:srgbClr val="222938"/>
                </a:solidFill>
                <a:latin typeface="Quicksand Book" panose="02070303000000060000" pitchFamily="18" charset="0"/>
              </a:rPr>
              <a:t>Thème numéro </a:t>
            </a:r>
            <a:r>
              <a:rPr lang="fr-FR" sz="40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3</a:t>
            </a:r>
            <a:endParaRPr lang="fr-FR" sz="4000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4000" dirty="0">
                <a:solidFill>
                  <a:srgbClr val="222938"/>
                </a:solidFill>
                <a:latin typeface="Quicksand Book" panose="02070303000000060000" pitchFamily="18" charset="0"/>
              </a:rPr>
              <a:t>Thème numéro </a:t>
            </a:r>
            <a:r>
              <a:rPr lang="fr-FR" sz="40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4</a:t>
            </a:r>
            <a:endParaRPr lang="fr-FR" sz="4000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endParaRPr lang="fr-FR" sz="2800" dirty="0">
              <a:latin typeface="Quicksand Dash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3969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5713" y="724621"/>
            <a:ext cx="3160699" cy="1220400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1017838" y="1803838"/>
            <a:ext cx="7096259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 smtClean="0">
                <a:solidFill>
                  <a:srgbClr val="5FB9C8"/>
                </a:solidFill>
                <a:latin typeface="Quicksand Book" panose="02070303000000060000" pitchFamily="18" charset="0"/>
              </a:rPr>
              <a:t>Thème numéro 1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fr-FR" sz="2800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Première information à véhiculer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Deuxième information à véhiculer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Troisième information à véhiculer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4217826" y="881344"/>
            <a:ext cx="27791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priorité 2017</a:t>
            </a:r>
            <a:endParaRPr lang="fr-FR" sz="32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7103" y="5253844"/>
            <a:ext cx="1013239" cy="1468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675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63" r="10900"/>
          <a:stretch/>
        </p:blipFill>
        <p:spPr>
          <a:xfrm>
            <a:off x="-29028" y="0"/>
            <a:ext cx="9173028" cy="6858000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471" t="192"/>
          <a:stretch/>
        </p:blipFill>
        <p:spPr>
          <a:xfrm>
            <a:off x="-26504" y="-13252"/>
            <a:ext cx="3378799" cy="6904527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7103" y="5253844"/>
            <a:ext cx="1013239" cy="1468928"/>
          </a:xfrm>
          <a:prstGeom prst="rect">
            <a:avLst/>
          </a:prstGeom>
        </p:spPr>
      </p:pic>
      <p:sp>
        <p:nvSpPr>
          <p:cNvPr id="4" name="ZoneTexte 3"/>
          <p:cNvSpPr txBox="1"/>
          <p:nvPr/>
        </p:nvSpPr>
        <p:spPr>
          <a:xfrm>
            <a:off x="580573" y="1887633"/>
            <a:ext cx="246742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Matinale</a:t>
            </a:r>
          </a:p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incubateur</a:t>
            </a:r>
          </a:p>
          <a:p>
            <a:r>
              <a:rPr lang="fr-FR" sz="2800" dirty="0" smtClean="0">
                <a:solidFill>
                  <a:srgbClr val="222938"/>
                </a:solidFill>
                <a:latin typeface="Quicksand Dash" panose="02070303000000060000" pitchFamily="18" charset="0"/>
              </a:rPr>
              <a:t>09.01.2017</a:t>
            </a:r>
          </a:p>
          <a:p>
            <a:r>
              <a:rPr lang="fr-FR" sz="2800" dirty="0" smtClean="0">
                <a:solidFill>
                  <a:srgbClr val="222938"/>
                </a:solidFill>
                <a:latin typeface="Quicksand Dash" panose="02070303000000060000" pitchFamily="18" charset="0"/>
              </a:rPr>
              <a:t>ST-BRIEUC</a:t>
            </a:r>
          </a:p>
          <a:p>
            <a:r>
              <a:rPr lang="fr-FR" sz="6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26 </a:t>
            </a:r>
          </a:p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participants</a:t>
            </a:r>
            <a:endParaRPr lang="fr-FR" sz="28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0538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/>
          <p:cNvSpPr txBox="1"/>
          <p:nvPr/>
        </p:nvSpPr>
        <p:spPr>
          <a:xfrm>
            <a:off x="1017838" y="1778080"/>
            <a:ext cx="7096259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 smtClean="0">
                <a:solidFill>
                  <a:srgbClr val="5FB9C8"/>
                </a:solidFill>
                <a:latin typeface="Quicksand Book" panose="02070303000000060000" pitchFamily="18" charset="0"/>
              </a:rPr>
              <a:t>Thème numéro 2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fr-FR" sz="2800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Première information à véhiculer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Deuxième information à véhiculer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Troisième information à véhiculer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7103" y="5253844"/>
            <a:ext cx="1013239" cy="1468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032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FB9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101" y="5320925"/>
            <a:ext cx="864605" cy="1285200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0" y="2535981"/>
            <a:ext cx="9144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« Message clé à retenir. 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125 projets soutenus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en 2020. »</a:t>
            </a:r>
            <a:endParaRPr lang="fr-FR" sz="2800" dirty="0" smtClean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2233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644" y="1600845"/>
            <a:ext cx="2816468" cy="4164227"/>
          </a:xfrm>
          <a:prstGeom prst="rect">
            <a:avLst/>
          </a:prstGeom>
        </p:spPr>
      </p:pic>
      <p:pic>
        <p:nvPicPr>
          <p:cNvPr id="10" name="Picture 2" descr="C:\Users\Utilisateur\Desktop\TAg BZH\CARTEBZH-TAg-4DEP-V2.jp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3559507" y="2500623"/>
            <a:ext cx="5565038" cy="4430268"/>
          </a:xfrm>
          <a:prstGeom prst="rect">
            <a:avLst/>
          </a:prstGeom>
          <a:noFill/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1139" y="1001655"/>
            <a:ext cx="1017575" cy="1472400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1871" y="1193097"/>
            <a:ext cx="1014659" cy="1472400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2383" y="5236701"/>
            <a:ext cx="1017018" cy="1472400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8261" y="1525052"/>
            <a:ext cx="1017575" cy="1472400"/>
          </a:xfrm>
          <a:prstGeom prst="rect">
            <a:avLst/>
          </a:prstGeom>
        </p:spPr>
      </p:pic>
      <p:sp>
        <p:nvSpPr>
          <p:cNvPr id="15" name="ZoneTexte 14"/>
          <p:cNvSpPr txBox="1"/>
          <p:nvPr/>
        </p:nvSpPr>
        <p:spPr>
          <a:xfrm>
            <a:off x="1636012" y="1056099"/>
            <a:ext cx="24737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000" dirty="0">
                <a:solidFill>
                  <a:srgbClr val="F9AF3C"/>
                </a:solidFill>
                <a:latin typeface="Quicksand Book" panose="02070303000000060000" pitchFamily="18" charset="0"/>
              </a:rPr>
              <a:t>Morlaix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6824878" y="755724"/>
            <a:ext cx="17160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000" dirty="0">
                <a:solidFill>
                  <a:srgbClr val="EB5B25"/>
                </a:solidFill>
                <a:latin typeface="Quicksand Book" panose="02070303000000060000" pitchFamily="18" charset="0"/>
              </a:rPr>
              <a:t>Rennes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4727314" y="580114"/>
            <a:ext cx="1721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000" dirty="0">
                <a:solidFill>
                  <a:srgbClr val="5FB9C8"/>
                </a:solidFill>
                <a:latin typeface="Quicksand Book" panose="02070303000000060000" pitchFamily="18" charset="0"/>
              </a:rPr>
              <a:t>St-Brieuc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2813176" y="5588970"/>
            <a:ext cx="17160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000" dirty="0">
                <a:solidFill>
                  <a:srgbClr val="0071B9"/>
                </a:solidFill>
                <a:latin typeface="Quicksand Book" panose="02070303000000060000" pitchFamily="18" charset="0"/>
              </a:rPr>
              <a:t>Lorient</a:t>
            </a:r>
          </a:p>
        </p:txBody>
      </p:sp>
    </p:spTree>
    <p:extLst>
      <p:ext uri="{BB962C8B-B14F-4D97-AF65-F5344CB8AC3E}">
        <p14:creationId xmlns:p14="http://schemas.microsoft.com/office/powerpoint/2010/main" val="1020606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589"/>
            <a:ext cx="9234152" cy="7249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145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2091" y="1049469"/>
            <a:ext cx="3685623" cy="501120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41"/>
          <a:stretch/>
        </p:blipFill>
        <p:spPr>
          <a:xfrm flipH="1">
            <a:off x="5652261" y="-16097"/>
            <a:ext cx="3491737" cy="6899856"/>
          </a:xfrm>
          <a:prstGeom prst="rect">
            <a:avLst/>
          </a:prstGeom>
        </p:spPr>
      </p:pic>
      <p:sp>
        <p:nvSpPr>
          <p:cNvPr id="2" name="ZoneTexte 1"/>
          <p:cNvSpPr txBox="1"/>
          <p:nvPr/>
        </p:nvSpPr>
        <p:spPr>
          <a:xfrm>
            <a:off x="6343416" y="2491328"/>
            <a:ext cx="31086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222938"/>
                </a:solidFill>
                <a:latin typeface="Quicksand Bold" pitchFamily="50" charset="0"/>
              </a:rPr>
              <a:t>Propulsé par</a:t>
            </a:r>
          </a:p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Patrice HENAFF</a:t>
            </a:r>
          </a:p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Directeur </a:t>
            </a:r>
            <a:r>
              <a:rPr lang="fr-FR" dirty="0">
                <a:solidFill>
                  <a:schemeClr val="bg1"/>
                </a:solidFill>
                <a:latin typeface="Quicksand Book" panose="02070303000000060000" pitchFamily="18" charset="0"/>
              </a:rPr>
              <a:t>RICH’ESS</a:t>
            </a:r>
          </a:p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direction@TAg22.fr</a:t>
            </a:r>
          </a:p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06 </a:t>
            </a:r>
            <a:r>
              <a:rPr lang="fr-FR" dirty="0">
                <a:solidFill>
                  <a:schemeClr val="bg1"/>
                </a:solidFill>
                <a:latin typeface="Quicksand Book" panose="02070303000000060000" pitchFamily="18" charset="0"/>
              </a:rPr>
              <a:t>08 70 25 </a:t>
            </a:r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65</a:t>
            </a:r>
          </a:p>
        </p:txBody>
      </p:sp>
    </p:spTree>
    <p:extLst>
      <p:ext uri="{BB962C8B-B14F-4D97-AF65-F5344CB8AC3E}">
        <p14:creationId xmlns:p14="http://schemas.microsoft.com/office/powerpoint/2010/main" val="815284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FB9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101" y="5320925"/>
            <a:ext cx="864605" cy="1285200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0" y="2078781"/>
            <a:ext cx="9144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Fonds et objets à utiliser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pour la </a:t>
            </a:r>
            <a:r>
              <a:rPr lang="fr-FR" sz="40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mise en forme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d’un diaporama.</a:t>
            </a:r>
          </a:p>
          <a:p>
            <a:pPr algn="ctr"/>
            <a:r>
              <a:rPr lang="fr-FR" sz="40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Diapos suivantes.</a:t>
            </a:r>
            <a:endParaRPr lang="fr-FR" sz="2800" dirty="0" smtClean="0">
              <a:solidFill>
                <a:srgbClr val="222938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257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2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1098" y="991946"/>
            <a:ext cx="1344560" cy="1004400"/>
          </a:xfrm>
          <a:prstGeom prst="rect">
            <a:avLst/>
          </a:prstGeom>
        </p:spPr>
      </p:pic>
      <p:pic>
        <p:nvPicPr>
          <p:cNvPr id="26" name="Image 2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499" y="3860111"/>
            <a:ext cx="752436" cy="756000"/>
          </a:xfrm>
          <a:prstGeom prst="rect">
            <a:avLst/>
          </a:prstGeom>
        </p:spPr>
      </p:pic>
      <p:pic>
        <p:nvPicPr>
          <p:cNvPr id="25" name="Image 2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1583" y="3860111"/>
            <a:ext cx="752436" cy="756000"/>
          </a:xfrm>
          <a:prstGeom prst="rect">
            <a:avLst/>
          </a:prstGeom>
        </p:spPr>
      </p:pic>
      <p:pic>
        <p:nvPicPr>
          <p:cNvPr id="24" name="Image 2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6643" y="3013624"/>
            <a:ext cx="752436" cy="756000"/>
          </a:xfrm>
          <a:prstGeom prst="rect">
            <a:avLst/>
          </a:prstGeom>
        </p:spPr>
      </p:pic>
      <p:pic>
        <p:nvPicPr>
          <p:cNvPr id="23" name="Image 2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1583" y="3013624"/>
            <a:ext cx="752436" cy="756000"/>
          </a:xfrm>
          <a:prstGeom prst="rect">
            <a:avLst/>
          </a:prstGeom>
        </p:spPr>
      </p:pic>
      <p:pic>
        <p:nvPicPr>
          <p:cNvPr id="20" name="Image 1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01" y="3013624"/>
            <a:ext cx="752436" cy="756000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6970" y="2150325"/>
            <a:ext cx="752436" cy="75600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9237" y="2167137"/>
            <a:ext cx="752436" cy="756000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6378" y="2167137"/>
            <a:ext cx="752436" cy="756000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660" y="2164265"/>
            <a:ext cx="752436" cy="756000"/>
          </a:xfrm>
          <a:prstGeom prst="rect">
            <a:avLst/>
          </a:prstGeom>
        </p:spPr>
      </p:pic>
      <p:pic>
        <p:nvPicPr>
          <p:cNvPr id="21" name="Image 20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8370" y="3574745"/>
            <a:ext cx="3075870" cy="2455200"/>
          </a:xfrm>
          <a:prstGeom prst="rect">
            <a:avLst/>
          </a:prstGeom>
        </p:spPr>
      </p:pic>
      <p:pic>
        <p:nvPicPr>
          <p:cNvPr id="19" name="Image 18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7751" y="1317051"/>
            <a:ext cx="752436" cy="756000"/>
          </a:xfrm>
          <a:prstGeom prst="rect">
            <a:avLst/>
          </a:prstGeom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6378" y="1317051"/>
            <a:ext cx="752436" cy="756000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539" y="1317051"/>
            <a:ext cx="752436" cy="756000"/>
          </a:xfrm>
          <a:prstGeom prst="rect">
            <a:avLst/>
          </a:prstGeom>
        </p:spPr>
      </p:pic>
      <p:pic>
        <p:nvPicPr>
          <p:cNvPr id="17" name="Image 16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591" y="2495976"/>
            <a:ext cx="3042210" cy="24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474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884" y="4726681"/>
            <a:ext cx="6114300" cy="1847092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5981" y="2556501"/>
            <a:ext cx="5715012" cy="1850140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81" y="386321"/>
            <a:ext cx="5620523" cy="2170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793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9253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902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41"/>
          <a:stretch/>
        </p:blipFill>
        <p:spPr>
          <a:xfrm flipH="1">
            <a:off x="5652261" y="-16097"/>
            <a:ext cx="3491737" cy="6899856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41"/>
          <a:stretch/>
        </p:blipFill>
        <p:spPr>
          <a:xfrm>
            <a:off x="-51515" y="-16098"/>
            <a:ext cx="3403924" cy="6890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082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9335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764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19"/>
          <a:stretch/>
        </p:blipFill>
        <p:spPr>
          <a:xfrm>
            <a:off x="-55419" y="-16098"/>
            <a:ext cx="3407827" cy="6885708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19"/>
          <a:stretch/>
        </p:blipFill>
        <p:spPr>
          <a:xfrm flipH="1">
            <a:off x="5652261" y="1"/>
            <a:ext cx="3493047" cy="6885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100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FB9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9335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285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FB9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76"/>
          <a:stretch/>
        </p:blipFill>
        <p:spPr>
          <a:xfrm>
            <a:off x="-62345" y="4684"/>
            <a:ext cx="3414752" cy="685800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76"/>
          <a:stretch/>
        </p:blipFill>
        <p:spPr>
          <a:xfrm flipH="1">
            <a:off x="5729248" y="4684"/>
            <a:ext cx="34147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424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644" y="1600845"/>
            <a:ext cx="2816468" cy="4164227"/>
          </a:xfrm>
          <a:prstGeom prst="rect">
            <a:avLst/>
          </a:prstGeom>
        </p:spPr>
      </p:pic>
      <p:pic>
        <p:nvPicPr>
          <p:cNvPr id="10" name="Picture 2" descr="C:\Users\Utilisateur\Desktop\TAg BZH\CARTEBZH-TAg-4DEP-V2.jp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3559507" y="2500623"/>
            <a:ext cx="5565038" cy="4430268"/>
          </a:xfrm>
          <a:prstGeom prst="rect">
            <a:avLst/>
          </a:prstGeom>
          <a:noFill/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1139" y="1001655"/>
            <a:ext cx="1017575" cy="1472400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1871" y="1193097"/>
            <a:ext cx="1014659" cy="1472400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2383" y="5236701"/>
            <a:ext cx="1017018" cy="1472400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8261" y="1525052"/>
            <a:ext cx="1017575" cy="1472400"/>
          </a:xfrm>
          <a:prstGeom prst="rect">
            <a:avLst/>
          </a:prstGeom>
        </p:spPr>
      </p:pic>
      <p:sp>
        <p:nvSpPr>
          <p:cNvPr id="15" name="ZoneTexte 14"/>
          <p:cNvSpPr txBox="1"/>
          <p:nvPr/>
        </p:nvSpPr>
        <p:spPr>
          <a:xfrm>
            <a:off x="1636012" y="1056099"/>
            <a:ext cx="24737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000" dirty="0">
                <a:solidFill>
                  <a:srgbClr val="F9AF3C"/>
                </a:solidFill>
                <a:latin typeface="Quicksand Book" panose="02070303000000060000" pitchFamily="18" charset="0"/>
              </a:rPr>
              <a:t>Morlaix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6824878" y="755724"/>
            <a:ext cx="17160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000" dirty="0">
                <a:solidFill>
                  <a:srgbClr val="EB5B25"/>
                </a:solidFill>
                <a:latin typeface="Quicksand Book" panose="02070303000000060000" pitchFamily="18" charset="0"/>
              </a:rPr>
              <a:t>Rennes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4727314" y="580114"/>
            <a:ext cx="1721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000" dirty="0">
                <a:solidFill>
                  <a:srgbClr val="5FB9C8"/>
                </a:solidFill>
                <a:latin typeface="Quicksand Book" panose="02070303000000060000" pitchFamily="18" charset="0"/>
              </a:rPr>
              <a:t>St-Brieuc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2813176" y="5588970"/>
            <a:ext cx="17160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000" dirty="0">
                <a:solidFill>
                  <a:srgbClr val="0071B9"/>
                </a:solidFill>
                <a:latin typeface="Quicksand Book" panose="02070303000000060000" pitchFamily="18" charset="0"/>
              </a:rPr>
              <a:t>Lorient</a:t>
            </a:r>
          </a:p>
        </p:txBody>
      </p:sp>
    </p:spTree>
    <p:extLst>
      <p:ext uri="{BB962C8B-B14F-4D97-AF65-F5344CB8AC3E}">
        <p14:creationId xmlns:p14="http://schemas.microsoft.com/office/powerpoint/2010/main" val="3670486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13" b="5907"/>
          <a:stretch/>
        </p:blipFill>
        <p:spPr>
          <a:xfrm>
            <a:off x="0" y="0"/>
            <a:ext cx="9164320" cy="6864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54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589"/>
            <a:ext cx="9234152" cy="7249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734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"/>
            <a:ext cx="9151334" cy="722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746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9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521"/>
          <a:stretch/>
        </p:blipFill>
        <p:spPr>
          <a:xfrm>
            <a:off x="419813" y="369152"/>
            <a:ext cx="6160170" cy="5936974"/>
          </a:xfrm>
          <a:prstGeom prst="rect">
            <a:avLst/>
          </a:prstGeom>
        </p:spPr>
      </p:pic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1136623" y="2315976"/>
            <a:ext cx="396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professionnalisme</a:t>
            </a:r>
            <a:endParaRPr lang="fr-FR" sz="22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1015583" y="3965323"/>
            <a:ext cx="396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ld" pitchFamily="50" charset="0"/>
              </a:rPr>
              <a:t>entrepreneuriat</a:t>
            </a:r>
            <a:endParaRPr lang="fr-FR" sz="2800" dirty="0">
              <a:solidFill>
                <a:schemeClr val="bg1"/>
              </a:solidFill>
              <a:latin typeface="Quicksand Bold" pitchFamily="50" charset="0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3292336" y="4316972"/>
            <a:ext cx="25369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laboratoire</a:t>
            </a:r>
            <a:endParaRPr lang="fr-FR" sz="28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3796488" y="2208704"/>
            <a:ext cx="25369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smtClean="0">
                <a:solidFill>
                  <a:schemeClr val="bg1"/>
                </a:solidFill>
                <a:latin typeface="Quicksand Bold" pitchFamily="50" charset="0"/>
              </a:rPr>
              <a:t>territoire</a:t>
            </a:r>
            <a:endParaRPr lang="fr-FR" sz="3200" dirty="0">
              <a:solidFill>
                <a:schemeClr val="bg1"/>
              </a:solidFill>
              <a:latin typeface="Quicksand Bold" pitchFamily="50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1031257" y="4509386"/>
            <a:ext cx="24245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accompagnateur</a:t>
            </a:r>
            <a:endParaRPr lang="fr-FR" sz="20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1238389" y="4321130"/>
            <a:ext cx="2047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Light" panose="02070303000000060000" pitchFamily="18" charset="0"/>
              </a:rPr>
              <a:t>autonomisation</a:t>
            </a:r>
            <a:endParaRPr lang="fr-FR" dirty="0">
              <a:solidFill>
                <a:schemeClr val="bg1"/>
              </a:solidFill>
              <a:latin typeface="Quicksand Light" panose="02070303000000060000" pitchFamily="18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1244692" y="2000730"/>
            <a:ext cx="27117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ld" pitchFamily="50" charset="0"/>
              </a:rPr>
              <a:t>collaboratif</a:t>
            </a:r>
            <a:endParaRPr lang="fr-FR" sz="2800" dirty="0">
              <a:solidFill>
                <a:schemeClr val="bg1"/>
              </a:solidFill>
              <a:latin typeface="Quicksand Bold" pitchFamily="50" charset="0"/>
            </a:endParaRPr>
          </a:p>
        </p:txBody>
      </p:sp>
      <p:sp>
        <p:nvSpPr>
          <p:cNvPr id="12" name="ZoneTexte 11"/>
          <p:cNvSpPr txBox="1"/>
          <p:nvPr/>
        </p:nvSpPr>
        <p:spPr>
          <a:xfrm rot="16200000">
            <a:off x="3100457" y="3146061"/>
            <a:ext cx="22107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proximité</a:t>
            </a:r>
            <a:endParaRPr lang="fr-FR" sz="28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3" name="ZoneTexte 12"/>
          <p:cNvSpPr txBox="1"/>
          <p:nvPr/>
        </p:nvSpPr>
        <p:spPr>
          <a:xfrm rot="16200000">
            <a:off x="1229749" y="3124705"/>
            <a:ext cx="16274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innovation</a:t>
            </a:r>
            <a:endParaRPr lang="fr-FR" sz="20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 rot="16200000">
            <a:off x="3134764" y="1293684"/>
            <a:ext cx="197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déclencheur</a:t>
            </a:r>
            <a:endParaRPr lang="fr-FR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 rot="16200000">
            <a:off x="1610835" y="3230875"/>
            <a:ext cx="1519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dynamisme</a:t>
            </a:r>
            <a:endParaRPr lang="fr-FR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7" name="ZoneTexte 16"/>
          <p:cNvSpPr txBox="1"/>
          <p:nvPr/>
        </p:nvSpPr>
        <p:spPr>
          <a:xfrm rot="16200000">
            <a:off x="2955103" y="3021218"/>
            <a:ext cx="197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Light" panose="02070303000000060000" pitchFamily="18" charset="0"/>
              </a:rPr>
              <a:t>continuum</a:t>
            </a:r>
            <a:endParaRPr lang="fr-FR" dirty="0">
              <a:solidFill>
                <a:schemeClr val="bg1"/>
              </a:solidFill>
              <a:latin typeface="Quicksand Light" panose="02070303000000060000" pitchFamily="18" charset="0"/>
            </a:endParaRPr>
          </a:p>
        </p:txBody>
      </p:sp>
      <p:sp>
        <p:nvSpPr>
          <p:cNvPr id="18" name="ZoneTexte 17"/>
          <p:cNvSpPr txBox="1"/>
          <p:nvPr/>
        </p:nvSpPr>
        <p:spPr>
          <a:xfrm rot="16200000">
            <a:off x="3129561" y="2927546"/>
            <a:ext cx="2711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communauté</a:t>
            </a:r>
            <a:endParaRPr lang="fr-FR" sz="20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pic>
        <p:nvPicPr>
          <p:cNvPr id="20" name="Image 1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7103" y="5253844"/>
            <a:ext cx="1013239" cy="1468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852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593"/>
    </mc:Choice>
    <mc:Fallback xmlns="">
      <p:transition spd="slow" advTm="345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460</TotalTime>
  <Words>126</Words>
  <Application>Microsoft Office PowerPoint</Application>
  <PresentationFormat>Affichage à l'écran (4:3)</PresentationFormat>
  <Paragraphs>78</Paragraphs>
  <Slides>28</Slides>
  <Notes>0</Notes>
  <HiddenSlides>0</HiddenSlides>
  <MMClips>3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7" baseType="lpstr">
      <vt:lpstr>Arial</vt:lpstr>
      <vt:lpstr>Calibri</vt:lpstr>
      <vt:lpstr>Calibri Light</vt:lpstr>
      <vt:lpstr>Quicksand Bold</vt:lpstr>
      <vt:lpstr>Quicksand Book</vt:lpstr>
      <vt:lpstr>Quicksand Dash</vt:lpstr>
      <vt:lpstr>Quicksand Light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Emmanuelle FOURNIL</dc:creator>
  <cp:lastModifiedBy>Emmanuelle FOURNIL</cp:lastModifiedBy>
  <cp:revision>91</cp:revision>
  <dcterms:created xsi:type="dcterms:W3CDTF">2017-01-06T14:27:23Z</dcterms:created>
  <dcterms:modified xsi:type="dcterms:W3CDTF">2019-02-04T09:59:05Z</dcterms:modified>
</cp:coreProperties>
</file>