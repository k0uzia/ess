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257" r:id="rId4"/>
    <p:sldId id="259" r:id="rId5"/>
    <p:sldId id="291" r:id="rId6"/>
    <p:sldId id="301" r:id="rId7"/>
    <p:sldId id="260" r:id="rId8"/>
    <p:sldId id="261" r:id="rId9"/>
    <p:sldId id="274" r:id="rId10"/>
    <p:sldId id="303" r:id="rId11"/>
    <p:sldId id="263" r:id="rId12"/>
    <p:sldId id="314" r:id="rId13"/>
    <p:sldId id="304" r:id="rId14"/>
    <p:sldId id="265" r:id="rId15"/>
    <p:sldId id="281" r:id="rId16"/>
    <p:sldId id="305" r:id="rId17"/>
    <p:sldId id="286" r:id="rId18"/>
    <p:sldId id="282" r:id="rId19"/>
    <p:sldId id="287" r:id="rId20"/>
    <p:sldId id="283" r:id="rId21"/>
    <p:sldId id="288" r:id="rId22"/>
    <p:sldId id="285" r:id="rId23"/>
    <p:sldId id="290" r:id="rId24"/>
    <p:sldId id="315" r:id="rId25"/>
    <p:sldId id="313" r:id="rId26"/>
    <p:sldId id="307" r:id="rId27"/>
    <p:sldId id="308" r:id="rId28"/>
    <p:sldId id="312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F3C"/>
    <a:srgbClr val="222938"/>
    <a:srgbClr val="000000"/>
    <a:srgbClr val="A42423"/>
    <a:srgbClr val="EB5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39" d="100"/>
          <a:sy n="39" d="100"/>
        </p:scale>
        <p:origin x="4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04/02/2019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4439203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7" b="5131"/>
          <a:stretch/>
        </p:blipFill>
        <p:spPr>
          <a:xfrm>
            <a:off x="6648" y="0"/>
            <a:ext cx="9137352" cy="68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4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83" y="2073568"/>
            <a:ext cx="1752969" cy="2599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>
                <a:solidFill>
                  <a:schemeClr val="bg1"/>
                </a:solidFill>
                <a:latin typeface="Quicksand Book" panose="02070303000000060000" pitchFamily="18" charset="0"/>
              </a:rPr>
              <a:t>L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 propulseur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  <a:endParaRPr lang="fr-FR" sz="46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r>
              <a:rPr lang="fr-FR" sz="4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du Finistère</a:t>
            </a:r>
            <a:endParaRPr lang="fr-FR" sz="46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19.01.2017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TAg29</a:t>
            </a:r>
            <a:endParaRPr lang="fr-FR" sz="3600" dirty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2" r="9557" b="35077"/>
          <a:stretch/>
        </p:blipFill>
        <p:spPr>
          <a:xfrm>
            <a:off x="458451" y="759854"/>
            <a:ext cx="5491590" cy="537049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5" y="5253844"/>
            <a:ext cx="1013239" cy="146892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20" y="723576"/>
            <a:ext cx="3160699" cy="12204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5" y="5253844"/>
            <a:ext cx="1013239" cy="1468928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0" y="0"/>
            <a:ext cx="9173028" cy="685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25758" y="0"/>
            <a:ext cx="3365288" cy="689019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5" y="5253844"/>
            <a:ext cx="1013239" cy="1468928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MORLAIX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4225" y="5253844"/>
            <a:ext cx="1013239" cy="1468928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F9AF3C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3593365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 flipH="1">
            <a:off x="5652263" y="0"/>
            <a:ext cx="3491737" cy="689019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091" y="1051199"/>
            <a:ext cx="3243764" cy="5011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5854019" y="2491328"/>
            <a:ext cx="310865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Guillaume DE NIL</a:t>
            </a:r>
          </a:p>
          <a:p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Chargé de mission </a:t>
            </a:r>
            <a:r>
              <a:rPr lang="fr-FR" sz="1600" i="1" dirty="0">
                <a:solidFill>
                  <a:schemeClr val="bg1"/>
                </a:solidFill>
                <a:latin typeface="Quicksand Book" panose="02070303000000060000" pitchFamily="18" charset="0"/>
              </a:rPr>
              <a:t>I</a:t>
            </a:r>
            <a:r>
              <a:rPr lang="fr-FR" sz="1600" i="1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ncubateur </a:t>
            </a:r>
            <a:r>
              <a:rPr lang="fr-FR" sz="1600" i="1" dirty="0">
                <a:solidFill>
                  <a:schemeClr val="bg1"/>
                </a:solidFill>
                <a:latin typeface="Quicksand Book" panose="02070303000000060000" pitchFamily="18" charset="0"/>
              </a:rPr>
              <a:t>de projets </a:t>
            </a:r>
            <a:r>
              <a:rPr lang="fr-FR" sz="1600" i="1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ESS</a:t>
            </a:r>
            <a:endParaRPr lang="fr-FR" sz="1600" i="1" dirty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 err="1">
                <a:solidFill>
                  <a:schemeClr val="bg1"/>
                </a:solidFill>
                <a:latin typeface="Quicksand Book" panose="02070303000000060000" pitchFamily="18" charset="0"/>
              </a:rPr>
              <a:t>Adess</a:t>
            </a:r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 </a:t>
            </a:r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du </a:t>
            </a:r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Pays de Morlaix </a:t>
            </a:r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contact@TAg29.fr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09 81 71 87 49</a:t>
            </a:r>
          </a:p>
        </p:txBody>
      </p:sp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591" y="2495976"/>
            <a:ext cx="3042210" cy="24300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57" y="3860111"/>
            <a:ext cx="752436" cy="756000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863829"/>
            <a:ext cx="752436" cy="756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417" y="3011479"/>
            <a:ext cx="752436" cy="756000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013624"/>
            <a:ext cx="752436" cy="7560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31" y="3013624"/>
            <a:ext cx="752436" cy="756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738" y="991946"/>
            <a:ext cx="1342616" cy="10044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38" y="2151386"/>
            <a:ext cx="752436" cy="756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956" y="2151386"/>
            <a:ext cx="752436" cy="756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378" y="2164265"/>
            <a:ext cx="752436" cy="7560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2164265"/>
            <a:ext cx="752436" cy="756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397" y="1317051"/>
            <a:ext cx="752436" cy="75600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57" y="1317051"/>
            <a:ext cx="752436" cy="756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1317051"/>
            <a:ext cx="752436" cy="7560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546" y="3566367"/>
            <a:ext cx="3075870" cy="24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2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 flipH="1">
            <a:off x="5652262" y="0"/>
            <a:ext cx="3491737" cy="689019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72"/>
          <a:stretch/>
        </p:blipFill>
        <p:spPr>
          <a:xfrm>
            <a:off x="-12879" y="0"/>
            <a:ext cx="3365288" cy="68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A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10" name="Picture 2" descr="C:\Users\Utilisateur\Desktop\TAg BZH\CARTEBZH-TAg-4DEP-V2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559507" y="2500623"/>
            <a:ext cx="5565038" cy="4430268"/>
          </a:xfrm>
          <a:prstGeom prst="rect">
            <a:avLst/>
          </a:prstGeom>
          <a:noFill/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39" y="1001655"/>
            <a:ext cx="1017575" cy="147240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871" y="1193097"/>
            <a:ext cx="1014659" cy="147240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383" y="5236701"/>
            <a:ext cx="1017018" cy="147240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8261" y="1525052"/>
            <a:ext cx="1017575" cy="1472400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1636012" y="1056099"/>
            <a:ext cx="247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F9AF3C"/>
                </a:solidFill>
                <a:latin typeface="Quicksand Book" panose="02070303000000060000" pitchFamily="18" charset="0"/>
              </a:rPr>
              <a:t>Morlaix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824878" y="755724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EB5B25"/>
                </a:solidFill>
                <a:latin typeface="Quicksand Book" panose="02070303000000060000" pitchFamily="18" charset="0"/>
              </a:rPr>
              <a:t>Rennes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727314" y="580114"/>
            <a:ext cx="172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5FB9C8"/>
                </a:solidFill>
                <a:latin typeface="Quicksand Book" panose="02070303000000060000" pitchFamily="18" charset="0"/>
              </a:rPr>
              <a:t>St-Brieuc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813176" y="5588970"/>
            <a:ext cx="171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000" dirty="0">
                <a:solidFill>
                  <a:srgbClr val="0071B9"/>
                </a:solidFill>
                <a:latin typeface="Quicksand Book" panose="02070303000000060000" pitchFamily="18" charset="0"/>
              </a:rPr>
              <a:t>Lorient</a:t>
            </a:r>
          </a:p>
        </p:txBody>
      </p:sp>
    </p:spTree>
    <p:extLst>
      <p:ext uri="{BB962C8B-B14F-4D97-AF65-F5344CB8AC3E}">
        <p14:creationId xmlns:p14="http://schemas.microsoft.com/office/powerpoint/2010/main" val="300694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7" b="5131"/>
          <a:stretch/>
        </p:blipFill>
        <p:spPr>
          <a:xfrm>
            <a:off x="6648" y="0"/>
            <a:ext cx="9137352" cy="68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7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5"/>
          <a:stretch/>
        </p:blipFill>
        <p:spPr>
          <a:xfrm>
            <a:off x="0" y="0"/>
            <a:ext cx="9144000" cy="68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249" y="5322636"/>
            <a:ext cx="866773" cy="12852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2" r="9557" b="35077"/>
          <a:stretch/>
        </p:blipFill>
        <p:spPr>
          <a:xfrm>
            <a:off x="458451" y="759854"/>
            <a:ext cx="5491590" cy="537049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0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465</TotalTime>
  <Words>137</Words>
  <Application>Microsoft Office PowerPoint</Application>
  <PresentationFormat>Affichage à l'écran (4:3)</PresentationFormat>
  <Paragraphs>78</Paragraphs>
  <Slides>28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88</cp:revision>
  <dcterms:created xsi:type="dcterms:W3CDTF">2017-01-06T14:27:23Z</dcterms:created>
  <dcterms:modified xsi:type="dcterms:W3CDTF">2019-02-04T09:57:54Z</dcterms:modified>
</cp:coreProperties>
</file>